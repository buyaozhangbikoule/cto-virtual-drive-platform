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95a2ef20a4b25" /><Relationship Type="http://schemas.openxmlformats.org/officeDocument/2006/relationships/extended-properties" Target="/docProps/app.xml" Id="R4afd518753724417" /><Relationship Type="http://schemas.openxmlformats.org/officeDocument/2006/relationships/officeDocument" Target="/ppt/presentation.xml" Id="Rf0c151f87601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9fc71fbefa43ea"/>
  </p:sldMasterIdLst>
  <p:notesMasterIdLst>
    <p:notesMasterId xmlns:r="http://schemas.openxmlformats.org/officeDocument/2006/relationships" r:id="Rc4910f76eb1d4424"/>
  </p:notesMasterIdLst>
  <p:sldIdLst>
    <p:sldId xmlns:r="http://schemas.openxmlformats.org/officeDocument/2006/relationships" id="256" r:id="R1f145669e26f4fb1"/>
    <p:sldId xmlns:r="http://schemas.openxmlformats.org/officeDocument/2006/relationships" id="257" r:id="R2cea638388744166"/>
    <p:sldId xmlns:r="http://schemas.openxmlformats.org/officeDocument/2006/relationships" id="258" r:id="R8892f9fd19a2482b"/>
    <p:sldId xmlns:r="http://schemas.openxmlformats.org/officeDocument/2006/relationships" id="259" r:id="Rb794f38a813141a5"/>
    <p:sldId xmlns:r="http://schemas.openxmlformats.org/officeDocument/2006/relationships" id="260" r:id="R985bf29221464d4b"/>
    <p:sldId xmlns:r="http://schemas.openxmlformats.org/officeDocument/2006/relationships" id="261" r:id="R2adb96af72704317"/>
    <p:sldId xmlns:r="http://schemas.openxmlformats.org/officeDocument/2006/relationships" id="262" r:id="Rf4aa2620957e4dff"/>
    <p:sldId xmlns:r="http://schemas.openxmlformats.org/officeDocument/2006/relationships" id="263" r:id="R8cbc9fd0b9864090"/>
    <p:sldId xmlns:r="http://schemas.openxmlformats.org/officeDocument/2006/relationships" id="264" r:id="Rc3a755139b1d4280"/>
    <p:sldId xmlns:r="http://schemas.openxmlformats.org/officeDocument/2006/relationships" id="265" r:id="R1a6fe0b4b3da4869"/>
    <p:sldId xmlns:r="http://schemas.openxmlformats.org/officeDocument/2006/relationships" id="266" r:id="Rc666fb11aaf4436a"/>
    <p:sldId xmlns:r="http://schemas.openxmlformats.org/officeDocument/2006/relationships" id="267" r:id="R7ac497d7c22c4986"/>
    <p:sldId xmlns:r="http://schemas.openxmlformats.org/officeDocument/2006/relationships" id="268" r:id="Re575ab79173a4367"/>
    <p:sldId xmlns:r="http://schemas.openxmlformats.org/officeDocument/2006/relationships" id="269" r:id="Rdf44ec0c79274d9f"/>
    <p:sldId xmlns:r="http://schemas.openxmlformats.org/officeDocument/2006/relationships" id="270" r:id="R637e676f398647c2"/>
    <p:sldId xmlns:r="http://schemas.openxmlformats.org/officeDocument/2006/relationships" id="271" r:id="Rf046c74e422b415b"/>
    <p:sldId xmlns:r="http://schemas.openxmlformats.org/officeDocument/2006/relationships" id="272" r:id="Rcc8fad8ec9d34ccb"/>
    <p:sldId xmlns:r="http://schemas.openxmlformats.org/officeDocument/2006/relationships" id="273" r:id="Re900b1bab733493e"/>
    <p:sldId xmlns:r="http://schemas.openxmlformats.org/officeDocument/2006/relationships" id="274" r:id="R33776b1e81994711"/>
    <p:sldId xmlns:r="http://schemas.openxmlformats.org/officeDocument/2006/relationships" id="275" r:id="Ra37de9ea948a4049"/>
    <p:sldId xmlns:r="http://schemas.openxmlformats.org/officeDocument/2006/relationships" id="276" r:id="R21b4f22d25f84d92"/>
    <p:sldId xmlns:r="http://schemas.openxmlformats.org/officeDocument/2006/relationships" id="277" r:id="R0199116e979a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6e363d1f8c4b89" /><Relationship Type="http://schemas.openxmlformats.org/officeDocument/2006/relationships/slideMaster" Target="/ppt/slideMasters/slideMaster1.xml" Id="R7b9fc71fbefa43ea" /><Relationship Type="http://schemas.openxmlformats.org/officeDocument/2006/relationships/notesMaster" Target="/ppt/notesMasters/notesMaster1.xml" Id="Rc4910f76eb1d4424" /><Relationship Type="http://schemas.openxmlformats.org/officeDocument/2006/relationships/presProps" Target="/ppt/presProps.xml" Id="R161cc55fa4ae414f" /><Relationship Type="http://schemas.openxmlformats.org/officeDocument/2006/relationships/viewProps" Target="/ppt/viewProps.xml" Id="R843ebb23aca44bd1" /><Relationship Type="http://schemas.openxmlformats.org/officeDocument/2006/relationships/tableStyles" Target="/ppt/tableStyles.xml" Id="Rf486fd4a13dc493d" /><Relationship Type="http://schemas.openxmlformats.org/officeDocument/2006/relationships/slide" Target="/ppt/slides/slide1.xml" Id="R1f145669e26f4fb1" /><Relationship Type="http://schemas.openxmlformats.org/officeDocument/2006/relationships/slide" Target="/ppt/slides/slide2.xml" Id="R2cea638388744166" /><Relationship Type="http://schemas.openxmlformats.org/officeDocument/2006/relationships/slide" Target="/ppt/slides/slide3.xml" Id="R8892f9fd19a2482b" /><Relationship Type="http://schemas.openxmlformats.org/officeDocument/2006/relationships/slide" Target="/ppt/slides/slide4.xml" Id="Rb794f38a813141a5" /><Relationship Type="http://schemas.openxmlformats.org/officeDocument/2006/relationships/slide" Target="/ppt/slides/slide5.xml" Id="R985bf29221464d4b" /><Relationship Type="http://schemas.openxmlformats.org/officeDocument/2006/relationships/slide" Target="/ppt/slides/slide6.xml" Id="R2adb96af72704317" /><Relationship Type="http://schemas.openxmlformats.org/officeDocument/2006/relationships/slide" Target="/ppt/slides/slide7.xml" Id="Rf4aa2620957e4dff" /><Relationship Type="http://schemas.openxmlformats.org/officeDocument/2006/relationships/slide" Target="/ppt/slides/slide8.xml" Id="R8cbc9fd0b9864090" /><Relationship Type="http://schemas.openxmlformats.org/officeDocument/2006/relationships/slide" Target="/ppt/slides/slide9.xml" Id="Rc3a755139b1d4280" /><Relationship Type="http://schemas.openxmlformats.org/officeDocument/2006/relationships/slide" Target="/ppt/slides/slide10.xml" Id="R1a6fe0b4b3da4869" /><Relationship Type="http://schemas.openxmlformats.org/officeDocument/2006/relationships/slide" Target="/ppt/slides/slide11.xml" Id="Rc666fb11aaf4436a" /><Relationship Type="http://schemas.openxmlformats.org/officeDocument/2006/relationships/slide" Target="/ppt/slides/slide12.xml" Id="R7ac497d7c22c4986" /><Relationship Type="http://schemas.openxmlformats.org/officeDocument/2006/relationships/slide" Target="/ppt/slides/slide13.xml" Id="Re575ab79173a4367" /><Relationship Type="http://schemas.openxmlformats.org/officeDocument/2006/relationships/slide" Target="/ppt/slides/slide14.xml" Id="Rdf44ec0c79274d9f" /><Relationship Type="http://schemas.openxmlformats.org/officeDocument/2006/relationships/slide" Target="/ppt/slides/slide15.xml" Id="R637e676f398647c2" /><Relationship Type="http://schemas.openxmlformats.org/officeDocument/2006/relationships/slide" Target="/ppt/slides/slide16.xml" Id="Rf046c74e422b415b" /><Relationship Type="http://schemas.openxmlformats.org/officeDocument/2006/relationships/slide" Target="/ppt/slides/slide17.xml" Id="Rcc8fad8ec9d34ccb" /><Relationship Type="http://schemas.openxmlformats.org/officeDocument/2006/relationships/slide" Target="/ppt/slides/slide18.xml" Id="Re900b1bab733493e" /><Relationship Type="http://schemas.openxmlformats.org/officeDocument/2006/relationships/slide" Target="/ppt/slides/slide19.xml" Id="R33776b1e81994711" /><Relationship Type="http://schemas.openxmlformats.org/officeDocument/2006/relationships/slide" Target="/ppt/slides/slide20.xml" Id="Ra37de9ea948a4049" /><Relationship Type="http://schemas.openxmlformats.org/officeDocument/2006/relationships/slide" Target="/ppt/slides/slide21.xml" Id="R21b4f22d25f84d92" /><Relationship Type="http://schemas.openxmlformats.org/officeDocument/2006/relationships/slide" Target="/ppt/slides/slide22.xml" Id="R0199116e979a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876f902399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25da0704e044b7" /><Relationship Type="http://schemas.openxmlformats.org/officeDocument/2006/relationships/notesMaster" Target="/ppt/notesMasters/notesMaster1.xml" Id="Rf5fb3871aa824d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2649505ba241f4" /><Relationship Type="http://schemas.openxmlformats.org/officeDocument/2006/relationships/notesMaster" Target="/ppt/notesMasters/notesMaster1.xml" Id="R9d78e42bb2a6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06b0c233d24216" /><Relationship Type="http://schemas.openxmlformats.org/officeDocument/2006/relationships/notesMaster" Target="/ppt/notesMasters/notesMaster1.xml" Id="R3faa6feb3d4d43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973b42934c4630" /><Relationship Type="http://schemas.openxmlformats.org/officeDocument/2006/relationships/notesMaster" Target="/ppt/notesMasters/notesMaster1.xml" Id="R6a3c99f6df8842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b01133e8a749aa" /><Relationship Type="http://schemas.openxmlformats.org/officeDocument/2006/relationships/notesMaster" Target="/ppt/notesMasters/notesMaster1.xml" Id="R18d9ef62f82f4b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30cac0f9874f08" /><Relationship Type="http://schemas.openxmlformats.org/officeDocument/2006/relationships/notesMaster" Target="/ppt/notesMasters/notesMaster1.xml" Id="Reaca8a8f8d4441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fda81f15764829" /><Relationship Type="http://schemas.openxmlformats.org/officeDocument/2006/relationships/notesMaster" Target="/ppt/notesMasters/notesMaster1.xml" Id="Rdd11d3dc31b042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3d360a76e54edd" /><Relationship Type="http://schemas.openxmlformats.org/officeDocument/2006/relationships/notesMaster" Target="/ppt/notesMasters/notesMaster1.xml" Id="R4ae0a908541947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c65ae6302e4591" /><Relationship Type="http://schemas.openxmlformats.org/officeDocument/2006/relationships/notesMaster" Target="/ppt/notesMasters/notesMaster1.xml" Id="Rcbc285f40dbc4a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3380a4c2df43af" /><Relationship Type="http://schemas.openxmlformats.org/officeDocument/2006/relationships/notesMaster" Target="/ppt/notesMasters/notesMaster1.xml" Id="Rabda3093916b4e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06d871e4c34160" /><Relationship Type="http://schemas.openxmlformats.org/officeDocument/2006/relationships/notesMaster" Target="/ppt/notesMasters/notesMaster1.xml" Id="R6ec6d2494b5542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168ec856284fd5" /><Relationship Type="http://schemas.openxmlformats.org/officeDocument/2006/relationships/notesMaster" Target="/ppt/notesMasters/notesMaster1.xml" Id="Rac4f54411cc94d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7824a5ee6244cb" /><Relationship Type="http://schemas.openxmlformats.org/officeDocument/2006/relationships/notesMaster" Target="/ppt/notesMasters/notesMaster1.xml" Id="R1c96adf334534d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54aef060bf4377" /><Relationship Type="http://schemas.openxmlformats.org/officeDocument/2006/relationships/notesMaster" Target="/ppt/notesMasters/notesMaster1.xml" Id="Rc17df52887b748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113f5f97624713" /><Relationship Type="http://schemas.openxmlformats.org/officeDocument/2006/relationships/notesMaster" Target="/ppt/notesMasters/notesMaster1.xml" Id="Rdd5fbaf9d69e49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39747e283b4020" /><Relationship Type="http://schemas.openxmlformats.org/officeDocument/2006/relationships/notesMaster" Target="/ppt/notesMasters/notesMaster1.xml" Id="Rdae753781c8f40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17c6cc8b6c4b7d" /><Relationship Type="http://schemas.openxmlformats.org/officeDocument/2006/relationships/notesMaster" Target="/ppt/notesMasters/notesMaster1.xml" Id="R7e3b1783b4044d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e8fb9f02ba4253" /><Relationship Type="http://schemas.openxmlformats.org/officeDocument/2006/relationships/notesMaster" Target="/ppt/notesMasters/notesMaster1.xml" Id="Rfa6ba246c82d4b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f0c5ccba374332" /><Relationship Type="http://schemas.openxmlformats.org/officeDocument/2006/relationships/notesMaster" Target="/ppt/notesMasters/notesMaster1.xml" Id="Rce25b9eec80340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22869315924ded" /><Relationship Type="http://schemas.openxmlformats.org/officeDocument/2006/relationships/notesMaster" Target="/ppt/notesMasters/notesMaster1.xml" Id="R2dabd88f108743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faf29aece54b11" /><Relationship Type="http://schemas.openxmlformats.org/officeDocument/2006/relationships/notesMaster" Target="/ppt/notesMasters/notesMaster1.xml" Id="R9626d59a5be041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9155e837204977" /><Relationship Type="http://schemas.openxmlformats.org/officeDocument/2006/relationships/notesMaster" Target="/ppt/notesMasters/notesMaster1.xml" Id="R13e35e93588c4e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按照扰动—响应—恢复顺序讲图，不逐点念曲线。不要说P&amp;O恢复最快；当前严格验收下周期扫频更稳健。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C:\Users\24739\Documents\Codex\2026-08-10\new-chat\outputs\v2_self_consistent_rebuild\report_evidence_final\07_汇报截图\stage4_01_three_strategy_timeline.png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92112da8b4a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b99aca75ca4c6a" /><Relationship Type="http://schemas.openxmlformats.org/officeDocument/2006/relationships/slideLayout" Target="/ppt/slideLayouts/slideLayout1.xml" Id="Rd310d7a79dd94a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10d7a79dd94a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cf158a3b7474a" /><Relationship Type="http://schemas.openxmlformats.org/officeDocument/2006/relationships/notesSlide" Target="/ppt/notesSlides/notesSlide1.xml" Id="Rb036a466b87147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2838a918e4274" /><Relationship Type="http://schemas.openxmlformats.org/officeDocument/2006/relationships/notesSlide" Target="/ppt/notesSlides/notesSlide2.xml" Id="R9eaef6e5b70d46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f3db881df417d" /><Relationship Type="http://schemas.openxmlformats.org/officeDocument/2006/relationships/notesSlide" Target="/ppt/notesSlides/notesSlide3.xml" Id="R2bbf18e1b0c5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ea4334f544754" /><Relationship Type="http://schemas.openxmlformats.org/officeDocument/2006/relationships/image" Target="/ppt/media/image.png" Id="Re2deccf5e1b84e03" /><Relationship Type="http://schemas.openxmlformats.org/officeDocument/2006/relationships/notesSlide" Target="/ppt/notesSlides/notesSlide4.xml" Id="R8cf7c30368ac4a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a2277ed964594" /><Relationship Type="http://schemas.openxmlformats.org/officeDocument/2006/relationships/image" Target="/ppt/media/image2.png" Id="R167ffcaddda74510" /><Relationship Type="http://schemas.openxmlformats.org/officeDocument/2006/relationships/image" Target="/ppt/media/image3.png" Id="Rf19e4a95a4954567" /><Relationship Type="http://schemas.openxmlformats.org/officeDocument/2006/relationships/notesSlide" Target="/ppt/notesSlides/notesSlide5.xml" Id="Re975ce3d8ebe4c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377aa3d444346" /><Relationship Type="http://schemas.openxmlformats.org/officeDocument/2006/relationships/notesSlide" Target="/ppt/notesSlides/notesSlide6.xml" Id="R033adb43f1fb40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10e9f50644f5c" /><Relationship Type="http://schemas.openxmlformats.org/officeDocument/2006/relationships/image" Target="/ppt/media/image4.png" Id="R5541564507cb4fd9" /><Relationship Type="http://schemas.openxmlformats.org/officeDocument/2006/relationships/notesSlide" Target="/ppt/notesSlides/notesSlide7.xml" Id="R24fe6020376646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f3edc57084f01" /><Relationship Type="http://schemas.openxmlformats.org/officeDocument/2006/relationships/image" Target="/ppt/media/image5.png" Id="R6a8af143af254241" /><Relationship Type="http://schemas.openxmlformats.org/officeDocument/2006/relationships/image" Target="/ppt/media/image6.png" Id="Ra7b0fd0b65284253" /><Relationship Type="http://schemas.openxmlformats.org/officeDocument/2006/relationships/notesSlide" Target="/ppt/notesSlides/notesSlide8.xml" Id="R788239c2014842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96417890043b7" /><Relationship Type="http://schemas.openxmlformats.org/officeDocument/2006/relationships/image" Target="/ppt/media/image7.png" Id="Re0b3e74bef4043c1" /><Relationship Type="http://schemas.openxmlformats.org/officeDocument/2006/relationships/notesSlide" Target="/ppt/notesSlides/notesSlide9.xml" Id="R98829db6ced34a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2eca44fac4db3" /><Relationship Type="http://schemas.openxmlformats.org/officeDocument/2006/relationships/image" Target="/ppt/media/image8.png" Id="R808010f1e9f2402a" /><Relationship Type="http://schemas.openxmlformats.org/officeDocument/2006/relationships/notesSlide" Target="/ppt/notesSlides/notesSlide10.xml" Id="R5c6dc0da7dce4d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e7b5126474a78" /><Relationship Type="http://schemas.openxmlformats.org/officeDocument/2006/relationships/image" Target="/ppt/media/image9.png" Id="Ree0d539de5ab43b4" /><Relationship Type="http://schemas.openxmlformats.org/officeDocument/2006/relationships/notesSlide" Target="/ppt/notesSlides/notesSlide11.xml" Id="R8871a3b23c8d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6f19d083d401a" /><Relationship Type="http://schemas.openxmlformats.org/officeDocument/2006/relationships/chart" Target="/ppt/slides/charts/chart1.xml" Id="R2034e54f27c34023" /><Relationship Type="http://schemas.openxmlformats.org/officeDocument/2006/relationships/notesSlide" Target="/ppt/notesSlides/notesSlide12.xml" Id="R5e21ac46289446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bf6ae9dc94edc" /><Relationship Type="http://schemas.openxmlformats.org/officeDocument/2006/relationships/notesSlide" Target="/ppt/notesSlides/notesSlide13.xml" Id="R8aaaf17378834b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3583b663e4fd7" /><Relationship Type="http://schemas.openxmlformats.org/officeDocument/2006/relationships/notesSlide" Target="/ppt/notesSlides/notesSlide14.xml" Id="R1f491d6e21f54e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f53775d5445d8" /><Relationship Type="http://schemas.openxmlformats.org/officeDocument/2006/relationships/notesSlide" Target="/ppt/notesSlides/notesSlide15.xml" Id="R4b58e46307354d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5df4150704fc1" /><Relationship Type="http://schemas.openxmlformats.org/officeDocument/2006/relationships/notesSlide" Target="/ppt/notesSlides/notesSlide16.xml" Id="R1d2e645b28934b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e518f9fa34e56" /><Relationship Type="http://schemas.openxmlformats.org/officeDocument/2006/relationships/notesSlide" Target="/ppt/notesSlides/notesSlide17.xml" Id="R73b0becc9f144f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6cb42704949dc" /><Relationship Type="http://schemas.openxmlformats.org/officeDocument/2006/relationships/image" Target="/ppt/media/image10.png" Id="Rb07b77d3f03a49d9" /><Relationship Type="http://schemas.openxmlformats.org/officeDocument/2006/relationships/notesSlide" Target="/ppt/notesSlides/notesSlide18.xml" Id="Rff39fed1022e4b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f28be4a5d4427" /><Relationship Type="http://schemas.openxmlformats.org/officeDocument/2006/relationships/image" Target="/ppt/media/image11.png" Id="Rc1a36904dd8349f5" /><Relationship Type="http://schemas.openxmlformats.org/officeDocument/2006/relationships/image" Target="/ppt/media/image12.png" Id="R790ce97c6cb14208" /><Relationship Type="http://schemas.openxmlformats.org/officeDocument/2006/relationships/notesSlide" Target="/ppt/notesSlides/notesSlide19.xml" Id="R982c5f5decd2409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a6852ccb542f0" /><Relationship Type="http://schemas.openxmlformats.org/officeDocument/2006/relationships/notesSlide" Target="/ppt/notesSlides/notesSlide20.xml" Id="R4a88841a5bcb49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b4eaaf81845e7" /><Relationship Type="http://schemas.openxmlformats.org/officeDocument/2006/relationships/notesSlide" Target="/ppt/notesSlides/notesSlide21.xml" Id="R6f9f27dc5f6b44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0615daf4d45f7" /><Relationship Type="http://schemas.openxmlformats.org/officeDocument/2006/relationships/notesSlide" Target="/ppt/notesSlides/notesSlide22.xml" Id="Rdac186ccb9c248e1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eccf5e1b84e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1066800"/>
            <a:ext cx="7077075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ffcaddda745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04900"/>
            <a:ext cx="6800850" cy="4762500"/>
          </a:xfrm>
          <a:prstGeom xmlns:a="http://schemas.openxmlformats.org/drawingml/2006/main" prst="rect">
            <a:avLst/>
          </a:prstGeom>
        </p:spPr>
      </p:pic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e4a95a49545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33337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1564507cb4f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1066800"/>
            <a:ext cx="649605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af143af254241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fd0b65284253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3e74bef4043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009650"/>
            <a:ext cx="10820400" cy="4581525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57850"/>
            <a:ext cx="3429000" cy="7429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4357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推荐：±50 kHz / 1 kHz / 101点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扫描时间代理：151.5 ms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010f1e9f240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1047750"/>
            <a:ext cx="7000875" cy="50958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72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固定频率在谐振漂移段失去功率，自适应策略可重新定位峰值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d539de5ab43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1000125"/>
            <a:ext cx="6877050" cy="53340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固定0.9 MHz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漂移段不能恢复峰值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978B8"/>
                </a:solidFill>
              </a:defRPr>
            </a:pPr>
            <a:r>
              <a:rPr sz="1575" b="1">
                <a:solidFill>
                  <a:srgbClr val="3978B8"/>
                </a:solidFill>
              </a:rPr>
              <a:t>周期扫频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194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重新定位后稳定捕获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54343"/>
                </a:solidFill>
              </a:defRPr>
            </a:pPr>
            <a:r>
              <a:rPr sz="1575" b="1">
                <a:solidFill>
                  <a:srgbClr val="B54343"/>
                </a:solidFill>
              </a:rPr>
              <a:t>扫描辅助P&amp;O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可到达稳态，但确认恢复较慢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三种策略经历完全相同的8段绝对时间扰动序列</a:t>
            </a:r>
          </a:p>
        </p:txBody>
      </p:sp>
    </p:spTree>
    <p:extLst>
      <p:ext uri="{BB962C8B-B14F-4D97-AF65-F5344CB8AC3E}">
        <p14:creationId xmlns:p14="http://schemas.microsoft.com/office/powerpoint/2010/main" val="13897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34e54f27c34023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b77d3f03a49d9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36904dd8349f5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ce97c6cb14208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2026-08-28T07:02:07.1110000Z</dcterms:created>
  <dcterms:modified xsi:type="dcterms:W3CDTF">2026-08-28T07:02:07.1110000Z</dcterms:modified>
</coreProperties>
</file>