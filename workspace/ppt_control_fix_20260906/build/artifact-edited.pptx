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3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slides/charts/chart4.xml" ContentType="application/vnd.openxmlformats-officedocument.drawingml.chart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ab888233c542a4" /><Relationship Type="http://schemas.openxmlformats.org/officeDocument/2006/relationships/extended-properties" Target="/docProps/app.xml" Id="R2d97ff670cb44cde" /><Relationship Type="http://schemas.openxmlformats.org/officeDocument/2006/relationships/officeDocument" Target="/ppt/presentation.xml" Id="Rce61c3e50dd848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88dc0e122d4955"/>
  </p:sldMasterIdLst>
  <p:notesMasterIdLst>
    <p:notesMasterId xmlns:r="http://schemas.openxmlformats.org/officeDocument/2006/relationships" r:id="R3368bb340521460c"/>
  </p:notesMasterIdLst>
  <p:sldIdLst>
    <p:sldId xmlns:r="http://schemas.openxmlformats.org/officeDocument/2006/relationships" id="256" r:id="Rc43497a3435a468e"/>
    <p:sldId xmlns:r="http://schemas.openxmlformats.org/officeDocument/2006/relationships" id="257" r:id="Rc6b7ec9607e14ea8"/>
    <p:sldId xmlns:r="http://schemas.openxmlformats.org/officeDocument/2006/relationships" id="258" r:id="Raa37b61eccc546aa"/>
    <p:sldId xmlns:r="http://schemas.openxmlformats.org/officeDocument/2006/relationships" id="259" r:id="Rbde45edce63e4681"/>
    <p:sldId xmlns:r="http://schemas.openxmlformats.org/officeDocument/2006/relationships" id="260" r:id="Rb27753d453024458"/>
    <p:sldId xmlns:r="http://schemas.openxmlformats.org/officeDocument/2006/relationships" id="261" r:id="R7d1a7fb375a7478c"/>
    <p:sldId xmlns:r="http://schemas.openxmlformats.org/officeDocument/2006/relationships" id="262" r:id="R20764f4f98c642ec"/>
    <p:sldId xmlns:r="http://schemas.openxmlformats.org/officeDocument/2006/relationships" id="263" r:id="R4415fb3041644ee6"/>
    <p:sldId xmlns:r="http://schemas.openxmlformats.org/officeDocument/2006/relationships" id="264" r:id="R71464a3cd16d415d"/>
    <p:sldId xmlns:r="http://schemas.openxmlformats.org/officeDocument/2006/relationships" id="265" r:id="Rf50c385332d24511"/>
    <p:sldId xmlns:r="http://schemas.openxmlformats.org/officeDocument/2006/relationships" id="266" r:id="R34fb9fcb6bda4a22"/>
    <p:sldId xmlns:r="http://schemas.openxmlformats.org/officeDocument/2006/relationships" id="267" r:id="Rf393b6684b12478f"/>
    <p:sldId xmlns:r="http://schemas.openxmlformats.org/officeDocument/2006/relationships" id="268" r:id="R7d0dc537632040e7"/>
    <p:sldId xmlns:r="http://schemas.openxmlformats.org/officeDocument/2006/relationships" id="269" r:id="R91b9d35400d04106"/>
    <p:sldId xmlns:r="http://schemas.openxmlformats.org/officeDocument/2006/relationships" id="270" r:id="R0e2b8954bc72467a"/>
    <p:sldId xmlns:r="http://schemas.openxmlformats.org/officeDocument/2006/relationships" id="271" r:id="Rab54b578f1994287"/>
    <p:sldId xmlns:r="http://schemas.openxmlformats.org/officeDocument/2006/relationships" id="272" r:id="Rb8b99a4397434b0c"/>
    <p:sldId xmlns:r="http://schemas.openxmlformats.org/officeDocument/2006/relationships" id="273" r:id="R33f0fe5706c2405b"/>
    <p:sldId xmlns:r="http://schemas.openxmlformats.org/officeDocument/2006/relationships" id="274" r:id="R2afb1f657cc64235"/>
    <p:sldId xmlns:r="http://schemas.openxmlformats.org/officeDocument/2006/relationships" id="275" r:id="Rfdf22b5bd83f4cda"/>
    <p:sldId xmlns:r="http://schemas.openxmlformats.org/officeDocument/2006/relationships" id="276" r:id="R7bfeda0f39a54b55"/>
    <p:sldId xmlns:r="http://schemas.openxmlformats.org/officeDocument/2006/relationships" id="277" r:id="Rb17811375f6d4ad2"/>
    <p:sldId xmlns:r="http://schemas.openxmlformats.org/officeDocument/2006/relationships" id="278" r:id="Rebc79bd027b04fa7"/>
    <p:sldId xmlns:r="http://schemas.openxmlformats.org/officeDocument/2006/relationships" id="279" r:id="R5533ce8db9c64ff8"/>
    <p:sldId xmlns:r="http://schemas.openxmlformats.org/officeDocument/2006/relationships" id="280" r:id="Rbd9a36d6be6f45fe"/>
    <p:sldId xmlns:r="http://schemas.openxmlformats.org/officeDocument/2006/relationships" id="281" r:id="Rdb6c4c4eda724d99"/>
    <p:sldId xmlns:r="http://schemas.openxmlformats.org/officeDocument/2006/relationships" id="282" r:id="Rbaa16fcc46c64ca9"/>
    <p:sldId xmlns:r="http://schemas.openxmlformats.org/officeDocument/2006/relationships" id="283" r:id="Rd717c7ea3f1a457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7d4472077c4027" /><Relationship Type="http://schemas.openxmlformats.org/officeDocument/2006/relationships/slideMaster" Target="/ppt/slideMasters/slideMaster1.xml" Id="Ref88dc0e122d4955" /><Relationship Type="http://schemas.openxmlformats.org/officeDocument/2006/relationships/notesMaster" Target="/ppt/notesMasters/notesMaster1.xml" Id="R3368bb340521460c" /><Relationship Type="http://schemas.openxmlformats.org/officeDocument/2006/relationships/presProps" Target="/ppt/presProps.xml" Id="R806c1ed5f38b491f" /><Relationship Type="http://schemas.openxmlformats.org/officeDocument/2006/relationships/viewProps" Target="/ppt/viewProps.xml" Id="R8c776f788dce4b13" /><Relationship Type="http://schemas.openxmlformats.org/officeDocument/2006/relationships/tableStyles" Target="/ppt/tableStyles.xml" Id="R7b99a93b246d4ac1" /><Relationship Type="http://schemas.openxmlformats.org/officeDocument/2006/relationships/slide" Target="/ppt/slides/slide1.xml" Id="Rc43497a3435a468e" /><Relationship Type="http://schemas.openxmlformats.org/officeDocument/2006/relationships/slide" Target="/ppt/slides/slide2.xml" Id="Rc6b7ec9607e14ea8" /><Relationship Type="http://schemas.openxmlformats.org/officeDocument/2006/relationships/slide" Target="/ppt/slides/slide3.xml" Id="Raa37b61eccc546aa" /><Relationship Type="http://schemas.openxmlformats.org/officeDocument/2006/relationships/slide" Target="/ppt/slides/slide4.xml" Id="Rbde45edce63e4681" /><Relationship Type="http://schemas.openxmlformats.org/officeDocument/2006/relationships/slide" Target="/ppt/slides/slide5.xml" Id="Rb27753d453024458" /><Relationship Type="http://schemas.openxmlformats.org/officeDocument/2006/relationships/slide" Target="/ppt/slides/slide6.xml" Id="R7d1a7fb375a7478c" /><Relationship Type="http://schemas.openxmlformats.org/officeDocument/2006/relationships/slide" Target="/ppt/slides/slide7.xml" Id="R20764f4f98c642ec" /><Relationship Type="http://schemas.openxmlformats.org/officeDocument/2006/relationships/slide" Target="/ppt/slides/slide8.xml" Id="R4415fb3041644ee6" /><Relationship Type="http://schemas.openxmlformats.org/officeDocument/2006/relationships/slide" Target="/ppt/slides/slide9.xml" Id="R71464a3cd16d415d" /><Relationship Type="http://schemas.openxmlformats.org/officeDocument/2006/relationships/slide" Target="/ppt/slides/slide10.xml" Id="Rf50c385332d24511" /><Relationship Type="http://schemas.openxmlformats.org/officeDocument/2006/relationships/slide" Target="/ppt/slides/slide11.xml" Id="R34fb9fcb6bda4a22" /><Relationship Type="http://schemas.openxmlformats.org/officeDocument/2006/relationships/slide" Target="/ppt/slides/slide12.xml" Id="Rf393b6684b12478f" /><Relationship Type="http://schemas.openxmlformats.org/officeDocument/2006/relationships/slide" Target="/ppt/slides/slide13.xml" Id="R7d0dc537632040e7" /><Relationship Type="http://schemas.openxmlformats.org/officeDocument/2006/relationships/slide" Target="/ppt/slides/slide14.xml" Id="R91b9d35400d04106" /><Relationship Type="http://schemas.openxmlformats.org/officeDocument/2006/relationships/slide" Target="/ppt/slides/slide15.xml" Id="R0e2b8954bc72467a" /><Relationship Type="http://schemas.openxmlformats.org/officeDocument/2006/relationships/slide" Target="/ppt/slides/slide16.xml" Id="Rab54b578f1994287" /><Relationship Type="http://schemas.openxmlformats.org/officeDocument/2006/relationships/slide" Target="/ppt/slides/slide17.xml" Id="Rb8b99a4397434b0c" /><Relationship Type="http://schemas.openxmlformats.org/officeDocument/2006/relationships/slide" Target="/ppt/slides/slide18.xml" Id="R33f0fe5706c2405b" /><Relationship Type="http://schemas.openxmlformats.org/officeDocument/2006/relationships/slide" Target="/ppt/slides/slide19.xml" Id="R2afb1f657cc64235" /><Relationship Type="http://schemas.openxmlformats.org/officeDocument/2006/relationships/slide" Target="/ppt/slides/slide20.xml" Id="Rfdf22b5bd83f4cda" /><Relationship Type="http://schemas.openxmlformats.org/officeDocument/2006/relationships/slide" Target="/ppt/slides/slide21.xml" Id="R7bfeda0f39a54b55" /><Relationship Type="http://schemas.openxmlformats.org/officeDocument/2006/relationships/slide" Target="/ppt/slides/slide22.xml" Id="Rb17811375f6d4ad2" /><Relationship Type="http://schemas.openxmlformats.org/officeDocument/2006/relationships/slide" Target="/ppt/slides/slide23.xml" Id="Rebc79bd027b04fa7" /><Relationship Type="http://schemas.openxmlformats.org/officeDocument/2006/relationships/slide" Target="/ppt/slides/slide24.xml" Id="R5533ce8db9c64ff8" /><Relationship Type="http://schemas.openxmlformats.org/officeDocument/2006/relationships/slide" Target="/ppt/slides/slide25.xml" Id="Rbd9a36d6be6f45fe" /><Relationship Type="http://schemas.openxmlformats.org/officeDocument/2006/relationships/slide" Target="/ppt/slides/slide26.xml" Id="Rdb6c4c4eda724d99" /><Relationship Type="http://schemas.openxmlformats.org/officeDocument/2006/relationships/slide" Target="/ppt/slides/slide27.xml" Id="Rbaa16fcc46c64ca9" /><Relationship Type="http://schemas.openxmlformats.org/officeDocument/2006/relationships/slide" Target="/ppt/slides/slide28.xml" Id="Rd717c7ea3f1a45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ec30803ca947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e5a0c029cc4edd" /><Relationship Type="http://schemas.openxmlformats.org/officeDocument/2006/relationships/notesMaster" Target="/ppt/notesMasters/notesMaster1.xml" Id="Rc693a62640314d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498e87681c4378" /><Relationship Type="http://schemas.openxmlformats.org/officeDocument/2006/relationships/notesMaster" Target="/ppt/notesMasters/notesMaster1.xml" Id="R47c2f44af30e46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7650c666874c6f" /><Relationship Type="http://schemas.openxmlformats.org/officeDocument/2006/relationships/notesMaster" Target="/ppt/notesMasters/notesMaster1.xml" Id="R8d1688461b724c9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275006dca4478a" /><Relationship Type="http://schemas.openxmlformats.org/officeDocument/2006/relationships/notesMaster" Target="/ppt/notesMasters/notesMaster1.xml" Id="R71305d4f7fcd4fb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84c56757f94116" /><Relationship Type="http://schemas.openxmlformats.org/officeDocument/2006/relationships/notesMaster" Target="/ppt/notesMasters/notesMaster1.xml" Id="R749356b9db70474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9b93dfd96e64a78" /><Relationship Type="http://schemas.openxmlformats.org/officeDocument/2006/relationships/notesMaster" Target="/ppt/notesMasters/notesMaster1.xml" Id="Rf0213215453c413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7f11757b56f42b1" /><Relationship Type="http://schemas.openxmlformats.org/officeDocument/2006/relationships/notesMaster" Target="/ppt/notesMasters/notesMaster1.xml" Id="Re8da5da0471e4c2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929ef178c8a43b5" /><Relationship Type="http://schemas.openxmlformats.org/officeDocument/2006/relationships/notesMaster" Target="/ppt/notesMasters/notesMaster1.xml" Id="R0a84ce97b5ff41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aec33e0de57491d" /><Relationship Type="http://schemas.openxmlformats.org/officeDocument/2006/relationships/notesMaster" Target="/ppt/notesMasters/notesMaster1.xml" Id="R4efee9d6de7544f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a946452a4b64d3b" /><Relationship Type="http://schemas.openxmlformats.org/officeDocument/2006/relationships/notesMaster" Target="/ppt/notesMasters/notesMaster1.xml" Id="R4967e7ded5f340e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4449644f5dc4239" /><Relationship Type="http://schemas.openxmlformats.org/officeDocument/2006/relationships/notesMaster" Target="/ppt/notesMasters/notesMaster1.xml" Id="R73efc0f2491546e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d2f500a9ad14b3f" /><Relationship Type="http://schemas.openxmlformats.org/officeDocument/2006/relationships/notesMaster" Target="/ppt/notesMasters/notesMaster1.xml" Id="R24c2a3b7cd1a469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4972c05a9364593" /><Relationship Type="http://schemas.openxmlformats.org/officeDocument/2006/relationships/notesMaster" Target="/ppt/notesMasters/notesMaster1.xml" Id="R73be4b9abc4c4a5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b84fc6ea3394584" /><Relationship Type="http://schemas.openxmlformats.org/officeDocument/2006/relationships/notesMaster" Target="/ppt/notesMasters/notesMaster1.xml" Id="R65cbe074157d41f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754075b4d794875" /><Relationship Type="http://schemas.openxmlformats.org/officeDocument/2006/relationships/notesMaster" Target="/ppt/notesMasters/notesMaster1.xml" Id="R6b6e08dc6eb64c7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461ffb1f90b42c4" /><Relationship Type="http://schemas.openxmlformats.org/officeDocument/2006/relationships/notesMaster" Target="/ppt/notesMasters/notesMaster1.xml" Id="Rae0947f73ee243a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2a771b24a7b43b6" /><Relationship Type="http://schemas.openxmlformats.org/officeDocument/2006/relationships/notesMaster" Target="/ppt/notesMasters/notesMaster1.xml" Id="R240542ca91a94f9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25ab11f0f48497a" /><Relationship Type="http://schemas.openxmlformats.org/officeDocument/2006/relationships/notesMaster" Target="/ppt/notesMasters/notesMaster1.xml" Id="R9d1262413bc140b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6afcd37f83046ce" /><Relationship Type="http://schemas.openxmlformats.org/officeDocument/2006/relationships/notesMaster" Target="/ppt/notesMasters/notesMaster1.xml" Id="Rfb35c465781645f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82fc76998594915" /><Relationship Type="http://schemas.openxmlformats.org/officeDocument/2006/relationships/notesMaster" Target="/ppt/notesMasters/notesMaster1.xml" Id="Rf9a2c2c166d6495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3cd481307a24614" /><Relationship Type="http://schemas.openxmlformats.org/officeDocument/2006/relationships/notesMaster" Target="/ppt/notesMasters/notesMaster1.xml" Id="R50e22280181a4cb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510241352194888" /><Relationship Type="http://schemas.openxmlformats.org/officeDocument/2006/relationships/notesMaster" Target="/ppt/notesMasters/notesMaster1.xml" Id="Reaec8e52a5274e6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eb1dfed688048e3" /><Relationship Type="http://schemas.openxmlformats.org/officeDocument/2006/relationships/notesMaster" Target="/ppt/notesMasters/notesMaster1.xml" Id="R0c3d66f4c3cb4e8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f45bc9c43da40ae" /><Relationship Type="http://schemas.openxmlformats.org/officeDocument/2006/relationships/notesMaster" Target="/ppt/notesMasters/notesMaster1.xml" Id="R8fa9b693755c447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9a9ebd43d814e7a" /><Relationship Type="http://schemas.openxmlformats.org/officeDocument/2006/relationships/notesMaster" Target="/ppt/notesMasters/notesMaster1.xml" Id="R1097f4b0b1994aa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d2000163d184951" /><Relationship Type="http://schemas.openxmlformats.org/officeDocument/2006/relationships/notesMaster" Target="/ppt/notesMasters/notesMaster1.xml" Id="Rc36ab86d69c74d9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0c80c5ef2d546b1" /><Relationship Type="http://schemas.openxmlformats.org/officeDocument/2006/relationships/notesMaster" Target="/ppt/notesMasters/notesMaster1.xml" Id="R117a625d5f1b478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afdfa4ad78d4db5" /><Relationship Type="http://schemas.openxmlformats.org/officeDocument/2006/relationships/notesMaster" Target="/ppt/notesMasters/notesMaster1.xml" Id="R9196706b49774f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【建议时长】20 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【本页结论】本月完成的是假设BVD模型下的电学建模、匹配、扰动与带约束控制验证，不是实物或临床验证。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各位老师好，我汇报的题目是CTO超声换能器虚拟阻抗建模与自适应驱动控制。第一月工作的核心不是宣称已经得到真实换能器性能，而是建立一条可复现、可审计的虚拟电学链路：从BVD等效电路、L型匹配、参数扰动，到选频、保护和控制策略比较。全篇数值均按文献参考值、假设基线值或扫描变量分类；结构声场、实物换能器和临床结论不在本月证据范围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【看图顺序】先报题目，再主动声明模型边界，最后给出本月主线。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【口径与限制】“CTO”只是应用背景；当前结论仅属于特定小信号线性电学模型。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【教授可能追问】你现在做的是器械设计、软件平台，还是理论模型？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【建议回答】当前是可调参数的虚拟电学仿真与控制原型平台。它能生成可复现数据和控制比较，但尚不是完整功放、结构声场模型或临床器械。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C:/Users/24739/Documents/Codex/2026-08-10/new-chat/CTO_virtual_drive_platform_v2_1/config.yaml</a:t>
            </a:r>
          </a:p>
          <a:p xmlns:a="http://schemas.openxmlformats.org/drawingml/2006/main">
            <a:r>
              <a:t>- C:/Users/24739/Documents/Codex/2026-08-10/new-chat/CTO超声换能器虚拟阻抗建模与自适应驱动控制_第一月计划书.docx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【建议时长】35秒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【本页结论】研究问题是负载等效参数漂移后，如何重新找到受约束的高功率工作点。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【逐字讲稿】项目从一个具体问题出发：换能器等效谐振频率、静态电容或机械损耗变化后，固定0.9 MHz可能偏离当前场景的安全功率峰。为此我把问题拆成五段：BVD给出负载频响；L型网络完成基线窄带匹配；扰动模块改变单一或组合参数；虚拟测量计算阻抗、相位和功率；控制器在0.8到1.0 MHz内选频，并由保护状态机限制幅度。这里优化目标是当前场景的电学有功功率代理，同时满足电压和电流约束。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【看图顺序】沿流程箭头从左到右讲；强调“先模型、后扰动、再控制”。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【口径与限制】最大化的是模型内电学功率代理，不是声功率或治疗效果。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【教授可能追问】为什么不直接用相位等于零作为谐振点？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【建议回答】因为匹配网络改变了测量端口，而且最小相位、最小反射和最大功率对应不同目标函数；后续扫频结果显示它们不总是重合。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【模糊推测】真实负载变化可能表现为BVD参数漂移；具体病变或介质变化与各BVD参数的定量映射尚无实测标定。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C:/Users/24739/Documents/Codex/2026-08-10/new-chat/CTO_virtual_drive_platform_v2_1/config.yaml</a:t>
            </a:r>
          </a:p>
          <a:p xmlns:a="http://schemas.openxmlformats.org/drawingml/2006/main">
            <a:r>
              <a:t>- C:/Users/24739/Documents/Codex/2026-08-10/new-chat/CTO_virtual_drive_platform_v2_1/docs/NEXT_STAGE_REAL_VALIDATION_PLAN.md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【建议时长】55秒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【本页结论】先消除旧参数的物理冲突，再把v2.1参数明确降格为假设基线。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【逐字讲稿】这一页是模型自洽性审计。100 Vpp正弦电压对应35.36 V RMS。如果换能器在0.9 MHz正好处于串联谐振且运动支路电阻只有100欧姆，那么电流约353.6 mA RMS、耗散约12.5 W，这与约5 mA和0.1到0.17 W完全冲突。因此不能同时保留这些条件。v2.1采用反向约束：在100 Vpp、约5 mA的假设工作点附近令端口阻抗约7.07 kΩ，并得到Rm约7.353 kΩ等一组假设参数。它们只用于验证流程和控制逻辑，不能写成真实器件参数。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【看图顺序】先读左侧三行换算，再指出矛盾，最后读右侧v2.1假设基线。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【口径与限制】功率上限0.1768 VA来自视在功率；实际有功功率还要乘功率因数。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【教授可能追问】为什么把Rm设到千欧量级，是否符合真实换能器？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【建议回答】它是满足本次电压、电流量级约束的数学假设，不声称符合真实器件。下一阶段必须用阻抗分析仪数据拟合BVD参数。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【模糊推测】无；本页是单位换算和模型内代数一致性。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C:/Users/24739/Documents/Codex/2026-08-10/new-chat/CTO_virtual_drive_platform_v2_1/config.yaml</a:t>
            </a:r>
          </a:p>
          <a:p xmlns:a="http://schemas.openxmlformats.org/drawingml/2006/main">
            <a:r>
              <a:t>- C:/Users/24739/Documents/Codex/2026-08-10/new-chat/CTO_virtual_drive_platform_v2_1/results/tables/stage1/stage1_resonance_summary.csv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【建议时长】40秒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【本页结论】解析模型与LTspice网表在同一拓扑和参数下实现一致。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【逐字讲稿】阶段一先做裸BVD验证，频率范围0.5到1.5 MHz，共100001个点，对应10 Hz网格。Python按复阻抗公式直接计算，LTspice用AC小信号网表求解。两条曲线在图上重合，最大阻抗幅值相对误差约1.36乘10的负7次方，峰位差小于一个10 Hz网格。这个结果证明两套实现对同一电路的计算一致；它只验证代码和网表，没有验证假设参数代表真实换能器。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【看图顺序】先说明扫描设置，再看曲线重合，最后读误差框和结论边界。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【口径与限制】峰位差“小于10 Hz”受离散网格限制，不能解读为器件频率精度。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【教授可能追问】为什么误差这么小，是否存在同源公式自证？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【建议回答】Python与LTspice是独立求解路径，但拓扑与参数来自同一配置。极小误差说明实现一致，仍需实测数据做外部有效性验证。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C:/Users/24739/Documents/Codex/2026-08-10/new-chat/CTO_virtual_drive_platform_v2_1/evidence/ltspice/stage1/V2_1_STAGE1_audit.json</a:t>
            </a:r>
          </a:p>
          <a:p xmlns:a="http://schemas.openxmlformats.org/drawingml/2006/main">
            <a:r>
              <a:t>- C:/Users/24739/Documents/Codex/2026-08-10/new-chat/CTO_virtual_drive_platform_v2_1/results/tables/stage1/stage1_resonance_summary.csv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【建议时长】约60秒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【本页结论】在0.9000 MHz、同一校准戴维南源和50 Ω源阻抗条件下，v2.1有损L型匹配使P_Rm达到未匹配时的约32.8倍。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【逐字讲稿】这一页比较匹配网络本身带来的变化。全部曲线使用同一个冻结戴维南源，源电压约6.217 V RMS，源阻抗50欧姆。这里的6.217 V是理想源的有效值，100 Vpp则是加入有损匹配后在0.9 MHz得到的换能器端电压，二者测量位置和单位都不同。上图灰色虚线表示未匹配，橙色实线表示v2.1有损匹配，蓝色点线是理想无额外寄生损耗的匹配参考。在相同的0.9000 MHz处，P_Rm从5.186毫瓦提高到170.0毫瓦，约为原来的32.8倍。下图显示匹配网络输入端的反射代理，其定义使用50欧姆实参考阻抗。当前曲线来自已保存的LTspice频域结果，按线性模型的源幅度平方关系换算到统一的校准源条件。P_Rm表示BVD机械支路电阻的有功耗散，不能直接等同于声功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【看图顺序】先读源条件。上图在0.9000 MHz比较未匹配与有损匹配的功率。再看下图输入反射代理。最后区分源电压和换能器端电压。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【数值口径】计算使用Vs=6.217360894531728 V RMS，Rs=50 Ω，显示时将Vs取为6.217。已保存的1 V RMS源数据统一乘Vs²=38.65557649285237得到当前功率。未匹配5.186363126 mW，有损匹配169.999953760 mW，比值32.778258990。归一化的0.134168562 mW和4.397811886 mW仅用于换算说明，不与当前工作点交叉比较。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【电压位置】本页100 Vpp、约5 mA RMS仅描述有损匹配在0.9000 MHz的换能器端工作点，不表示全频段端电压恒定，也不是戴维南源电压。全部曲线冻结同一源参数，没有逐频调整源幅度。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【反射代理】Gamma=abs((Zin-50)/(Zin+50))，Zin为源电阻之后、匹配网络输入端阻抗。线性模型下该代理不随整体源幅度缩放而变化。它不是反射功率的瓦特值。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【参数与限制】Lmatch约106.726 μH，Cmatch约283.599 pF，实际有损网络另含ESR。此处使用假设BVD模型参数，非实测。32.8倍是该工作点的P_Rm比值，不能解释为电声效率增益或临床效应。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【教授可能追问】为什么1 V RMS仿真结果能换算到约6.217 V RMS？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【建议回答】当前电路为线性AC模型，全部电压和电流相量随源幅度成比例，复功率随源幅度平方变化。对所有电路统一使用同一个幅度系数，阻抗、相位和反射代理不变。170 mW对应校准后的源条件，不能标成1 V RMS源条件的直接结果。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【模糊推测】本页不对P_Rm与实际声功率的关系作定量推测。该关系尚需机电声耦合模型和实验标定验证。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C:/Users/24739/Documents/Codex/2026-08-10/new-chat/CTO_virtual_drive_platform_v2_1/evidence/ltspice/stage2/stage2_audit.json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C:/Users/24739/Documents/Codex/2026-08-10/new-chat/outputs/v2_self_consistent_rebuild/stage2_matching/stage2_匹配前后特征汇总.csv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C:/Users/24739/Documents/Codex/2026-08-10/new-chat/outputs/v2_self_consistent_rebuild/stage2_matching/stage2_LTspice逐频数据.csv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【建议时长】55秒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【本页结论】匹配指标必须明确测点：本页讨论戴维南源看到的匹配网络输入阻抗Zin。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【逐字讲稿】这一页专门统一阻抗和相位测点。匹配前，源看到的网络输入阻抗约为6800减j1939欧姆。理想匹配在0.9 MHz附近接近50欧姆；加入电感损耗后得到56.686减j1.067欧姆，也就是56.70欧姆、相位约负1.08度。这里的相位是匹配网络输入相位arg Zin，不是换能器BVD端口相位。两者中间隔着匹配网络，所以数值可以明显不同。后面的相位控制消融也使用arg Zin，并以基准安全功率峰处的负1.0782度为目标。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【看图顺序】先指出测点位置，再比较匹配前、理想匹配和有损匹配三个复阻抗。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【口径与限制】50欧姆是本次假设的戴维南源阻抗，待真实驱动链路确认。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【教授可能追问】为什么换能器端口相位约负16度，而这里接近零？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【建议回答】匹配电感和电容补偿了负载的虚部；源侧Zin相位接近零不意味着换能器自身端口阻抗相位也接近零。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C:/Users/24739/Documents/Codex/2026-08-10/new-chat/CTO_virtual_drive_platform_v2_1/results/tables/stage2/stage2_matching_summary.csv</a:t>
            </a:r>
          </a:p>
          <a:p xmlns:a="http://schemas.openxmlformats.org/drawingml/2006/main">
            <a:r>
              <a:t>- C:/Users/24739/Documents/Codex/2026-08-10/new-chat/outputs/v2_self_consistent_rebuild/active_stage3_5/model_v2_1.py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【建议时长】55秒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【本页结论】单因素扫描把“谁引起峰移、谁改变峰形”从组合失配中分离出来。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【逐字讲稿】这张三层柱图分别给出峰值频率偏移、峰高变化和半高宽变化。最明显的峰位变化来自串联谐振频率下降：fs减5%使安全功率峰约下移45.2 kHz。Rm增加50%时峰位基本不变，但峰高下降约6.36%、半高宽增加约26.5%。匹配电感和电感Q变化主要改变峰高与峰宽，并可能造成小量峰移。C0在本次范围内对功率峰影响很小，所以柱几乎贴近零；这不是没有计算，而是曲线高度重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【看图顺序】从上到下：峰位、峰高、峰宽；每层只点出影响最大的两个因素。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【口径与限制】所有百分比都相对于v2.1基线，并在同一冻结源和匹配网络下计算。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【教授可能追问】为什么图里有的因素没有明显柱形？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【建议回答】数值接近零或被纵轴量程压缩。精确值在趋势表和场景CSV中，不能把视觉上看不见误认为没有仿真。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【模糊推测】真实器件中C0影响可能更强，取决于其实际量级、匹配拓扑和寄生参数；本页不能外推。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C:/Users/24739/Documents/Codex/2026-08-10/new-chat/CTO_virtual_drive_platform_v2_1/results/tables/stage3_disturbance/stage3_trend_table.csv</a:t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C:/Users/24739/Documents/Codex/2026-08-10/new-chat/CTO_virtual_drive_platform_v2_1/results/tables/stage3_disturbance/stage3_scenario_registry_and_summary.csv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【建议时长】55秒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【本页结论】Cm-only正式扫描显示峰位按1/√Cm规律下移，但派生fs与Qm会同步变化。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【逐字讲稿】这里补齐机械支路电容Cm的独立元件扫描。基线峰为0.9000 MHz、170.0 mW；Cm增加5%、10%和20%后，峰位分别约为0.8781、0.8579和0.8214 MHz，峰高分别约164.3、144.3和96.4 mW。总峰移约负78.6 kHz，峰高下降约43.3%。方向与串联谐振频率反比于Cm平方根一致。需要特别说明：这是原始元件层面的Cm-only；因为Lm和Rm被冻结，派生的fs和Qm并不保持不变。未保护的全频a=1扫描还存在Vpp超过160 V的区间，所以安全控制不能直接照搬离线曲线。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【看图顺序】先沿不同颜色找峰位置，再读右侧峰移和峰高摘要，最后说明下方电压电流限制。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【口径与限制】峰值频率按0.1 kHz扫描分辨率保留4位MHz；更高小数不代表更高测量精度。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【教授可能追问】Cm-only为什么不等于只改变谐振频率？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【建议回答】元件只改Cm，但fs=1/(2π√LmCm)、Qm=ωsLm/Rm，因此派生量会变化。若要纯fs扰动，应按约束联合重算Lm和Cm。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C:/Users/24739/Documents/Codex/2026-08-10/new-chat/CTO_virtual_drive_platform_v2_1/results/tables/stage3_disturbance/stage3_cm_only_power_safety_summary.csv</a:t>
            </a:r>
          </a:p>
          <a:p xmlns:a="http://schemas.openxmlformats.org/drawingml/2006/main">
            <a:r>
              <a:t>- C:/Users/24739/Documents/Codex/2026-08-10/new-chat/CTO_virtual_drive_platform_v2_1/figures/stage3_disturbance/cm_only/stage3_07_cm_only_power_and_electrical_limits.png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【建议时长】45秒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【本页结论】高Qm提高频率选择性，但并不自动代表系统整体更优。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【逐字讲稿】Qm敏感性采用500、800、1000三档，并保持fs、Rm和C0不变，通过重新计算Lm和Cm实现。三档峰高都约为170 mW，但半高宽从3.451 kHz缩小到2.144和1.713 kHz。也就是说，高Qm使功率峰更尖，对扫频步长、频率噪声和控制驻留时间提出更严格要求。这里不能把高Q简单解释为系统更好，因为窄峰可能降低扰动后的捕获鲁棒性。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【看图顺序】先看上方功率峰变窄，再看下方阻抗细节，最后读右侧FWHM数值。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【口径与限制】三档是敏感性变体，不是三个实测器件。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【教授可能追问】为什么峰高基本不变、峰宽却变化？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【建议回答】本扫描固定了基准峰处的关键阻性量和谐振频率，Qm主要改变频率选择性，因此峰宽变化更明显。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C:/Users/24739/Documents/Codex/2026-08-10/new-chat/CTO_virtual_drive_platform_v2_1/results/tables/stage3_disturbance/stage3_Qm_500_800_1000_summary.csv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【建议时长】60秒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【本页结论】最大功率、最小绝对相位和最小反射代理是三个不同优化问题。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【逐字讲稿】在每个场景中我先做0.84到0.96 MHz的离线局部扫频，并分别寻找三个特征点。基准场景下，最大功率和最小反射都在约0.900 MHz，而最小绝对输入相位在约0.907 MHz。fs减5%场景在0.5 kHz网格上，最大功率为0.8550 MHz，但最小相位仍在0.9045 MHz，相差49.5 kHz。这里0.8550是粗网格选点；更高分辨率复算得到0.8548 MHz，两者不矛盾。因此相位闭环若以0度为目标，可能锁到低功率点。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【看图顺序】先看基准三点是否重合，再看扰动场景三点分离，最后读49.5 kHz差值。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【口径与限制】图中的相位是匹配网络输入相位；反射量是50欧姆参考下的代理值，不是方向耦合器实测反射功率。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【教授可能追问】既然相位不可靠，为什么还保留相位控制？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【建议回答】它作为计划书要求的消融对照，用基准最大功率点相位作目标并加入局部斜率符号；正式推荐策略仍是直接以功率为目标的扫描辅助P&amp;O。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C:/Users/24739/Documents/Codex/2026-08-10/new-chat/CTO_virtual_drive_platform_v2_1/results/tables/stage3_selection/stage3_initial_three_criteria.csv</a:t>
            </a:r>
          </a:p>
          <a:p xmlns:a="http://schemas.openxmlformats.org/drawingml/2006/main">
            <a:r>
              <a:t>- C:/Users/24739/Documents/Codex/2026-08-10/new-chat/CTO_virtual_drive_platform_v2_1/results/tables/stage3_selection/stage3_three_criteria_all_scenarios.csv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【建议时长】50秒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【本页结论】采用宽窗口粗捕获、窄窗口细化，比固定单一网格更合理。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【逐字讲稿】我比较了0.1、0.5、1和2 kHz步长，以及正负20、50和100 kHz窗口。窗口太窄时，真实峰落在窗外，步长再细也没有意义；窗口扩大后，点数和代理扫描时间增加。图中的时间按每点1.5 ms驻留计算，是算法比较用假设，不是硬件测得。当前代表性设置推荐正负50 kHz、1 kHz步长，共101点、约152 ms代理时间；但汇总表显示它并不能保证覆盖所有极端场景，正负100 kHz才覆盖本次完整场景集。因此控制器采用异常后较宽粗扫，再在候选峰附近缩窗细化。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【看图顺序】先看窗口是否漏峰，再看步长带来的误差，最后看扫描点数与时间。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【口径与限制】1.5 ms每点是【假设控制参数】，真实扫描时间要由测量稳定时间和硬件通信延迟决定。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【教授可能追问】为什么最终不是直接用0.1 kHz、正负100 kHz？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【建议回答】那样精度高但点数和时间开销大。分级扫描先保证捕获，再局部细化，能在覆盖率与代价之间折中。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【模糊推测】真实硬件的最优驻留时间可能显著不同，需用测量噪声和响应时间重新整定。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C:/Users/24739/Documents/Codex/2026-08-10/new-chat/CTO_virtual_drive_platform_v2_1/results/tables/stage3_selection/stage3_window_step_aggregate.csv</a:t>
            </a:r>
          </a:p>
          <a:p xmlns:a="http://schemas.openxmlformats.org/drawingml/2006/main">
            <a:r>
              <a:t>- C:/Users/24739/Documents/Codex/2026-08-10/new-chat/CTO_virtual_drive_platform_v2_1/results/tables/stage3_selection/stage3_window_step_tradeoff.csv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【建议时长】约65秒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【本页结论】fs−5%扰动后，三种策略均先发生保护动作。两种自适应策略随后低幅重扫并在新频率渐升幅度。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本页与后两页使用同一份保存的控制数据，重点看2.4到3.2秒的fs减5%扰动段。图中灰、蓝、红分别是固定频率、周期扫频和扫描辅助P&amp;O。上、中、下三图分别是换能器端电压、端口电流和源幅度命令a。扰动后，保护逻辑判断原驱动幅度不再满足模型约束，进入硬停机，幅度命令归零。之后是低幅保持和渐升。固定频率策略停留在0.9 MHz，最终受软限幅约束。两种自适应策略在软限幅稳定后，以a等于0.40顺序扫描，再在选中的新频率恢复幅度。扫描期间的电压、电流变化全部保留，不能把这些变化都解释为负载再次漂移。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【状态说明】左侧是本段保护过程的简化示意，不是完整状态转移图。HARD_TRIP硬保持约60 ms，RECOVERY_HOLD约100 ms，RAMP_UP每个控制步增加0.05幅度命令。SOFT_FOLDBACK稳定100 ms后允许低幅扫描。NORMAL表示控制器正常工作，不等于已通过连续稳态验收。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【频率冻结口径】普通跟踪在硬停机、恢复保持和初始调幅过程中暂停。保护稳定后可以进行低幅扫描，因此不能说整段保护期间频率始终不变。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【读图提示】控制记录按time_s和duration_s作采样保持绘图，包含CONTROL、SCAN和P&amp;O参考/试探样本。淡色带标出本扰动段两次扫描的时间区间。不是示波器捕获的连续波形，也不重建采样间瞬态。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【电压、电流边界】电压160 Vpp为用户给定的仿真硬边界。电流6 mA RMS硬限以及130 Vpp、5.5 mA RMS软限均为假设控制阈值。幅度a是戴维南源相对冻结基线的比例，不是端口电压本身。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【教授可能追问】为什么存在HARD_TRIP记录，但图中没有超过160 Vpp或6 mA？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【建议回答】模型先评估当前幅度在扰动后的可允许范围，再保存保护处理后的输出。因此保护触发次数与保存样本硬越限次数是不同指标。图中没有越限，不能证明真实系统在采样和执行延迟期间没有过冲。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【模糊推测】本页没有对真实硬件保护速度或安全性作推测。阈值和时序常数是仿真假设。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【数据来源】三页读取同一份已保存控制时序及其逐段、综合验收表。控制时序SHA256：a734eca013d415f7a875c2785068745cd80ad811d7284e893bbcd1e974c5f0a0。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【研究边界】假设BVD线性电学模型，离散准稳态仿真。无实测换能器、硬件闭环或声场安全性证明。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C:/Users/24739/Documents/Codex/2026-08-10/new-chat/ppt_control_fix_20260906/build/data/stage4_control_timeline.csv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C:/Users/24739/Documents/Codex/2026-08-10/new-chat/ppt_control_fix_20260906/build/data/stage5_per_segment_metrics.csv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C:/Users/24739/Documents/Codex/2026-08-10/new-chat/ppt_control_fix_20260906/build/data/stage5_integrated_strategy_table.csv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C:/Users/24739/Documents/Codex/2026-08-10/new-chat/ppt_control_fix_20260906/build/data/stage4_5_audit.json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C:/Users/24739/Documents/Codex/2026-08-10/new-chat/ppt_control_fix_20260906/build/data/run_stage4_5_control.py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【建议时长】45秒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【本页结论】保存的控制时序证明约束已真正进入算法，但反射独立上限和声学约束仍缺失。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【逐字讲稿】为了检验控制是否只是离线argmax，我审计了1795条保存时序。频率始终受0.8到1.0 MHz硬边界限制，幅度命令在0到1之间，并接入130/160 Vpp与5.5/6 mA软硬阈值。全序列峰值电压为130 Vpp、峰值电流为5.124 mA，实际硬越限为零。需要坦白的是，反射代理目前只参与异常投票和重捕获触发，没有独立反射硬上限；壁面声压代理也尚不可用。因此这已经是带电学约束的控制，但还不是完整多物理场安全控制。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【看图顺序】左列讲已接入约束，中列读审计数字，右列主动讲缺口。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【口径与限制】“实际硬越限为零”指这批仿真时序，不等于实物硬件安全。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【教授可能追问】反射功率异常升高的问题是否已经解决？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【建议回答】目前解决到检测层：计算并监测反射代理，用于触发重捕获；尚未定义经实测标定的独立硬上限，这是下一阶段缺口。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C:/Users/24739/Documents/Codex/2026-08-10/new-chat/CTO_virtual_drive_platform_v2_1/results/audits/constrained_control_audit.json</a:t>
            </a:r>
          </a:p>
          <a:p xmlns:a="http://schemas.openxmlformats.org/drawingml/2006/main">
            <a:r>
              <a:t>- C:/Users/24739/Documents/Codex/2026-08-10/new-chat/CTO_virtual_drive_platform_v2_1/results/audits/plan_control_coupling_audit.json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【建议时长】约80秒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【本页结论】两种自适应策略均到达0.8548 MHz新峰位，但在2.4–3.2 s扰动段内都未满足连续10个合格控制样本的稳态验收。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【逐字讲稿】先看上图的离线安全功率曲线。基准峰位在0.9000 MHz，约170.0毫瓦。fs降低5%后，峰位移到0.8548 MHz，约140.2毫瓦，频率下移45.2千赫。中图和下图来自同一份当前控制时序，包含保护、扫描和幅度恢复，不再省略选频过程。P&amp;O在2.9190秒首次以控制动作使用0.8548 MHz，周期扫频对应时刻为2.9770秒，此时两者还在渐升幅度。P&amp;O从3.0390秒开始出现合格NORMAL样本，周期扫频从3.0970秒开始。到3.2秒切换下一扰动时，两者分别只有9个和6个连续合格样本，均不足10个。因此可以说到达了峰位和场景内峰值，不能说本段已经通过稳态验收，也没有可报告的本段验收恢复时间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【验收定义】只统计action=CONTROL、protection_state=NORMAL、frequency_frozen=0、功率捕获率至少98%的记录。相邻CONTROL记录间隔不得超过控制周期的1.5倍，即30 ms。连续10个合格样本才判通过。20 ms控制周期下，10个等间隔样本的首末跨度通常为180 ms。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【本段重新计数】周期扫频：首次控制采用新峰位2.9770 s，首次合格NORMAL样本3.0970 s，最多连续6个，settled=0。P&amp;O：首次控制采用新峰位2.9190 s，首次合格NORMAL样本3.0390 s，最多连续9个，settled=0。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【为什么100%仍未通过】功率捕获率分母是当前场景自身的安全最优P_Rm。尾段100%表示选定的尾段样本达到约140.2 mW，不表示恢复基准170.0 mW，也不表示此前保护和扫描阶段没有功率损失。点值、尾段均值和连续验收是三个不同概念。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【本段未通过的依据】保护保持、幅度渐升和扫描消耗了扰动段内的可用时间。达到合格NORMAL状态后，直到段结束仍不足10个样本。本段记录中不能继续使用旧版“P&amp;O持续周期试探导致未通过”的解释。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【教授可能追问】是否已经证明这两个控制器不能收敛？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【建议回答】没有。这里证明的是它们未在给定0.8 s扰动段内满足既定验收。是否延长驻留时间后通过，需要另做实验，当前不能提前宣称通过。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【模糊推测】延长扰动驻留时间可能改变验收结果，本次尚未做延长窗口实验，不作为已验证结论。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【数据来源】三页读取同一份已保存控制时序及其逐段、综合验收表。控制时序SHA256：a734eca013d415f7a875c2785068745cd80ad811d7284e893bbcd1e974c5f0a0。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【研究边界】假设BVD线性电学模型，离散准稳态仿真。无实测换能器、硬件闭环或声场安全性证明。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C:/Users/24739/Documents/Codex/2026-08-10/new-chat/ppt_control_fix_20260906/build/data/stage4_control_timeline.csv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C:/Users/24739/Documents/Codex/2026-08-10/new-chat/ppt_control_fix_20260906/build/data/stage5_per_segment_metrics.csv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C:/Users/24739/Documents/Codex/2026-08-10/new-chat/ppt_control_fix_20260906/build/data/stage5_integrated_strategy_table.csv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C:/Users/24739/Documents/Codex/2026-08-10/new-chat/ppt_control_fix_20260906/build/data/stage4_5_audit.json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C:/Users/24739/Documents/Codex/2026-08-10/new-chat/ppt_control_fix_20260906/build/data/offline_safe_power_reference.csv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C:/Users/24739/Documents/Codex/2026-08-10/new-chat/ppt_control_fix_20260906/build/control_revision_audit.json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【建议时长】约70秒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【本页结论】两种自适应策略的所选尾段误差为0%，但仍各有未通过连续稳态验收的扰动段，不能仅凭尾段误差作总体优劣判断。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这一页与前两页使用同一份控制运行数据。综合评价包含初始基准之后的7个时间段，每段0.8秒。固定频率的平均尾段功率误差为30.14%，3段未通过。周期扫频和扫描辅助P&amp;O的平均尾段误差均为0%，但分别有2段和3段未通过。这里特别需要区分：尾段误差取选定样本的平均值，连续稳态验收还要求NORMAL状态下连续10个样本达到98%。右侧恢复指标包含未通过惩罚，未通过段计800毫秒，再与其他段取平均，所以345.7、409.0和458.9毫秒不能读成每段都已经成功恢复。当前这些指标不足以支持某个策略总体最优的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统计窗口】尾段功率优先选本段最后25%时间内的NORMAL且频率未冻结CONTROL样本。如果没有，依次退回本段最后5个NORMAL样本，再退回最后5个CONTROL样本。原始CSV字段仍名为steady_error_pct，本页用“尾段误差”避免将其误解为连续验收已经通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【恢复指标口径】对通过的段，当前代码记录合格连续序列起点相对扰动起点的延迟，而不是第10个样本的确认时刻。对未通过的段记800 ms。之后对初始基准后的7段取平均。此项是含惩罚的综合指标，不是全部场景的实测恢复时间。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【安全口径】表中零越限指保存的保护处理后准稳态样本，没有包括采样间瞬态。三策略均接入同一保护逻辑，固定策略指固定频率和固定名义幅度，不表示幅度在保护期间保持不变。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【教授可能追问】为什么周期扫频有2段未通过，尾段误差还能为0？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【建议回答】fs−5%段末已有达到场景峰值的样本，因样本数不足10个而未通过。另一个未通过段为匹配电感+10%。尾段均值不会自动检查连续样本数，也不体现扫描和降幅过程的电能损失。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【进一步评价边界】若要对总体效果排名，还应同时评价全时段功率损失、扫描成本和不同扰动驻留时间。本页不以最短柱或零尾段误差单独判定最优。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【模糊推测】真实噪声、不同驻留时间或控制参数整定可能改变结果，当前尚未验证。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【数据来源】三页读取同一份已保存控制时序及其逐段、综合验收表。控制时序SHA256：a734eca013d415f7a875c2785068745cd80ad811d7284e893bbcd1e974c5f0a0。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【研究边界】假设BVD线性电学模型，离散准稳态仿真。无实测换能器、硬件闭环或声场安全性证明。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C:/Users/24739/Documents/Codex/2026-08-10/new-chat/ppt_control_fix_20260906/build/data/stage4_control_timeline.csv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C:/Users/24739/Documents/Codex/2026-08-10/new-chat/ppt_control_fix_20260906/build/data/stage5_per_segment_metrics.csv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C:/Users/24739/Documents/Codex/2026-08-10/new-chat/ppt_control_fix_20260906/build/data/stage5_integrated_strategy_table.csv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C:/Users/24739/Documents/Codex/2026-08-10/new-chat/ppt_control_fix_20260906/build/data/stage4_5_audit.json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C:/Users/24739/Documents/Codex/2026-08-10/new-chat/ppt_control_fix_20260906/build/data/run_stage4_5_control.py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【建议时长】45秒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【本页结论】已完成电路到FEM的数据字段和相量约定，声学结果仍明确为空。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本月没有运行COMSOL，因此这里不展示声压云图，而是先定义可复现接口。平台从电学场景导出安全工作点、频率以及复端口电压，统一采用RMS和exp正jωt相量约定；预测电流仅作接口校核。EA_IF_V1.0目前包含基准和低中高组合4条记录，字段审计通过。相对声学效率、靶区声压代理和壁面声压代理全部标为NOT_AVAILABLE。接口PASS只表示字段、单位和内部关系一致，不表示已经得到声场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【看图顺序】按左到右数据流讲，读出相量约定，再强调两个NOT_AVAILABLE框。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【口径与限制】FEM输入最终还要与COMSOL/ANSYS中的电极边界、材料极化和谐波约定逐项对齐。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【教授可能追问】既然没有COMSOL，这一页的价值是什么？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【建议回答】先固定接口能避免后续电学量、峰值/RMS和相位符号混乱，并使声场团队可直接读取同一场景工作点。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C:/Users/24739/Documents/Codex/2026-08-10/new-chat/CTO_virtual_drive_platform_v2_1/results/interfaces/electro_acoustic_v1/electro_acoustic_interface_audit.json</a:t>
            </a:r>
          </a:p>
          <a:p xmlns:a="http://schemas.openxmlformats.org/drawingml/2006/main">
            <a:r>
              <a:t>- C:/Users/24739/Documents/Codex/2026-08-10/new-chat/CTO_virtual_drive_platform_v2_1/interfaces/electro_acoustic_v1/interface_field_dictionary.csv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【建议时长】40秒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【本页结论】文献用于证明研究问题合理，不用于伪造未测的器件参数。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文献部分只承担边界性论证：组织或负载的非均匀性、纤维化和钙化可能改变声传播和换能器负载状态；工程上可以把这种变化抽象成谐振频率、损耗和匹配条件的扰动，用于鲁棒性测试。但目前没有证据把某一种病变直接换算成C0增加多少或Rm增加多少。因此PPT把直接文献事实、工程建模假设和待验证关系分开，不做病变到BVD的一一映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【看图顺序】按“文献支持—工程抽象—尚不能证明”三层讲。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【口径与限制】不要在口头汇报中说“钙化导致Rm增加50%”之类定量句子。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【教授可能追问】扰动幅度的医学依据是什么？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【建议回答】当前幅度是扫描变量，用于覆盖控制器压力测试范围，不是从病变分级直接换算。真实映射需负载实验和阻抗测量。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【模糊推测】病变或介质变化可能通过机电负载改变等效BVD参数；具体方向和幅度尚待实验。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C:/Users/24739/Documents/Codex/2026-08-10/new-chat/前视超声治疗.pdf</a:t>
            </a:r>
          </a:p>
          <a:p xmlns:a="http://schemas.openxmlformats.org/drawingml/2006/main">
            <a:r>
              <a:t>- C:/Users/24739/Documents/Codex/2026-08-10/new-chat/High intensity focused ultrasound  Physical principles and devices.pdf</a:t>
            </a:r>
          </a:p>
          <a:p xmlns:a="http://schemas.openxmlformats.org/drawingml/2006/main">
            <a:r>
              <a:t>- C:/Users/24739/Documents/Codex/2026-08-10/new-chat/CTO_virtual_drive_platform_v2_1/docs/NEXT_STAGE_REAL_VALIDATION_PLAN.md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【建议时长】45秒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【本页结论】本月完成可复现电学闭环；下一阶段用实测和多物理场验证外部有效性。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总结本月：已经完成v2.1匹配网络、Python与LTspice交叉验证，C0、Rm、fs、Rs、匹配参数、ESR、Lm和Cm扫描，低中高组合验证，三种选频准则、保护状态机、扫描辅助P&amp;O以及相位闭环消融，并建立电声接口。尚未证明的是假设参数代表实物、P_Rm等于声功率、准稳态时间等于硬件响应、反射代理等于实测反射功率，以及任何临床或治疗结论。下一阶段优先测阻抗并拟合BVD，再做电压电流功率标定、独立反射约束和结构声场网格收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【看图顺序】左列完成项，中列未证明，右列下一步；最后重复结论边界。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【口径与限制】“闭环”指模型—数据—控制—审计闭环，不是临床闭环。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【教授可能追问】如果下个月只能做一件事，优先级是什么？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【建议回答】优先获得真实复阻抗曲线并拟合BVD，因为它决定匹配网络、扰动范围和控制器评价是否具有外部意义。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C:/Users/24739/Documents/Codex/2026-08-10/new-chat/CTO_virtual_drive_platform_v2_1/results/audits/plan_control_coupling_audit.json</a:t>
            </a:r>
          </a:p>
          <a:p xmlns:a="http://schemas.openxmlformats.org/drawingml/2006/main">
            <a:r>
              <a:t>- C:/Users/24739/Documents/Codex/2026-08-10/new-chat/CTO_virtual_drive_platform_v2_1/docs/NEXT_STAGE_REAL_VALIDATION_PLAN.md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【建议时长】答疑30秒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【本页结论】参数来源被强制分为文献参考、假设基线和扫描变量。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如果老师追问参数来源，我展示这张登记表。每一个电路数值都标注来源类别。v2.1的BVD和匹配值是为模型自洽而设的假设基线；扰动比例和控制阈值是扫描变量或假设控制参数；文献只用于说明建模框架和现象背景。没有实测来源的数值不会写成真实器件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【看图顺序】按来源类别列解释，不逐项念完整表格。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【口径与限制】“已登记”不等于“已验证”。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【教授可能追问】哪些参数最需要实测？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【建议回答】优先是复阻抗随频率曲线、源等效阻抗和允许电流；它们决定BVD拟合、匹配和保护阈值。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C:/Users/24739/Documents/Codex/2026-08-10/new-chat/CTO_virtual_drive_platform_v2_1/config.yaml</a:t>
            </a:r>
          </a:p>
          <a:p xmlns:a="http://schemas.openxmlformats.org/drawingml/2006/main">
            <a:r>
              <a:t>- C:/Users/24739/Documents/Codex/2026-08-10/new-chat/CTO_virtual_drive_platform_v2_1/README.md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【建议时长】答疑40秒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【本页结论】单因素用于归因，组合扰动用于压力测试；统一时间序列保证策略公平比较。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左侧是各单因素最高档，右侧是所有策略共同经历的绝对时间扰动序列。单因素扫描回答峰位、峰高和峰宽分别由谁主导；组合场景检验多参数同时失配时控制器能否恢复。右下角基线明确是匹配网络后端的换能器端口量：约7.071 kΩ、相位负15.916度、P_Rm约0.170 W、电流约5 mA RMS、端口约100 Vpp。它不是源侧Zin；源侧Zin见第6页。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【看图顺序】先左侧单因素，再右上统一序列，最后核对右下测点口径。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【口径与限制】组合扰动等级是人为压力测试组合，不代表临床低中高等级。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【教授可能追问】为什么组合扰动不能替代单因素？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【建议回答】组合只能说明系统失配，无法归因。先做单因素才能解释组合结果，并据此设计检测阈值和扫频范围。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C:/Users/24739/Documents/Codex/2026-08-10/new-chat/CTO_virtual_drive_platform_v2_1/results/tables/stage3_disturbance/stage3_scenario_registry_and_summary.csv</a:t>
            </a:r>
          </a:p>
          <a:p xmlns:a="http://schemas.openxmlformats.org/drawingml/2006/main">
            <a:r>
              <a:t>- C:/Users/24739/Documents/Codex/2026-08-10/new-chat/CTO_virtual_drive_platform_v2_1/results/tables/stage4_5/stage4_control_timeline.csv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【建议时长】答疑30秒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【本页结论】三档组合场景均有真实LTspice批处理证据，最大Zin误差远低于5%。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低、中、高组合分别在2001个频点进行LTspice与Python对照，最大输入阻抗相对误差约0.01461%、0.00751%和0.00295%，均低于5%验收线。每档保留cir、raw、log和SHA-256。这里能够排除主要代码实现错误，但仍不能验证假设电路参数的真实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【看图顺序】读三行误差和PASS，再指向运行证据行。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【口径与限制】误差百分数是数值实现一致性，不是模型预测误差。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【教授可能追问】有没有只展示图片、没有原始仿真的风险？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【建议回答】三档都保留LTspice的RAW和Log，并用哈希登记；PNG只是后处理展示。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C:/Users/24739/Documents/Codex/2026-08-10/new-chat/CTO_virtual_drive_platform_v2_1/results/tables/stage3_disturbance/stage3_LTspice_cross_validation.csv</a:t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C:/Users/24739/Documents/Codex/2026-08-10/new-chat/CTO_virtual_drive_platform_v2_1/results/tables/stage3_disturbance/stage3_audit.json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【建议时长】答疑35秒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【本页结论】特征点名称必须连同测点、目标函数和参考阻抗一起报告。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最大功率频率定义为受电压电流约束下P_Rm最大的频点；最小相位频率定义为匹配网络输入相位绝对值最小；最小反射频率定义为相对50欧姆参考阻抗的Gamma代理最小。三者数学目标不同，只有在特定场景中可能重合。因此后续报告不能笼统写“谐振频率”，而要说清是串联谐振、反谐振、相位零点、最小阻抗点还是安全功率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【看图顺序】逐行讲三个argmin/argmax定义，最后总结命名规范。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【口径与限制】反射代理基于简化50欧姆参考，不等于完整功放的实测反射。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【教授可能追问】项目最终以哪个频率作为控制目标？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【建议回答】正式控制目标是当前场景受约束的最大P_Rm频率；相位和反射主要用于状态监测、异常触发和对照。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C:/Users/24739/Documents/Codex/2026-08-10/new-chat/CTO_virtual_drive_platform_v2_1/results/tables/stage3_selection/stage3_initial_three_criteria.csv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【建议时长】答疑50秒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【本页结论】相位控制目标是基准安全功率峰处的arg Zin，并用局部斜率决定频率更新方向。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【逐字讲稿】这里修正两个常见问题。第一，相位变量是匹配网络输入相位phi_in等于arg Zin，也就是arg(V_input/I_source)，不是换能器端口Vport/Iport。第二，目标不是零度，而是基准受约束最大功率点处的负1.0782度。更新量还乘局部dphi/df的符号，因为相位曲线在不同频段斜率可能不同。增益5 Hz每度较平稳；50和100 Hz每度各出现1个错误锁定段，即相位误差已小但P_Rm仍低于0.95P星。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【看图顺序】先读相位定义和测点，再看目标值，最后看增益消融与错误锁定提示。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【口径与限制】相位目标来自假设基线场景，负载大幅变化后未必仍对应最大功率。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【教授可能追问】为什么需要sign(dphi/df)？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【建议回答】同一相位误差在正斜率和负斜率区间需要相反的频率修正方向；不乘斜率符号可能把频率推离目标。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C:/Users/24739/Documents/Codex/2026-08-10/new-chat/CTO_virtual_drive_platform_v2_1/results/phase_ablation/phase_gain_sweep_summary.csv</a:t>
            </a:r>
          </a:p>
          <a:p xmlns:a="http://schemas.openxmlformats.org/drawingml/2006/main">
            <a:r>
              <a:t>- C:/Users/24739/Documents/Codex/2026-08-10/new-chat/CTO_virtual_drive_platform_v2_1/results/phase_ablation/phase_ablation_audit.json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【建议时长】答疑40秒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【本页结论】按计划书口径补齐相位闭环，但当前K5结果弱于周期扫频。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【逐字讲稿】若按计划书原始三策略口径比较固定、周期扫频和相位闭环，固定策略稳态误差30.14%，周期扫频为0，相位K5为39.91%；三者峰值电流均为5.124 mA，实际硬越限为零。相位K5的惩罚恢复时间374.3 ms，但稳态误差较大，因此不能因为时间数字较短就认为更优。正式策略排名仍采用固定、周期扫频和扫描辅助P&amp;O；相位闭环是补充消融。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【看图顺序】先看误差列，再看恢复时间，最后强调正式排名与消融的区别。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【口径与限制】相位K5没有经过面向每个扰动的重新目标整定。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【教授可能追问】为何不把相位闭环作为第三种正式策略？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【建议回答】当前结果证明固定相位目标在峰位漂移场景可能错误锁定。直接以功率为目标的P&amp;O与项目目标更一致，所以相位闭环只作为机制对照。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【模糊推测】若使用在线相位目标重标定或联合功率判据，相位控制表现可能改善；当前尚未验证。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C:/Users/24739/Documents/Codex/2026-08-10/new-chat/CTO_virtual_drive_platform_v2_1/results/tables/stage4_5/plan_fixed_periodic_phase_integrated.csv</a:t>
            </a:r>
          </a:p>
          <a:p xmlns:a="http://schemas.openxmlformats.org/drawingml/2006/main">
            <a:r>
              <a:t>- C:/Users/24739/Documents/Codex/2026-08-10/new-chat/CTO_virtual_drive_platform_v2_1/results/audits/scan_vs_phase_scenario_comparison.csv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【建议时长】答疑30秒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【本页结论】可复现证据以网表、RAW、Log和哈希为主，GUI截图是辅助审计材料。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【逐字讲稿】真实运行痕迹分四层：cir或net记录电路与扫描命令；raw保存仿真数值；log或Error Log证明求解器完成；SHA-256证明交付文件未被替换。LTspice GUI截图用于汇报时直观展示软件版本、打开的网表、波形窗口和Error Log，但不能替代RAW和脚本。当前批处理证据已经保存；若需要带软件界面的截图，需要在本机LTspice中打开对应cir和raw后人工截取。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【看图顺序】按证据等级从原始文件到GUI截图讲。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【口径与限制】Python重绘的PNG不能声称是LTspice GUI截图。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【教授可能追问】如何证明不是虚构曲线？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【建议回答】提交可运行网表、原始RAW、Log、解析脚本、逐点误差表和文件哈希，并现场任选场景复跑。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C:/Users/24739/Documents/Codex/2026-08-10/new-chat/CTO_virtual_drive_platform_v2_1/evidence/ltspice</a:t>
            </a:r>
          </a:p>
          <a:p xmlns:a="http://schemas.openxmlformats.org/drawingml/2006/main">
            <a:r>
              <a:t>- C:/Users/24739/Documents/Codex/2026-08-10/new-chat/CTO_virtual_drive_platform_v2_1/SHA256_文件清单.csv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【建议时长】答疑45秒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【本页结论】所有策略使用同一安全功率参考、稳态窗口和恢复判据。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P星定义为每个扰动场景高分辨率离线扫频得到的安全最大P_Rm。稳态误差取该段最后25%且状态为NORMAL的样本平均；恢复要求P_Rm达到0.98P星并连续保持10个NORMAL样本。过冲按相对P星的正偏差计算；频率饱和统计控制频率是否触及0.8或1.0 MHz；错误相位锁定定义为相位误差已达标但功率低于0.95P星。这些口径写入代码和表格，避免策略间更换评价标准。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【看图顺序】先定义P星，再讲稳态误差和恢复，最后讲饱和与错误锁定。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【口径与限制】98%、10样本和尾段25%都是【假设验收阈值】，不是行业标准。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【教授可能追问】未收敛段如何计入平均恢复时间？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【建议回答】采用预先定义的惩罚恢复时间，并同时单列未收敛段数量，避免丢弃失败段后人为美化平均值。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C:/Users/24739/Documents/Codex/2026-08-10/new-chat/CTO_virtual_drive_platform_v2_1/results/tables/stage4_5/stage4_5_audit.json</a:t>
            </a:r>
          </a:p>
          <a:p xmlns:a="http://schemas.openxmlformats.org/drawingml/2006/main">
            <a:r>
              <a:t>- C:/Users/24739/Documents/Codex/2026-08-10/new-chat/CTO_virtual_drive_platform_v2_1/results/tables/stage4_5/stage5_integrated_strategy_table.csv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【建议时长】答疑30秒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【本页结论】平台采用配置—脚本—数据—图片—审计的单向复现链。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所有任务从统一config.yaml读取假设参数和扫描设置，通过run_all.py调用各阶段脚本，输出独立CSV、JSON、PNG和LTspice证据。README说明运行方法，哈希清单登记关键文件。网页只是读取这些结果进行交互展示，不改变正式基准数据；改变侧栏变量时产生的是临时交互场景，不能冒充已登记的正式扫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【看图顺序】按流程框从配置到审计讲，最后解释网页与正式结果的关系。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【口径与限制】若修改配置或代码，必须重新运行并更新审计与哈希，不能只替换图片。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【教授可能追问】网页滑块是否会自动改变正式图？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【建议回答】交互页面的即时曲线会随当前变量变化；正式单因素图和汇总表来自已登记场景，只有重新运行流程才更新。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C:/Users/24739/Documents/Codex/2026-08-10/new-chat/CTO_virtual_drive_platform_v2_1/run_all.py</a:t>
            </a:r>
          </a:p>
          <a:p xmlns:a="http://schemas.openxmlformats.org/drawingml/2006/main">
            <a:r>
              <a:t>- C:/Users/24739/Documents/Codex/2026-08-10/new-chat/CTO_virtual_drive_platform_v2_1/README.md</a:t>
            </a:r>
          </a:p>
          <a:p xmlns:a="http://schemas.openxmlformats.org/drawingml/2006/main">
            <a:r>
              <a:t>- C:/Users/24739/Documents/Codex/2026-08-10/new-chat/CTO_virtual_drive_platform_v2_1/SHA256_文件清单.csv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【建议时长】答疑35秒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【本页结论】ANSYS/COMSOL部分尚未完成，不能用示意图代替真实求解结果。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结构声场部分当前只能给出需要建立和留痕的清单：软件版本与许可证、完整模型树、几何尺寸、压电材料矩阵与极化方向、电极和机械边界、耦合面与PML、粗中细三档网格、模态列表和关键模态、端口阻抗或导纳、位移幅相、声压云图与轴向曲线、网格收敛表以及Solver Log正常结束页面。只有这些内容真实运行后，才能把电学接口工作点代入并讨论相对声学效率。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【看图顺序】按建模、网格、求解、结果、收敛和日志六类快速讲。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【口径与限制】本页不包含任何真实ANSYS/COMSOL结果；汇报时不得说“已完成声场验证”。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【教授可能追问】为什么没有声压图？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【建议回答】当前没有可信的几何、材料矩阵和边界条件，也没有完成求解。先保留接口和验收清单，比放置不可追溯的示意云图更严谨。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【模糊推测】后续声场峰值可能与电学P_Rm峰不完全重合；必须由耦合模型或查找表验证。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C:/Users/24739/Documents/Codex/2026-08-10/new-chat/CTO_virtual_drive_platform_v2_1/interfaces/electro_acoustic_v1/interface_field_dictionary.csv</a:t>
            </a:r>
          </a:p>
          <a:p xmlns:a="http://schemas.openxmlformats.org/drawingml/2006/main">
            <a:r>
              <a:t>- C:/Users/24739/Documents/Codex/2026-08-10/new-chat/CTO_virtual_drive_platform_v2_1/docs/NEXT_STAGE_REAL_VALIDATION_PLAN.md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1bdd7230154ac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b76cb4a55f4016" /><Relationship Type="http://schemas.openxmlformats.org/officeDocument/2006/relationships/slideLayout" Target="/ppt/slideLayouts/slideLayout1.xml" Id="Ra554c8aa6a774d2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54c8aa6a774d2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99ef7384fa44f4" /><Relationship Type="http://schemas.openxmlformats.org/officeDocument/2006/relationships/notesSlide" Target="/ppt/notesSlides/notesSlide1.xml" Id="R2c9ff0928d3e40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d73e147ea04323" /><Relationship Type="http://schemas.openxmlformats.org/officeDocument/2006/relationships/notesSlide" Target="/ppt/notesSlides/notesSlide2.xml" Id="R507f89c3ae8548a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24378d5abb4c99" /><Relationship Type="http://schemas.openxmlformats.org/officeDocument/2006/relationships/notesSlide" Target="/ppt/notesSlides/notesSlide3.xml" Id="Rf5be195549464d6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22ac4415d245ab" /><Relationship Type="http://schemas.openxmlformats.org/officeDocument/2006/relationships/image" Target="/ppt/media/image.png" Id="Ra692f11e61934af5" /><Relationship Type="http://schemas.openxmlformats.org/officeDocument/2006/relationships/notesSlide" Target="/ppt/notesSlides/notesSlide4.xml" Id="Rf14ae188ca45408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c5d333e2c8451a" /><Relationship Type="http://schemas.openxmlformats.org/officeDocument/2006/relationships/image" Target="/ppt/media/image2.png" Id="Re8d3375c9c0c4a8a" /><Relationship Type="http://schemas.openxmlformats.org/officeDocument/2006/relationships/notesSlide" Target="/ppt/notesSlides/notesSlide5.xml" Id="R0425f153a36b4bb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464fad6a3043de" /><Relationship Type="http://schemas.openxmlformats.org/officeDocument/2006/relationships/chart" Target="/ppt/slides/charts/chart1.xml" Id="R5d1ce0849e834d35" /><Relationship Type="http://schemas.openxmlformats.org/officeDocument/2006/relationships/chart" Target="/ppt/slides/charts/chart2.xml" Id="Re3f28bbb68a9437e" /><Relationship Type="http://schemas.openxmlformats.org/officeDocument/2006/relationships/notesSlide" Target="/ppt/notesSlides/notesSlide6.xml" Id="R5f2c178203c84d5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41f81c0b694265" /><Relationship Type="http://schemas.openxmlformats.org/officeDocument/2006/relationships/notesSlide" Target="/ppt/notesSlides/notesSlide7.xml" Id="R35c1e1808a184bf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ebc33aa35e4b7d" /><Relationship Type="http://schemas.openxmlformats.org/officeDocument/2006/relationships/image" Target="/ppt/media/image3.png" Id="Rf3c2aa084bee44ac" /><Relationship Type="http://schemas.openxmlformats.org/officeDocument/2006/relationships/notesSlide" Target="/ppt/notesSlides/notesSlide8.xml" Id="R7e7b6f65fc8044a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bd65c4f4e94095" /><Relationship Type="http://schemas.openxmlformats.org/officeDocument/2006/relationships/image" Target="/ppt/media/image4.png" Id="Re10132d024264101" /><Relationship Type="http://schemas.openxmlformats.org/officeDocument/2006/relationships/notesSlide" Target="/ppt/notesSlides/notesSlide9.xml" Id="Rcf85ab109f2b43f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c8ebcd1db74f25" /><Relationship Type="http://schemas.openxmlformats.org/officeDocument/2006/relationships/image" Target="/ppt/media/image5.png" Id="R01418c30fc824531" /><Relationship Type="http://schemas.openxmlformats.org/officeDocument/2006/relationships/image" Target="/ppt/media/image6.png" Id="R469863e50ed048e9" /><Relationship Type="http://schemas.openxmlformats.org/officeDocument/2006/relationships/notesSlide" Target="/ppt/notesSlides/notesSlide10.xml" Id="R32efcc5c12c746a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393b37cfa44fbd" /><Relationship Type="http://schemas.openxmlformats.org/officeDocument/2006/relationships/image" Target="/ppt/media/image7.png" Id="R113548924594416a" /><Relationship Type="http://schemas.openxmlformats.org/officeDocument/2006/relationships/notesSlide" Target="/ppt/notesSlides/notesSlide11.xml" Id="Rccc714273459419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1bf7c7262c4710" /><Relationship Type="http://schemas.openxmlformats.org/officeDocument/2006/relationships/image" Target="/ppt/media/image8.png" Id="R5ebe0e222b304695" /><Relationship Type="http://schemas.openxmlformats.org/officeDocument/2006/relationships/notesSlide" Target="/ppt/notesSlides/notesSlide12.xml" Id="R748ddb789891479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1da9257a874e0c" /><Relationship Type="http://schemas.openxmlformats.org/officeDocument/2006/relationships/notesSlide" Target="/ppt/notesSlides/notesSlide13.xml" Id="Re795507fc38d474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cc03e352924ffc" /><Relationship Type="http://schemas.openxmlformats.org/officeDocument/2006/relationships/image" Target="/ppt/media/image9.png" Id="Rf9f781adacd643a6" /><Relationship Type="http://schemas.openxmlformats.org/officeDocument/2006/relationships/notesSlide" Target="/ppt/notesSlides/notesSlide14.xml" Id="Re6af1dd514004c2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78784e3f79404f" /><Relationship Type="http://schemas.openxmlformats.org/officeDocument/2006/relationships/chart" Target="/ppt/slides/charts/chart3.xml" Id="R005c12bbb3884713" /><Relationship Type="http://schemas.openxmlformats.org/officeDocument/2006/relationships/notesSlide" Target="/ppt/notesSlides/notesSlide15.xml" Id="R6196b5642eb4409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cba5d64c3947ce" /><Relationship Type="http://schemas.openxmlformats.org/officeDocument/2006/relationships/notesSlide" Target="/ppt/notesSlides/notesSlide16.xml" Id="Re68abb1c7e4c46e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1ae5845cfa400e" /><Relationship Type="http://schemas.openxmlformats.org/officeDocument/2006/relationships/notesSlide" Target="/ppt/notesSlides/notesSlide17.xml" Id="R78cb952da4ab4b8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3a037285164b00" /><Relationship Type="http://schemas.openxmlformats.org/officeDocument/2006/relationships/notesSlide" Target="/ppt/notesSlides/notesSlide18.xml" Id="R44ca82b0340741c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afb73be286416a" /><Relationship Type="http://schemas.openxmlformats.org/officeDocument/2006/relationships/notesSlide" Target="/ppt/notesSlides/notesSlide19.xml" Id="Re630a1d1676c4cd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f20435fcfb4181" /><Relationship Type="http://schemas.openxmlformats.org/officeDocument/2006/relationships/notesSlide" Target="/ppt/notesSlides/notesSlide20.xml" Id="R2390d8721e324cd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fc8451c6024fc3" /><Relationship Type="http://schemas.openxmlformats.org/officeDocument/2006/relationships/notesSlide" Target="/ppt/notesSlides/notesSlide21.xml" Id="Rf0c4a791a355468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250c597ac74b01" /><Relationship Type="http://schemas.openxmlformats.org/officeDocument/2006/relationships/notesSlide" Target="/ppt/notesSlides/notesSlide22.xml" Id="R72f1acb0c9564cf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5014037c1448c7" /><Relationship Type="http://schemas.openxmlformats.org/officeDocument/2006/relationships/image" Target="/ppt/media/image10.png" Id="R9a17ba4cdd2a4175" /><Relationship Type="http://schemas.openxmlformats.org/officeDocument/2006/relationships/notesSlide" Target="/ppt/notesSlides/notesSlide23.xml" Id="R207b96c4598c4de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05dcf5f48c4079" /><Relationship Type="http://schemas.openxmlformats.org/officeDocument/2006/relationships/chart" Target="/ppt/slides/charts/chart4.xml" Id="R233dc30a167b41e7" /><Relationship Type="http://schemas.openxmlformats.org/officeDocument/2006/relationships/notesSlide" Target="/ppt/notesSlides/notesSlide24.xml" Id="R51dc4830397f4f3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4bb872282c4d85" /><Relationship Type="http://schemas.openxmlformats.org/officeDocument/2006/relationships/image" Target="/ppt/media/image11.png" Id="Rfa9b5c4d794744ae" /><Relationship Type="http://schemas.openxmlformats.org/officeDocument/2006/relationships/image" Target="/ppt/media/image12.png" Id="Rdadb4b343ac9439d" /><Relationship Type="http://schemas.openxmlformats.org/officeDocument/2006/relationships/notesSlide" Target="/ppt/notesSlides/notesSlide25.xml" Id="Rc7ca7c73de2c41f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cb7019bac54b01" /><Relationship Type="http://schemas.openxmlformats.org/officeDocument/2006/relationships/notesSlide" Target="/ppt/notesSlides/notesSlide26.xml" Id="R3d9e44cc7697462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095ae509bc4a46" /><Relationship Type="http://schemas.openxmlformats.org/officeDocument/2006/relationships/notesSlide" Target="/ppt/notesSlides/notesSlide27.xml" Id="R40086d2589244ca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7c467598084bd4" /><Relationship Type="http://schemas.openxmlformats.org/officeDocument/2006/relationships/notesSlide" Target="/ppt/notesSlides/notesSlide28.xml" Id="R92f8472468f145d3" /></Relationships>
</file>

<file path=ppt/slides/charts/chart1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8324D"/>
                </a:solidFill>
              </a:rPr>
              <a:t>匹配后输入阻抗幅值（匹配前量级见右表）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8324D"/>
              </a:solidFill>
            </a:defRPr>
          </a:pPr>
        </a:p>
      </c:txPr>
    </c:title>
    <c:autoTitleDeleted val="0"/>
    <c:plotArea>
      <c:scatterChart>
        <c:scatterStyle val="lineMarker"/>
        <c:varyColors val="1"/>
        <c:ser>
          <c:idx val="0"/>
          <c:order val="0"/>
          <c:tx>
            <c:v>理想匹配</c:v>
          </c:tx>
          <c:spPr>
            <a:ln xmlns:a="http://schemas.openxmlformats.org/drawingml/2006/main" w="23813">
              <a:solidFill>
                <a:srgbClr val="2F75B5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29.933295696028306</c:v>
              </c:pt>
              <c:pt idx="1">
                <c:v>29.860852694883462</c:v>
              </c:pt>
              <c:pt idx="2">
                <c:v>29.7883960937162</c:v>
              </c:pt>
              <c:pt idx="3">
                <c:v>29.715925759507005</c:v>
              </c:pt>
              <c:pt idx="4">
                <c:v>29.643441557908684</c:v>
              </c:pt>
              <c:pt idx="5">
                <c:v>29.57094335323109</c:v>
              </c:pt>
              <c:pt idx="6">
                <c:v>29.498431008421854</c:v>
              </c:pt>
              <c:pt idx="7">
                <c:v>29.425904385052394</c:v>
              </c:pt>
              <c:pt idx="8">
                <c:v>29.35336334329767</c:v>
              </c:pt>
              <c:pt idx="9">
                <c:v>29.280807741919794</c:v>
              </c:pt>
              <c:pt idx="10">
                <c:v>29.20823743825054</c:v>
              </c:pt>
              <c:pt idx="11">
                <c:v>29.135652288171368</c:v>
              </c:pt>
              <c:pt idx="12">
                <c:v>29.063052146096812</c:v>
              </c:pt>
              <c:pt idx="13">
                <c:v>28.9904368649545</c:v>
              </c:pt>
              <c:pt idx="14">
                <c:v>28.917806296166596</c:v>
              </c:pt>
              <c:pt idx="15">
                <c:v>28.845160289629906</c:v>
              </c:pt>
              <c:pt idx="16">
                <c:v>28.77249869369675</c:v>
              </c:pt>
              <c:pt idx="17">
                <c:v>28.69982135515474</c:v>
              </c:pt>
              <c:pt idx="18">
                <c:v>28.62712811920662</c:v>
              </c:pt>
              <c:pt idx="19">
                <c:v>28.554418829449308</c:v>
              </c:pt>
              <c:pt idx="20">
                <c:v>28.481693327852923</c:v>
              </c:pt>
              <c:pt idx="21">
                <c:v>28.408951454740205</c:v>
              </c:pt>
              <c:pt idx="22">
                <c:v>28.336193048764194</c:v>
              </c:pt>
              <c:pt idx="23">
                <c:v>28.26341794688703</c:v>
              </c:pt>
              <c:pt idx="24">
                <c:v>28.190625984356224</c:v>
              </c:pt>
              <c:pt idx="25">
                <c:v>28.117816994684087</c:v>
              </c:pt>
              <c:pt idx="26">
                <c:v>28.044990809622533</c:v>
              </c:pt>
              <c:pt idx="27">
                <c:v>27.97214725914189</c:v>
              </c:pt>
              <c:pt idx="28">
                <c:v>27.899286171404963</c:v>
              </c:pt>
              <c:pt idx="29">
                <c:v>27.826407372745273</c:v>
              </c:pt>
              <c:pt idx="30">
                <c:v>27.753510687640166</c:v>
              </c:pt>
              <c:pt idx="31">
                <c:v>27.680595938688107</c:v>
              </c:pt>
              <c:pt idx="32">
                <c:v>27.607662946581275</c:v>
              </c:pt>
              <c:pt idx="33">
                <c:v>27.534711530081292</c:v>
              </c:pt>
              <c:pt idx="34">
                <c:v>27.461741505993572</c:v>
              </c:pt>
              <c:pt idx="35">
                <c:v>27.388752689138563</c:v>
              </c:pt>
              <c:pt idx="36">
                <c:v>27.31574489232675</c:v>
              </c:pt>
              <c:pt idx="37">
                <c:v>27.24271792633093</c:v>
              </c:pt>
              <c:pt idx="38">
                <c:v>27.16967159985729</c:v>
              </c:pt>
              <c:pt idx="39">
                <c:v>27.096605719518422</c:v>
              </c:pt>
              <c:pt idx="40">
                <c:v>27.02352008980326</c:v>
              </c:pt>
              <c:pt idx="41">
                <c:v>26.950414513049473</c:v>
              </c:pt>
              <c:pt idx="42">
                <c:v>26.877288789411395</c:v>
              </c:pt>
              <c:pt idx="43">
                <c:v>26.80414271683168</c:v>
              </c:pt>
              <c:pt idx="44">
                <c:v>26.730976091010344</c:v>
              </c:pt>
              <c:pt idx="45">
                <c:v>26.657788705372532</c:v>
              </c:pt>
              <c:pt idx="46">
                <c:v>26.584580351037275</c:v>
              </c:pt>
              <c:pt idx="47">
                <c:v>26.511350816785143</c:v>
              </c:pt>
              <c:pt idx="48">
                <c:v>26.438099889025462</c:v>
              </c:pt>
              <c:pt idx="49">
                <c:v>26.36482735176362</c:v>
              </c:pt>
              <c:pt idx="50">
                <c:v>26.291532986564743</c:v>
              </c:pt>
              <c:pt idx="51">
                <c:v>26.218216572521712</c:v>
              </c:pt>
              <c:pt idx="52">
                <c:v>26.144877886218627</c:v>
              </c:pt>
              <c:pt idx="53">
                <c:v>26.07151670169572</c:v>
              </c:pt>
              <c:pt idx="54">
                <c:v>25.99813279041211</c:v>
              </c:pt>
              <c:pt idx="55">
                <c:v>25.92472592120966</c:v>
              </c:pt>
              <c:pt idx="56">
                <c:v>25.851295860274835</c:v>
              </c:pt>
              <c:pt idx="57">
                <c:v>25.777842371100974</c:v>
              </c:pt>
              <c:pt idx="58">
                <c:v>25.70436521444889</c:v>
              </c:pt>
              <c:pt idx="59">
                <c:v>25.63086414830704</c:v>
              </c:pt>
              <c:pt idx="60">
                <c:v>25.55733892785171</c:v>
              </c:pt>
              <c:pt idx="61">
                <c:v>25.4837893054061</c:v>
              </c:pt>
              <c:pt idx="62">
                <c:v>25.410215030398128</c:v>
              </c:pt>
              <c:pt idx="63">
                <c:v>25.336615849317937</c:v>
              </c:pt>
              <c:pt idx="64">
                <c:v>25.262991505675657</c:v>
              </c:pt>
              <c:pt idx="65">
                <c:v>25.189341739955626</c:v>
              </c:pt>
              <c:pt idx="66">
                <c:v>25.11566628957346</c:v>
              </c:pt>
              <c:pt idx="67">
                <c:v>25.041964888829863</c:v>
              </c:pt>
              <c:pt idx="68">
                <c:v>24.968237268863454</c:v>
              </c:pt>
              <c:pt idx="69">
                <c:v>24.894483157605357</c:v>
              </c:pt>
              <c:pt idx="70">
                <c:v>24.820702279728884</c:v>
              </c:pt>
              <c:pt idx="71">
                <c:v>24.74689435660304</c:v>
              </c:pt>
              <c:pt idx="72">
                <c:v>24.67305910624043</c:v>
              </c:pt>
              <c:pt idx="73">
                <c:v>24.599196243248773</c:v>
              </c:pt>
              <c:pt idx="74">
                <c:v>24.525305478777817</c:v>
              </c:pt>
              <c:pt idx="75">
                <c:v>24.45138652046676</c:v>
              </c:pt>
              <c:pt idx="76">
                <c:v>24.37743907239234</c:v>
              </c:pt>
              <c:pt idx="77">
                <c:v>24.30346283501239</c:v>
              </c:pt>
              <c:pt idx="78">
                <c:v>24.22945750511182</c:v>
              </c:pt>
              <c:pt idx="79">
                <c:v>24.15542277574528</c:v>
              </c:pt>
              <c:pt idx="80">
                <c:v>24.08135833617979</c:v>
              </c:pt>
              <c:pt idx="81">
                <c:v>24.007263871836486</c:v>
              </c:pt>
              <c:pt idx="82">
                <c:v>23.93313906423147</c:v>
              </c:pt>
              <c:pt idx="83">
                <c:v>23.85898359091249</c:v>
              </c:pt>
              <c:pt idx="84">
                <c:v>23.784797125400846</c:v>
              </c:pt>
              <c:pt idx="85">
                <c:v>23.710579337124678</c:v>
              </c:pt>
              <c:pt idx="86">
                <c:v>23.636329891356915</c:v>
              </c:pt>
              <c:pt idx="87">
                <c:v>23.5620484491491</c:v>
              </c:pt>
              <c:pt idx="88">
                <c:v>23.487734667265027</c:v>
              </c:pt>
              <c:pt idx="89">
                <c:v>23.413388198111853</c:v>
              </c:pt>
              <c:pt idx="90">
                <c:v>23.339008689671562</c:v>
              </c:pt>
              <c:pt idx="91">
                <c:v>23.264595785430654</c:v>
              </c:pt>
              <c:pt idx="92">
                <c:v>23.19014912430678</c:v>
              </c:pt>
              <c:pt idx="93">
                <c:v>23.1156683405769</c:v>
              </c:pt>
              <c:pt idx="94">
                <c:v>23.041153063802096</c:v>
              </c:pt>
              <c:pt idx="95">
                <c:v>22.966602918750795</c:v>
              </c:pt>
              <c:pt idx="96">
                <c:v>22.892017525322363</c:v>
              </c:pt>
              <c:pt idx="97">
                <c:v>22.81739649846557</c:v>
              </c:pt>
              <c:pt idx="98">
                <c:v>22.742739448100945</c:v>
              </c:pt>
              <c:pt idx="99">
                <c:v>22.668045979035963</c:v>
              </c:pt>
              <c:pt idx="100">
                <c:v>22.593315690882168</c:v>
              </c:pt>
              <c:pt idx="101">
                <c:v>22.51854817796998</c:v>
              </c:pt>
              <c:pt idx="102">
                <c:v>22.443743029260094</c:v>
              </c:pt>
              <c:pt idx="103">
                <c:v>22.36889982825575</c:v>
              </c:pt>
              <c:pt idx="104">
                <c:v>22.29401815291176</c:v>
              </c:pt>
              <c:pt idx="105">
                <c:v>22.21909757554125</c:v>
              </c:pt>
              <c:pt idx="106">
                <c:v>22.144137662721743</c:v>
              </c:pt>
              <c:pt idx="107">
                <c:v>22.06913797519866</c:v>
              </c:pt>
              <c:pt idx="108">
                <c:v>21.994098067787082</c:v>
              </c:pt>
              <c:pt idx="109">
                <c:v>21.919017489272175</c:v>
              </c:pt>
              <c:pt idx="110">
                <c:v>21.84389578230503</c:v>
              </c:pt>
              <c:pt idx="111">
                <c:v>21.76873248330078</c:v>
              </c:pt>
              <c:pt idx="112">
                <c:v>21.69352712232986</c:v>
              </c:pt>
              <c:pt idx="113">
                <c:v>21.618279223010415</c:v>
              </c:pt>
              <c:pt idx="114">
                <c:v>21.54298830239808</c:v>
              </c:pt>
              <c:pt idx="115">
                <c:v>21.46765387087117</c:v>
              </c:pt>
              <c:pt idx="116">
                <c:v>21.392275432016152</c:v>
              </c:pt>
              <c:pt idx="117">
                <c:v>21.31685248250935</c:v>
              </c:pt>
              <c:pt idx="118">
                <c:v>21.241384511996994</c:v>
              </c:pt>
              <c:pt idx="119">
                <c:v>21.165871002971816</c:v>
              </c:pt>
              <c:pt idx="120">
                <c:v>21.090311430647315</c:v>
              </c:pt>
              <c:pt idx="121">
                <c:v>21.0147052628314</c:v>
              </c:pt>
              <c:pt idx="122">
                <c:v>20.93905195979274</c:v>
              </c:pt>
              <c:pt idx="123">
                <c:v>20.863350974129474</c:v>
              </c:pt>
              <c:pt idx="124">
                <c:v>20.78760175063206</c:v>
              </c:pt>
              <c:pt idx="125">
                <c:v>20.71180372614303</c:v>
              </c:pt>
              <c:pt idx="126">
                <c:v>20.6359563294165</c:v>
              </c:pt>
              <c:pt idx="127">
                <c:v>20.56005898097121</c:v>
              </c:pt>
              <c:pt idx="128">
                <c:v>20.484111092942832</c:v>
              </c:pt>
              <c:pt idx="129">
                <c:v>20.40811206893198</c:v>
              </c:pt>
              <c:pt idx="130">
                <c:v>20.332061303849162</c:v>
              </c:pt>
              <c:pt idx="131">
                <c:v>20.255958183756483</c:v>
              </c:pt>
              <c:pt idx="132">
                <c:v>20.17980208570583</c:v>
              </c:pt>
              <c:pt idx="133">
                <c:v>20.10359237757379</c:v>
              </c:pt>
              <c:pt idx="134">
                <c:v>20.02732841789225</c:v>
              </c:pt>
              <c:pt idx="135">
                <c:v>19.951009555675167</c:v>
              </c:pt>
              <c:pt idx="136">
                <c:v>19.874635130243416</c:v>
              </c:pt>
              <c:pt idx="137">
                <c:v>19.79820447104287</c:v>
              </c:pt>
              <c:pt idx="138">
                <c:v>19.72171689746104</c:v>
              </c:pt>
              <c:pt idx="139">
                <c:v>19.645171718637613</c:v>
              </c:pt>
              <c:pt idx="140">
                <c:v>19.568568233271556</c:v>
              </c:pt>
              <c:pt idx="141">
                <c:v>19.491905729425028</c:v>
              </c:pt>
              <c:pt idx="142">
                <c:v>19.415183484320206</c:v>
              </c:pt>
              <c:pt idx="143">
                <c:v>19.338400764133727</c:v>
              </c:pt>
              <c:pt idx="144">
                <c:v>19.261556823786393</c:v>
              </c:pt>
              <c:pt idx="145">
                <c:v>19.18465090672615</c:v>
              </c:pt>
              <c:pt idx="146">
                <c:v>19.10768224470796</c:v>
              </c:pt>
              <c:pt idx="147">
                <c:v>19.030650057568188</c:v>
              </c:pt>
              <c:pt idx="148">
                <c:v>18.95355355299396</c:v>
              </c:pt>
              <c:pt idx="149">
                <c:v>18.876391926285276</c:v>
              </c:pt>
              <c:pt idx="150">
                <c:v>18.799164360114858</c:v>
              </c:pt>
              <c:pt idx="151">
                <c:v>18.72187002427953</c:v>
              </c:pt>
              <c:pt idx="152">
                <c:v>18.644508075447405</c:v>
              </c:pt>
              <c:pt idx="153">
                <c:v>18.56707765689829</c:v>
              </c:pt>
              <c:pt idx="154">
                <c:v>18.48957789825901</c:v>
              </c:pt>
              <c:pt idx="155">
                <c:v>18.41200791523098</c:v>
              </c:pt>
              <c:pt idx="156">
                <c:v>18.33436680931167</c:v>
              </c:pt>
              <c:pt idx="157">
                <c:v>18.2566536675116</c:v>
              </c:pt>
              <c:pt idx="158">
                <c:v>18.17886756206044</c:v>
              </c:pt>
              <c:pt idx="159">
                <c:v>18.101007550110435</c:v>
              </c:pt>
              <c:pt idx="160">
                <c:v>18.023072673429354</c:v>
              </c:pt>
              <c:pt idx="161">
                <c:v>17.945061958087646</c:v>
              </c:pt>
              <c:pt idx="162">
                <c:v>17.86697441413718</c:v>
              </c:pt>
              <c:pt idx="163">
                <c:v>17.788809035283723</c:v>
              </c:pt>
              <c:pt idx="164">
                <c:v>17.71056479854872</c:v>
              </c:pt>
              <c:pt idx="165">
                <c:v>17.6322406639255</c:v>
              </c:pt>
              <c:pt idx="166">
                <c:v>17.553835574025356</c:v>
              </c:pt>
              <c:pt idx="167">
                <c:v>17.47534845371444</c:v>
              </c:pt>
              <c:pt idx="168">
                <c:v>17.39677820974459</c:v>
              </c:pt>
              <c:pt idx="169">
                <c:v>17.318123730370466</c:v>
              </c:pt>
              <c:pt idx="170">
                <c:v>17.239383884960844</c:v>
              </c:pt>
              <c:pt idx="171">
                <c:v>17.160557523598214</c:v>
              </c:pt>
              <c:pt idx="172">
                <c:v>17.081643476669633</c:v>
              </c:pt>
              <c:pt idx="173">
                <c:v>17.002640554444763</c:v>
              </c:pt>
              <c:pt idx="174">
                <c:v>16.923547546646443</c:v>
              </c:pt>
              <c:pt idx="175">
                <c:v>16.844363222008447</c:v>
              </c:pt>
              <c:pt idx="176">
                <c:v>16.76508632782065</c:v>
              </c:pt>
              <c:pt idx="177">
                <c:v>16.685715589466295</c:v>
              </c:pt>
              <c:pt idx="178">
                <c:v>16.606249709942595</c:v>
              </c:pt>
              <c:pt idx="179">
                <c:v>16.52668736937343</c:v>
              </c:pt>
              <c:pt idx="180">
                <c:v>16.44702722450616</c:v>
              </c:pt>
              <c:pt idx="181">
                <c:v>16.367267908196453</c:v>
              </c:pt>
              <c:pt idx="182">
                <c:v>16.28740802887992</c:v>
              </c:pt>
              <c:pt idx="183">
                <c:v>16.207446170028927</c:v>
              </c:pt>
              <c:pt idx="184">
                <c:v>16.127380889596868</c:v>
              </c:pt>
              <c:pt idx="185">
                <c:v>16.047210719445253</c:v>
              </c:pt>
              <c:pt idx="186">
                <c:v>15.966934164756944</c:v>
              </c:pt>
              <c:pt idx="187">
                <c:v>15.88654970343426</c:v>
              </c:pt>
              <c:pt idx="188">
                <c:v>15.806055785480236</c:v>
              </c:pt>
              <c:pt idx="189">
                <c:v>15.725450832362784</c:v>
              </c:pt>
              <c:pt idx="190">
                <c:v>15.644733236362</c:v>
              </c:pt>
              <c:pt idx="191">
                <c:v>15.563901359900697</c:v>
              </c:pt>
              <c:pt idx="192">
                <c:v>15.4829535348555</c:v>
              </c:pt>
              <c:pt idx="193">
                <c:v>15.40188806185004</c:v>
              </c:pt>
              <c:pt idx="194">
                <c:v>15.320703209528212</c:v>
              </c:pt>
              <c:pt idx="195">
                <c:v>15.239397213807257</c:v>
              </c:pt>
              <c:pt idx="196">
                <c:v>15.157968277111454</c:v>
              </c:pt>
              <c:pt idx="197">
                <c:v>15.07641456758271</c:v>
              </c:pt>
              <c:pt idx="198">
                <c:v>14.994734218271175</c:v>
              </c:pt>
              <c:pt idx="199">
                <c:v>14.912925326301584</c:v>
              </c:pt>
              <c:pt idx="200">
                <c:v>14.83098595201716</c:v>
              </c:pt>
              <c:pt idx="201">
                <c:v>14.748914118100258</c:v>
              </c:pt>
              <c:pt idx="202">
                <c:v>14.666707808666137</c:v>
              </c:pt>
              <c:pt idx="203">
                <c:v>14.584364968331736</c:v>
              </c:pt>
              <c:pt idx="204">
                <c:v>14.501883501260721</c:v>
              </c:pt>
              <c:pt idx="205">
                <c:v>14.419261270176488</c:v>
              </c:pt>
              <c:pt idx="206">
                <c:v>14.33649609535126</c:v>
              </c:pt>
              <c:pt idx="207">
                <c:v>14.253585753564515</c:v>
              </c:pt>
              <c:pt idx="208">
                <c:v>14.170527977030465</c:v>
              </c:pt>
              <c:pt idx="209">
                <c:v>14.08732045229611</c:v>
              </c:pt>
              <c:pt idx="210">
                <c:v>14.003960819106188</c:v>
              </c:pt>
              <c:pt idx="211">
                <c:v>13.920446669236943</c:v>
              </c:pt>
              <c:pt idx="212">
                <c:v>13.836775545293653</c:v>
              </c:pt>
              <c:pt idx="213">
                <c:v>13.752944939474483</c:v>
              </c:pt>
              <c:pt idx="214">
                <c:v>13.668952292298387</c:v>
              </c:pt>
              <c:pt idx="215">
                <c:v>13.584794991292831</c:v>
              </c:pt>
              <c:pt idx="216">
                <c:v>13.500470369647452</c:v>
              </c:pt>
              <c:pt idx="217">
                <c:v>13.415975704823186</c:v>
              </c:pt>
              <c:pt idx="218">
                <c:v>13.331308217124299</c:v>
              </c:pt>
              <c:pt idx="219">
                <c:v>13.246465068224575</c:v>
              </c:pt>
              <c:pt idx="220">
                <c:v>13.16144335965114</c:v>
              </c:pt>
              <c:pt idx="221">
                <c:v>13.076240131223972</c:v>
              </c:pt>
              <c:pt idx="222">
                <c:v>12.990852359446656</c:v>
              </c:pt>
              <c:pt idx="223">
                <c:v>12.905276955850146</c:v>
              </c:pt>
              <c:pt idx="224">
                <c:v>12.819510765286878</c:v>
              </c:pt>
              <c:pt idx="225">
                <c:v>12.733550564172756</c:v>
              </c:pt>
              <c:pt idx="226">
                <c:v>12.647393058676416</c:v>
              </c:pt>
              <c:pt idx="227">
                <c:v>12.561034882854939</c:v>
              </c:pt>
              <c:pt idx="228">
                <c:v>12.474472596731125</c:v>
              </c:pt>
              <c:pt idx="229">
                <c:v>12.387702684314178</c:v>
              </c:pt>
              <c:pt idx="230">
                <c:v>12.300721551559917</c:v>
              </c:pt>
              <c:pt idx="231">
                <c:v>12.213525524269874</c:v>
              </c:pt>
              <c:pt idx="232">
                <c:v>12.126110845925963</c:v>
              </c:pt>
              <c:pt idx="233">
                <c:v>12.0384736754585</c:v>
              </c:pt>
              <c:pt idx="234">
                <c:v>11.950610084949915</c:v>
              </c:pt>
              <c:pt idx="235">
                <c:v>11.862516057265363</c:v>
              </c:pt>
              <c:pt idx="236">
                <c:v>11.774187483614316</c:v>
              </c:pt>
              <c:pt idx="237">
                <c:v>11.6856201610374</c:v>
              </c:pt>
              <c:pt idx="238">
                <c:v>11.596809789816703</c:v>
              </c:pt>
              <c:pt idx="239">
                <c:v>11.507751970810604</c:v>
              </c:pt>
              <c:pt idx="240">
                <c:v>11.418442202706975</c:v>
              </c:pt>
              <c:pt idx="241">
                <c:v>11.328875879194843</c:v>
              </c:pt>
              <c:pt idx="242">
                <c:v>11.239048286052126</c:v>
              </c:pt>
              <c:pt idx="243">
                <c:v>11.148954598147622</c:v>
              </c:pt>
              <c:pt idx="244">
                <c:v>11.05858987635489</c:v>
              </c:pt>
              <c:pt idx="245">
                <c:v>10.967949064374954</c:v>
              </c:pt>
              <c:pt idx="246">
                <c:v>10.877026985468992</c:v>
              </c:pt>
              <c:pt idx="247">
                <c:v>10.78581833909724</c:v>
              </c:pt>
              <c:pt idx="248">
                <c:v>10.69431769746033</c:v>
              </c:pt>
              <c:pt idx="249">
                <c:v>10.602519501946034</c:v>
              </c:pt>
              <c:pt idx="250">
                <c:v>10.510418059478456</c:v>
              </c:pt>
              <c:pt idx="251">
                <c:v>10.41800753876515</c:v>
              </c:pt>
              <c:pt idx="252">
                <c:v>10.325281966447399</c:v>
              </c:pt>
              <c:pt idx="253">
                <c:v>10.232235223148072</c:v>
              </c:pt>
              <c:pt idx="254">
                <c:v>10.138861039420368</c:v>
              </c:pt>
              <c:pt idx="255">
                <c:v>10.045152991593142</c:v>
              </c:pt>
              <c:pt idx="256">
                <c:v>9.951104497522179</c:v>
              </c:pt>
              <c:pt idx="257">
                <c:v>9.856708812238658</c:v>
              </c:pt>
              <c:pt idx="258">
                <c:v>9.761959023504495</c:v>
              </c:pt>
              <c:pt idx="259">
                <c:v>9.666848047273735</c:v>
              </c:pt>
              <c:pt idx="260">
                <c:v>9.57136862306627</c:v>
              </c:pt>
              <c:pt idx="261">
                <c:v>9.475513309259734</c:v>
              </c:pt>
              <c:pt idx="262">
                <c:v>9.37927447829931</c:v>
              </c:pt>
              <c:pt idx="263">
                <c:v>9.28264431184519</c:v>
              </c:pt>
              <c:pt idx="264">
                <c:v>9.185614795856681</c:v>
              </c:pt>
              <c:pt idx="265">
                <c:v>9.088177715630176</c:v>
              </c:pt>
              <c:pt idx="266">
                <c:v>8.990324650805476</c:v>
              </c:pt>
              <c:pt idx="267">
                <c:v>8.892046970355896</c:v>
              </c:pt>
              <c:pt idx="268">
                <c:v>8.79333582758122</c:v>
              </c:pt>
              <c:pt idx="269">
                <c:v>8.694182155131838</c:v>
              </c:pt>
              <c:pt idx="270">
                <c:v>8.594576660088515</c:v>
              </c:pt>
              <c:pt idx="271">
                <c:v>8.494509819131723</c:v>
              </c:pt>
              <c:pt idx="272">
                <c:v>8.393971873842146</c:v>
              </c:pt>
              <c:pt idx="273">
                <c:v>8.292952826175028</c:v>
              </c:pt>
              <c:pt idx="274">
                <c:v>8.191442434163912</c:v>
              </c:pt>
              <c:pt idx="275">
                <c:v>8.089430207916058</c:v>
              </c:pt>
              <c:pt idx="276">
                <c:v>7.986905405973476</c:v>
              </c:pt>
              <c:pt idx="277">
                <c:v>7.883857032126347</c:v>
              </c:pt>
              <c:pt idx="278">
                <c:v>7.780273832774791</c:v>
              </c:pt>
              <c:pt idx="279">
                <c:v>7.67614429496362</c:v>
              </c:pt>
              <c:pt idx="280">
                <c:v>7.571456645219476</c:v>
              </c:pt>
              <c:pt idx="281">
                <c:v>7.466198849356988</c:v>
              </c:pt>
              <c:pt idx="282">
                <c:v>7.360358613437735</c:v>
              </c:pt>
              <c:pt idx="283">
                <c:v>7.253923386102806</c:v>
              </c:pt>
              <c:pt idx="284">
                <c:v>7.146880362536993</c:v>
              </c:pt>
              <c:pt idx="285">
                <c:v>7.039216490369088</c:v>
              </c:pt>
              <c:pt idx="286">
                <c:v>6.930918477859317</c:v>
              </c:pt>
              <c:pt idx="287">
                <c:v>6.821972804799009</c:v>
              </c:pt>
              <c:pt idx="288">
                <c:v>6.712365736607924</c:v>
              </c:pt>
              <c:pt idx="289">
                <c:v>6.602083342224224</c:v>
              </c:pt>
              <c:pt idx="290">
                <c:v>6.49111151646443</c:v>
              </c:pt>
              <c:pt idx="291">
                <c:v>6.379436007685711</c:v>
              </c:pt>
              <c:pt idx="292">
                <c:v>6.2670424517118954</c:v>
              </c:pt>
              <c:pt idx="293">
                <c:v>6.153916413192014</c:v>
              </c:pt>
              <c:pt idx="294">
                <c:v>6.040043435775271</c:v>
              </c:pt>
              <c:pt idx="295">
                <c:v>5.9254091027626785</c:v>
              </c:pt>
              <c:pt idx="296">
                <c:v>5.809999110227258</c:v>
              </c:pt>
              <c:pt idx="297">
                <c:v>5.693799355016205</c:v>
              </c:pt>
              <c:pt idx="298">
                <c:v>5.5767960405304375</c:v>
              </c:pt>
              <c:pt idx="299">
                <c:v>5.4589758038146785</c:v>
              </c:pt>
              <c:pt idx="300">
                <c:v>5.340325868250144</c:v>
              </c:pt>
              <c:pt idx="301">
                <c:v>5.220834227090978</c:v>
              </c:pt>
              <c:pt idx="302">
                <c:v>5.1004898642824275</c:v>
              </c:pt>
              <c:pt idx="303">
                <c:v>4.979283020482865</c:v>
              </c:pt>
              <c:pt idx="304">
                <c:v>4.857205514100672</c:v>
              </c:pt>
              <c:pt idx="305">
                <c:v>4.734251129519744</c:v>
              </c:pt>
              <c:pt idx="306">
                <c:v>4.6104160877348335</c:v>
              </c:pt>
              <c:pt idx="307">
                <c:v>4.485699618467322</c:v>
              </c:pt>
              <c:pt idx="308">
                <c:v>4.360104657823099</c:v>
              </c:pt>
              <c:pt idx="309">
                <c:v>4.233638701976507</c:v>
              </c:pt>
              <c:pt idx="310">
                <c:v>4.106314855713316</c:v>
              </c:pt>
              <c:pt idx="311">
                <c:v>3.9781531255733027</c:v>
              </c:pt>
              <c:pt idx="312">
                <c:v>3.849182021644736</c:v>
              </c:pt>
              <c:pt idx="313">
                <c:v>3.7194405509306545</c:v>
              </c:pt>
              <c:pt idx="314">
                <c:v>3.5889807102110565</c:v>
              </c:pt>
              <c:pt idx="315">
                <c:v>3.4578706195478066</c:v>
              </c:pt>
              <c:pt idx="316">
                <c:v>3.3261984818804664</c:v>
              </c:pt>
              <c:pt idx="317">
                <c:v>3.194077613245926</c:v>
              </c:pt>
              <c:pt idx="318">
                <c:v>3.061652866889973</c:v>
              </c:pt>
              <c:pt idx="319">
                <c:v>2.9291088788780457</c:v>
              </c:pt>
              <c:pt idx="320">
                <c:v>2.7966806995409677</c:v>
              </c:pt>
              <c:pt idx="321">
                <c:v>2.6646675505582964</c:v>
              </c:pt>
              <c:pt idx="322">
                <c:v>2.5334506639914016</c:v>
              </c:pt>
              <c:pt idx="323">
                <c:v>2.403516407398396</c:v>
              </c:pt>
              <c:pt idx="324">
                <c:v>2.2754861386758845</c:v>
              </c:pt>
              <c:pt idx="325">
                <c:v>2.1501543600424795</c:v>
              </c:pt>
              <c:pt idx="326">
                <c:v>2.0285365132940565</c:v>
              </c:pt>
              <c:pt idx="327">
                <c:v>1.9119266896192306</c:v>
              </c:pt>
              <c:pt idx="328">
                <c:v>1.8019627215182292</c:v>
              </c:pt>
              <c:pt idx="329">
                <c:v>1.7006901782120865</c:v>
              </c:pt>
              <c:pt idx="330">
                <c:v>1.610606110808196</c:v>
              </c:pt>
              <c:pt idx="331">
                <c:v>1.5346478429489772</c:v>
              </c:pt>
              <c:pt idx="332">
                <c:v>1.4760770476840623</c:v>
              </c:pt>
              <c:pt idx="333">
                <c:v>1.4382111550085404</c:v>
              </c:pt>
              <c:pt idx="334">
                <c:v>1.4239980291122973</c:v>
              </c:pt>
              <c:pt idx="335">
                <c:v>1.4355238737859757</c:v>
              </c:pt>
              <c:pt idx="336">
                <c:v>1.4736370443730742</c:v>
              </c:pt>
              <c:pt idx="337">
                <c:v>1.5378628801131418</c:v>
              </c:pt>
              <c:pt idx="338">
                <c:v>1.6266434680325217</c:v>
              </c:pt>
              <c:pt idx="339">
                <c:v>1.737770293261943</c:v>
              </c:pt>
              <c:pt idx="340">
                <c:v>1.8688225948514052</c:v>
              </c:pt>
              <c:pt idx="341">
                <c:v>2.017488965853688</c:v>
              </c:pt>
              <c:pt idx="342">
                <c:v>2.18174504737466</c:v>
              </c:pt>
              <c:pt idx="343">
                <c:v>2.3599181896335115</c:v>
              </c:pt>
              <c:pt idx="344">
                <c:v>2.550683908509251</c:v>
              </c:pt>
              <c:pt idx="345">
                <c:v>2.7530300439850075</c:v>
              </c:pt>
              <c:pt idx="346">
                <c:v>2.9662107910801487</c:v>
              </c:pt>
              <c:pt idx="347">
                <c:v>3.1897019543804634</c:v>
              </c:pt>
              <c:pt idx="348">
                <c:v>3.423162131137736</c:v>
              </c:pt>
              <c:pt idx="349">
                <c:v>3.666401039473744</c:v>
              </c:pt>
              <c:pt idx="350">
                <c:v>3.91935462661353</c:v>
              </c:pt>
              <c:pt idx="351">
                <c:v>4.182066018206718</c:v>
              </c:pt>
              <c:pt idx="352">
                <c:v>4.454671273081024</c:v>
              </c:pt>
              <c:pt idx="353">
                <c:v>4.737389008022157</c:v>
              </c:pt>
              <c:pt idx="354">
                <c:v>5.030513119081836</c:v>
              </c:pt>
              <c:pt idx="355">
                <c:v>5.334407990047843</c:v>
              </c:pt>
              <c:pt idx="356">
                <c:v>5.649505722655901</c:v>
              </c:pt>
              <c:pt idx="357">
                <c:v>5.97630504155356</c:v>
              </c:pt>
              <c:pt idx="358">
                <c:v>6.31537162139751</c:v>
              </c:pt>
              <c:pt idx="359">
                <c:v>6.667339657615364</c:v>
              </c:pt>
              <c:pt idx="360">
                <c:v>7.032914560501259</c:v>
              </c:pt>
              <c:pt idx="361">
                <c:v>7.412876697924851</c:v>
              </c:pt>
              <c:pt idx="362">
                <c:v>7.808086148103248</c:v>
              </c:pt>
              <c:pt idx="363">
                <c:v>8.219488452662326</c:v>
              </c:pt>
              <c:pt idx="364">
                <c:v>8.648121383201447</c:v>
              </c:pt>
              <c:pt idx="365">
                <c:v>9.09512275267727</c:v>
              </c:pt>
              <c:pt idx="366">
                <c:v>9.561739316425973</c:v>
              </c:pt>
              <c:pt idx="367">
                <c:v>10.04933681648277</c:v>
              </c:pt>
              <c:pt idx="368">
                <c:v>10.559411225845347</c:v>
              </c:pt>
              <c:pt idx="369">
                <c:v>11.093601245147857</c:v>
              </c:pt>
              <c:pt idx="370">
                <c:v>11.65370208973334</c:v>
              </c:pt>
              <c:pt idx="371">
                <c:v>12.241680576481867</c:v>
              </c:pt>
              <c:pt idx="372">
                <c:v>12.859691470750702</c:v>
              </c:pt>
              <c:pt idx="373">
                <c:v>13.510094975680149</c:v>
              </c:pt>
              <c:pt idx="374">
                <c:v>14.195475126514438</c:v>
              </c:pt>
              <c:pt idx="375">
                <c:v>14.918658673782174</c:v>
              </c:pt>
              <c:pt idx="376">
                <c:v>15.682733776325495</c:v>
              </c:pt>
              <c:pt idx="377">
                <c:v>16.491067443885218</c:v>
              </c:pt>
              <c:pt idx="378">
                <c:v>17.3473201208489</c:v>
              </c:pt>
              <c:pt idx="379">
                <c:v>18.25545502234968</c:v>
              </c:pt>
              <c:pt idx="380">
                <c:v>19.2197387321601</c:v>
              </c:pt>
              <c:pt idx="381">
                <c:v>20.24472803058737</c:v>
              </c:pt>
              <c:pt idx="382">
                <c:v>21.335235789175634</c:v>
              </c:pt>
              <c:pt idx="383">
                <c:v>22.496265861890542</c:v>
              </c:pt>
              <c:pt idx="384">
                <c:v>23.732903012302263</c:v>
              </c:pt>
              <c:pt idx="385">
                <c:v>25.050138847878724</c:v>
              </c:pt>
              <c:pt idx="386">
                <c:v>26.452608385955067</c:v>
              </c:pt>
              <c:pt idx="387">
                <c:v>27.944204417532152</c:v>
              </c:pt>
              <c:pt idx="388">
                <c:v>29.5275290140247</c:v>
              </c:pt>
              <c:pt idx="389">
                <c:v>31.203135217158092</c:v>
              </c:pt>
              <c:pt idx="390">
                <c:v>32.968511010690996</c:v>
              </c:pt>
              <c:pt idx="391">
                <c:v>34.816769021874954</c:v>
              </c:pt>
              <c:pt idx="392">
                <c:v>36.73504007640931</c:v>
              </c:pt>
              <c:pt idx="393">
                <c:v>38.70264177726485</c:v>
              </c:pt>
              <c:pt idx="394">
                <c:v>40.6892202079789</c:v>
              </c:pt>
              <c:pt idx="395">
                <c:v>42.65324907632161</c:v>
              </c:pt>
              <c:pt idx="396">
                <c:v>44.54149066267422</c:v>
              </c:pt>
              <c:pt idx="397">
                <c:v>46.290193188606175</c:v>
              </c:pt>
              <c:pt idx="398">
                <c:v>47.82876475500993</c:v>
              </c:pt>
              <c:pt idx="399">
                <c:v>49.08624236999309</c:v>
              </c:pt>
              <c:pt idx="400">
                <c:v>49.99999329248088</c:v>
              </c:pt>
              <c:pt idx="401">
                <c:v>50.524968415875726</c:v>
              </c:pt>
              <c:pt idx="402">
                <c:v>50.641042975735715</c:v>
              </c:pt>
              <c:pt idx="403">
                <c:v>50.35615512703119</c:v>
              </c:pt>
              <c:pt idx="404">
                <c:v>49.704241093332726</c:v>
              </c:pt>
              <c:pt idx="405">
                <c:v>48.73876929999606</c:v>
              </c:pt>
              <c:pt idx="406">
                <c:v>47.524020992120874</c:v>
              </c:pt>
              <c:pt idx="407">
                <c:v>46.12653423473198</c:v>
              </c:pt>
              <c:pt idx="408">
                <c:v>44.60844012782834</c:v>
              </c:pt>
              <c:pt idx="409">
                <c:v>43.023366626361984</c:v>
              </c:pt>
              <c:pt idx="410">
                <c:v>41.41472044422497</c:v>
              </c:pt>
              <c:pt idx="411">
                <c:v>39.81571329186526</c:v>
              </c:pt>
              <c:pt idx="412">
                <c:v>38.250423937132524</c:v>
              </c:pt>
              <c:pt idx="413">
                <c:v>36.735319008150036</c:v>
              </c:pt>
              <c:pt idx="414">
                <c:v>35.28084801660703</c:v>
              </c:pt>
              <c:pt idx="415">
                <c:v>33.892899537018884</c:v>
              </c:pt>
              <c:pt idx="416">
                <c:v>32.574027367601914</c:v>
              </c:pt>
              <c:pt idx="417">
                <c:v>31.32442926322569</c:v>
              </c:pt>
              <c:pt idx="418">
                <c:v>30.142698816039875</c:v>
              </c:pt>
              <c:pt idx="419">
                <c:v>29.026386337012127</c:v>
              </c:pt>
              <c:pt idx="420">
                <c:v>27.972407214447124</c:v>
              </c:pt>
              <c:pt idx="421">
                <c:v>26.977332762487737</c:v>
              </c:pt>
              <c:pt idx="422">
                <c:v>26.037592845223877</c:v>
              </c:pt>
              <c:pt idx="423">
                <c:v>25.149613560333734</c:v>
              </c:pt>
              <c:pt idx="424">
                <c:v>24.309907888127867</c:v>
              </c:pt>
              <c:pt idx="425">
                <c:v>23.51513276038835</c:v>
              </c:pt>
              <c:pt idx="426">
                <c:v>22.762122488561687</c:v>
              </c:pt>
              <c:pt idx="427">
                <c:v>22.04790579937285</c:v>
              </c:pt>
              <c:pt idx="428">
                <c:v>21.369711707204555</c:v>
              </c:pt>
              <c:pt idx="429">
                <c:v>20.72496796081558</c:v>
              </c:pt>
              <c:pt idx="430">
                <c:v>20.11129471178531</c:v>
              </c:pt>
              <c:pt idx="431">
                <c:v>19.526495261716946</c:v>
              </c:pt>
              <c:pt idx="432">
                <c:v>18.968545176525343</c:v>
              </c:pt>
              <c:pt idx="433">
                <c:v>18.435580649159586</c:v>
              </c:pt>
              <c:pt idx="434">
                <c:v>17.925886702641147</c:v>
              </c:pt>
              <c:pt idx="435">
                <c:v>17.437885620759225</c:v>
              </c:pt>
              <c:pt idx="436">
                <c:v>16.970125850085676</c:v>
              </c:pt>
              <c:pt idx="437">
                <c:v>16.52127151711041</c:v>
              </c:pt>
              <c:pt idx="438">
                <c:v>16.090092635540998</c:v>
              </c:pt>
              <c:pt idx="439">
                <c:v>15.6754560321954</c:v>
              </c:pt>
              <c:pt idx="440">
                <c:v>15.276316989090816</c:v>
              </c:pt>
              <c:pt idx="441">
                <c:v>14.891711579367769</c:v>
              </c:pt>
              <c:pt idx="442">
                <c:v>14.520749662620716</c:v>
              </c:pt>
              <c:pt idx="443">
                <c:v>14.162608498318665</c:v>
              </c:pt>
              <c:pt idx="444">
                <c:v>13.816526932849351</c:v>
              </c:pt>
              <c:pt idx="445">
                <c:v>13.481800114999164</c:v>
              </c:pt>
              <c:pt idx="446">
                <c:v>13.157774695501379</c:v>
              </c:pt>
              <c:pt idx="447">
                <c:v>12.843844468222818</c:v>
              </c:pt>
              <c:pt idx="448">
                <c:v>12.539446412984466</c:v>
              </c:pt>
              <c:pt idx="449">
                <c:v>12.244057102786648</c:v>
              </c:pt>
              <c:pt idx="450">
                <c:v>11.957189441134288</c:v>
              </c:pt>
              <c:pt idx="451">
                <c:v>11.678389697987372</c:v>
              </c:pt>
              <c:pt idx="452">
                <c:v>11.40723481568562</c:v>
              </c:pt>
              <c:pt idx="453">
                <c:v>11.143329958806673</c:v>
              </c:pt>
              <c:pt idx="454">
                <c:v>10.886306284392958</c:v>
              </c:pt>
              <c:pt idx="455">
                <c:v>10.635818911249626</c:v>
              </c:pt>
              <c:pt idx="456">
                <c:v>10.391545069119603</c:v>
              </c:pt>
              <c:pt idx="457">
                <c:v>10.153182410424556</c:v>
              </c:pt>
              <c:pt idx="458">
                <c:v>9.920447469006932</c:v>
              </c:pt>
              <c:pt idx="459">
                <c:v>9.693074251863637</c:v>
              </c:pt>
              <c:pt idx="460">
                <c:v>9.470812951267286</c:v>
              </c:pt>
              <c:pt idx="461">
                <c:v>9.25342876594047</c:v>
              </c:pt>
              <c:pt idx="462">
                <c:v>9.040700821100387</c:v>
              </c:pt>
              <c:pt idx="463">
                <c:v>8.832421178191003</c:v>
              </c:pt>
              <c:pt idx="464">
                <c:v>8.62839392605745</c:v>
              </c:pt>
              <c:pt idx="465">
                <c:v>8.428434346141383</c:v>
              </c:pt>
              <c:pt idx="466">
                <c:v>8.232368144983178</c:v>
              </c:pt>
              <c:pt idx="467">
                <c:v>8.04003074803146</c:v>
              </c:pt>
              <c:pt idx="468">
                <c:v>7.851266649299434</c:v>
              </c:pt>
              <c:pt idx="469">
                <c:v>7.665928811973737</c:v>
              </c:pt>
              <c:pt idx="470">
                <c:v>7.483878115554097</c:v>
              </c:pt>
              <c:pt idx="471">
                <c:v>7.304982845510908</c:v>
              </c:pt>
              <c:pt idx="472">
                <c:v>7.129118221869264</c:v>
              </c:pt>
              <c:pt idx="473">
                <c:v>6.9561659634344455</c:v>
              </c:pt>
              <c:pt idx="474">
                <c:v>6.786013884728069</c:v>
              </c:pt>
              <c:pt idx="475">
                <c:v>6.6185555229453366</c:v>
              </c:pt>
              <c:pt idx="476">
                <c:v>6.453689792536943</c:v>
              </c:pt>
              <c:pt idx="477">
                <c:v>6.291320665226029</c:v>
              </c:pt>
              <c:pt idx="478">
                <c:v>6.131356873489574</c:v>
              </c:pt>
              <c:pt idx="479">
                <c:v>5.97371163572662</c:v>
              </c:pt>
              <c:pt idx="480">
                <c:v>5.818302401513542</c:v>
              </c:pt>
              <c:pt idx="481">
                <c:v>5.665050615503799</c:v>
              </c:pt>
              <c:pt idx="482">
                <c:v>5.513881498680523</c:v>
              </c:pt>
              <c:pt idx="483">
                <c:v>5.364723845823987</c:v>
              </c:pt>
              <c:pt idx="484">
                <c:v>5.217509838169249</c:v>
              </c:pt>
              <c:pt idx="485">
                <c:v>5.072174870376388</c:v>
              </c:pt>
              <c:pt idx="486">
                <c:v>4.928657391048064</c:v>
              </c:pt>
              <c:pt idx="487">
                <c:v>4.786898756164666</c:v>
              </c:pt>
              <c:pt idx="488">
                <c:v>4.646843094920923</c:v>
              </c:pt>
              <c:pt idx="489">
                <c:v>4.508437187590458</c:v>
              </c:pt>
              <c:pt idx="490">
                <c:v>4.3716303551824796</c:v>
              </c:pt>
              <c:pt idx="491">
                <c:v>4.236374360798703</c:v>
              </c:pt>
              <c:pt idx="492">
                <c:v>4.10262332278993</c:v>
              </c:pt>
              <c:pt idx="493">
                <c:v>3.9703336399923814</c:v>
              </c:pt>
              <c:pt idx="494">
                <c:v>3.839463929571824</c:v>
              </c:pt>
              <c:pt idx="495">
                <c:v>3.7099749782807274</c:v>
              </c:pt>
              <c:pt idx="496">
                <c:v>3.5818297082844817</c:v>
              </c:pt>
              <c:pt idx="497">
                <c:v>3.4549931591434073</c:v>
              </c:pt>
              <c:pt idx="498">
                <c:v>3.3294324880894064</c:v>
              </c:pt>
              <c:pt idx="499">
                <c:v>3.205116991441067</c:v>
              </c:pt>
              <c:pt idx="500">
                <c:v>3.08201815091459</c:v>
              </c:pt>
              <c:pt idx="501">
                <c:v>2.960109709791322</c:v>
              </c:pt>
              <c:pt idx="502">
                <c:v>2.8393677855047166</c:v>
              </c:pt>
              <c:pt idx="503">
                <c:v>2.719771027350811</c:v>
              </c:pt>
              <c:pt idx="504">
                <c:v>2.601300830950367</c:v>
              </c:pt>
              <c:pt idx="505">
                <c:v>2.4839416250951216</c:v>
              </c:pt>
              <c:pt idx="506">
                <c:v>2.3676812521759953</c:v>
              </c:pt>
              <c:pt idx="507">
                <c:v>2.2525114712431216</c:v>
              </c:pt>
              <c:pt idx="508">
                <c:v>2.1384286239009733</c:v>
              </c:pt>
              <c:pt idx="509">
                <c:v>2.025434519389644</c:v>
              </c:pt>
              <c:pt idx="510">
                <c:v>1.913537618850083</c:v>
              </c:pt>
              <c:pt idx="511">
                <c:v>1.8027546339602485</c:v>
              </c:pt>
              <c:pt idx="512">
                <c:v>1.6931127083373398</c:v>
              </c:pt>
              <c:pt idx="513">
                <c:v>1.5846524319578412</c:v>
              </c:pt>
              <c:pt idx="514">
                <c:v>1.4774320669958991</c:v>
              </c:pt>
              <c:pt idx="515">
                <c:v>1.3715335679182579</c:v>
              </c:pt>
              <c:pt idx="516">
                <c:v>1.267071310945136</c:v>
              </c:pt>
              <c:pt idx="517">
                <c:v>1.164204998086189</c:v>
              </c:pt>
              <c:pt idx="518">
                <c:v>1.0631591267668632</c:v>
              </c:pt>
              <c:pt idx="519">
                <c:v>0.964252992689016</c:v>
              </c:pt>
              <c:pt idx="520">
                <c:v>0.8679478820851217</c:v>
              </c:pt>
              <c:pt idx="521">
                <c:v>0.7749225930321122</c:v>
              </c:pt>
              <c:pt idx="522">
                <c:v>0.6861953165676982</c:v>
              </c:pt>
              <c:pt idx="523">
                <c:v>0.6033178669118944</c:v>
              </c:pt>
              <c:pt idx="524">
                <c:v>0.5286660893051466</c:v>
              </c:pt>
              <c:pt idx="525">
                <c:v>0.46579234532195185</c:v>
              </c:pt>
              <c:pt idx="526">
                <c:v>0.4195747722745656</c:v>
              </c:pt>
              <c:pt idx="527">
                <c:v>0.3954356315210947</c:v>
              </c:pt>
              <c:pt idx="528">
                <c:v>0.3969818256755814</c:v>
              </c:pt>
              <c:pt idx="529">
                <c:v>0.4235375798355703</c:v>
              </c:pt>
              <c:pt idx="530">
                <c:v>0.47054768055504703</c:v>
              </c:pt>
              <c:pt idx="531">
                <c:v>0.5323309765934144</c:v>
              </c:pt>
              <c:pt idx="532">
                <c:v>0.6041249595570909</c:v>
              </c:pt>
              <c:pt idx="533">
                <c:v>0.682566514292005</c:v>
              </c:pt>
              <c:pt idx="534">
                <c:v>0.765432098186992</c:v>
              </c:pt>
              <c:pt idx="535">
                <c:v>0.8512720180477955</c:v>
              </c:pt>
              <c:pt idx="536">
                <c:v>0.9391319278725976</c:v>
              </c:pt>
              <c:pt idx="537">
                <c:v>1.0283713970708086</c:v>
              </c:pt>
              <c:pt idx="538">
                <c:v>1.1185510997562942</c:v>
              </c:pt>
              <c:pt idx="539">
                <c:v>1.2093630565312432</c:v>
              </c:pt>
              <c:pt idx="540">
                <c:v>1.3005869913425177</c:v>
              </c:pt>
              <c:pt idx="541">
                <c:v>1.3920625092520242</c:v>
              </c:pt>
              <c:pt idx="542">
                <c:v>1.4836709790961446</c:v>
              </c:pt>
              <c:pt idx="543">
                <c:v>1.575323479078149</c:v>
              </c:pt>
              <c:pt idx="544">
                <c:v>1.6669526079078512</c:v>
              </c:pt>
              <c:pt idx="545">
                <c:v>1.7585068118721823</c:v>
              </c:pt>
              <c:pt idx="546">
                <c:v>1.849946382560044</c:v>
              </c:pt>
              <c:pt idx="547">
                <c:v>1.941240585273372</c:v>
              </c:pt>
              <c:pt idx="548">
                <c:v>2.03236556647833</c:v>
              </c:pt>
              <c:pt idx="549">
                <c:v>2.1233028070302926</c:v>
              </c:pt>
              <c:pt idx="550">
                <c:v>2.2140379637278955</c:v>
              </c:pt>
              <c:pt idx="551">
                <c:v>2.3045599911735724</c:v>
              </c:pt>
              <c:pt idx="552">
                <c:v>2.3948604686843034</c:v>
              </c:pt>
              <c:pt idx="553">
                <c:v>2.484933079071649</c:v>
              </c:pt>
              <c:pt idx="554">
                <c:v>2.5747732012075706</c:v>
              </c:pt>
              <c:pt idx="555">
                <c:v>2.664377588755707</c:v>
              </c:pt>
              <c:pt idx="556">
                <c:v>2.7537441148075903</c:v>
              </c:pt>
              <c:pt idx="557">
                <c:v>2.842871567401256</c:v>
              </c:pt>
              <c:pt idx="558">
                <c:v>2.931759484659602</c:v>
              </c:pt>
              <c:pt idx="559">
                <c:v>3.020408021033663</c:v>
              </c:pt>
              <c:pt idx="560">
                <c:v>3.108817838151419</c:v>
              </c:pt>
              <c:pt idx="561">
                <c:v>3.1969900152685478</c:v>
              </c:pt>
              <c:pt idx="562">
                <c:v>3.284925975439985</c:v>
              </c:pt>
              <c:pt idx="563">
                <c:v>3.3726274243750143</c:v>
              </c:pt>
              <c:pt idx="564">
                <c:v>3.460096299593663</c:v>
              </c:pt>
              <c:pt idx="565">
                <c:v>3.5473347279845453</c:v>
              </c:pt>
              <c:pt idx="566">
                <c:v>3.6343449902602583</c:v>
              </c:pt>
              <c:pt idx="567">
                <c:v>3.721129491096666</c:v>
              </c:pt>
              <c:pt idx="568">
                <c:v>3.8076907339799426</c:v>
              </c:pt>
              <c:pt idx="569">
                <c:v>3.894031299971178</c:v>
              </c:pt>
              <c:pt idx="570">
                <c:v>3.980153829736943</c:v>
              </c:pt>
              <c:pt idx="571">
                <c:v>4.066061008326184</c:v>
              </c:pt>
              <c:pt idx="572">
                <c:v>4.151755552247851</c:v>
              </c:pt>
              <c:pt idx="573">
                <c:v>4.237240198498388</c:v>
              </c:pt>
              <c:pt idx="574">
                <c:v>4.32251769523348</c:v>
              </c:pt>
              <c:pt idx="575">
                <c:v>4.407590793842672</c:v>
              </c:pt>
              <c:pt idx="576">
                <c:v>4.492462242210368</c:v>
              </c:pt>
              <c:pt idx="577">
                <c:v>4.577134778997428</c:v>
              </c:pt>
              <c:pt idx="578">
                <c:v>4.661611128790247</c:v>
              </c:pt>
              <c:pt idx="579">
                <c:v>4.7458939979947425</c:v>
              </c:pt>
              <c:pt idx="580">
                <c:v>4.82998607137304</c:v>
              </c:pt>
              <c:pt idx="581">
                <c:v>4.913890009129036</c:v>
              </c:pt>
              <c:pt idx="582">
                <c:v>4.997608444470521</c:v>
              </c:pt>
              <c:pt idx="583">
                <c:v>5.0811439815783705</c:v>
              </c:pt>
              <c:pt idx="584">
                <c:v>5.164499193933814</c:v>
              </c:pt>
              <c:pt idx="585">
                <c:v>5.2476766229492275</c:v>
              </c:pt>
              <c:pt idx="586">
                <c:v>5.330678776864695</c:v>
              </c:pt>
              <c:pt idx="587">
                <c:v>5.413508129874744</c:v>
              </c:pt>
              <c:pt idx="588">
                <c:v>5.496167121453997</c:v>
              </c:pt>
              <c:pt idx="589">
                <c:v>5.578658155855593</c:v>
              </c:pt>
              <c:pt idx="590">
                <c:v>5.660983601757769</c:v>
              </c:pt>
              <c:pt idx="591">
                <c:v>5.743145792042469</c:v>
              </c:pt>
              <c:pt idx="592">
                <c:v>5.825147023685064</c:v>
              </c:pt>
              <c:pt idx="593">
                <c:v>5.906989557739144</c:v>
              </c:pt>
              <c:pt idx="594">
                <c:v>5.98867561940935</c:v>
              </c:pt>
              <c:pt idx="595">
                <c:v>6.070207398192843</c:v>
              </c:pt>
              <c:pt idx="596">
                <c:v>6.151587048084826</c:v>
              </c:pt>
              <c:pt idx="597">
                <c:v>6.232816687837482</c:v>
              </c:pt>
              <c:pt idx="598">
                <c:v>6.3138984012642405</c:v>
              </c:pt>
              <c:pt idx="599">
                <c:v>6.394834237583449</c:v>
              </c:pt>
              <c:pt idx="600">
                <c:v>6.4756262117939425</c:v>
              </c:pt>
              <c:pt idx="601">
                <c:v>6.556276305080629</c:v>
              </c:pt>
              <c:pt idx="602">
                <c:v>6.636786465241582</c:v>
              </c:pt>
              <c:pt idx="603">
                <c:v>6.717158607134169</c:v>
              </c:pt>
              <c:pt idx="604">
                <c:v>6.797394613137522</c:v>
              </c:pt>
              <c:pt idx="605">
                <c:v>6.877496333629536</c:v>
              </c:pt>
              <c:pt idx="606">
                <c:v>6.957465587469496</c:v>
              </c:pt>
              <c:pt idx="607">
                <c:v>7.037304162491513</c:v>
              </c:pt>
              <c:pt idx="608">
                <c:v>7.11701381600301</c:v>
              </c:pt>
              <c:pt idx="609">
                <c:v>7.196596275285306</c:v>
              </c:pt>
              <c:pt idx="610">
                <c:v>7.276053238096903</c:v>
              </c:pt>
              <c:pt idx="611">
                <c:v>7.355386373177927</c:v>
              </c:pt>
              <c:pt idx="612">
                <c:v>7.4345973207542615</c:v>
              </c:pt>
              <c:pt idx="613">
                <c:v>7.513687693036789</c:v>
              </c:pt>
              <c:pt idx="614">
                <c:v>7.592659074722256</c:v>
              </c:pt>
              <c:pt idx="615">
                <c:v>7.67151302348811</c:v>
              </c:pt>
              <c:pt idx="616">
                <c:v>7.750251070482946</c:v>
              </c:pt>
              <c:pt idx="617">
                <c:v>7.8288747208133564</c:v>
              </c:pt>
              <c:pt idx="618">
                <c:v>7.907385454025364</c:v>
              </c:pt>
              <c:pt idx="619">
                <c:v>7.985784724579857</c:v>
              </c:pt>
              <c:pt idx="620">
                <c:v>8.064073962320116</c:v>
              </c:pt>
              <c:pt idx="621">
                <c:v>8.142254572937166</c:v>
              </c:pt>
              <c:pt idx="622">
                <c:v>8.220327938423988</c:v>
              </c:pt>
              <c:pt idx="623">
                <c:v>8.29829541752506</c:v>
              </c:pt>
              <c:pt idx="624">
                <c:v>8.376158346179539</c:v>
              </c:pt>
              <c:pt idx="625">
                <c:v>8.453918037954908</c:v>
              </c:pt>
              <c:pt idx="626">
                <c:v>8.531575784476185</c:v>
              </c:pt>
              <c:pt idx="627">
                <c:v>8.609132855844187</c:v>
              </c:pt>
              <c:pt idx="628">
                <c:v>8.686590501050578</c:v>
              </c:pt>
              <c:pt idx="629">
                <c:v>8.76394994838212</c:v>
              </c:pt>
              <c:pt idx="630">
                <c:v>8.841212405819734</c:v>
              </c:pt>
              <c:pt idx="631">
                <c:v>8.918379061427613</c:v>
              </c:pt>
              <c:pt idx="632">
                <c:v>8.995451083738619</c:v>
              </c:pt>
              <c:pt idx="633">
                <c:v>9.072429622128391</c:v>
              </c:pt>
              <c:pt idx="634">
                <c:v>9.149315807185182</c:v>
              </c:pt>
              <c:pt idx="635">
                <c:v>9.226110751071582</c:v>
              </c:pt>
              <c:pt idx="636">
                <c:v>9.302815547877403</c:v>
              </c:pt>
              <c:pt idx="637">
                <c:v>9.37943127396872</c:v>
              </c:pt>
              <c:pt idx="638">
                <c:v>9.455958988326762</c:v>
              </c:pt>
              <c:pt idx="639">
                <c:v>9.532399732883261</c:v>
              </c:pt>
              <c:pt idx="640">
                <c:v>9.608754532844419</c:v>
              </c:pt>
              <c:pt idx="641">
                <c:v>9.685024397013876</c:v>
              </c:pt>
              <c:pt idx="642">
                <c:v>9.761210318104585</c:v>
              </c:pt>
              <c:pt idx="643">
                <c:v>9.837313273044973</c:v>
              </c:pt>
              <c:pt idx="644">
                <c:v>9.913334223281977</c:v>
              </c:pt>
              <c:pt idx="645">
                <c:v>9.989274115073602</c:v>
              </c:pt>
              <c:pt idx="646">
                <c:v>10.065133879778228</c:v>
              </c:pt>
              <c:pt idx="647">
                <c:v>10.1409144341362</c:v>
              </c:pt>
              <c:pt idx="648">
                <c:v>10.216616680546476</c:v>
              </c:pt>
              <c:pt idx="649">
                <c:v>10.292241507338138</c:v>
              </c:pt>
              <c:pt idx="650">
                <c:v>10.36778978903331</c:v>
              </c:pt>
              <c:pt idx="651">
                <c:v>10.44326238660841</c:v>
              </c:pt>
              <c:pt idx="652">
                <c:v>10.518660147748006</c:v>
              </c:pt>
              <c:pt idx="653">
                <c:v>10.593983907092042</c:v>
              </c:pt>
              <c:pt idx="654">
                <c:v>10.669234486480285</c:v>
              </c:pt>
              <c:pt idx="655">
                <c:v>10.744412695190402</c:v>
              </c:pt>
              <c:pt idx="656">
                <c:v>10.819519330171513</c:v>
              </c:pt>
              <c:pt idx="657">
                <c:v>10.89455517627195</c:v>
              </c:pt>
              <c:pt idx="658">
                <c:v>10.969521006463301</c:v>
              </c:pt>
              <c:pt idx="659">
                <c:v>11.044417582058566</c:v>
              </c:pt>
              <c:pt idx="660">
                <c:v>11.119245652927527</c:v>
              </c:pt>
              <c:pt idx="661">
                <c:v>11.194005957705546</c:v>
              </c:pt>
              <c:pt idx="662">
                <c:v>11.268699224000132</c:v>
              </c:pt>
              <c:pt idx="663">
                <c:v>11.343326168589657</c:v>
              </c:pt>
              <c:pt idx="664">
                <c:v>11.417887497623411</c:v>
              </c:pt>
              <c:pt idx="665">
                <c:v>11.492383906811526</c:v>
              </c:pt>
              <c:pt idx="666">
                <c:v>11.566816081616112</c:v>
              </c:pt>
              <c:pt idx="667">
                <c:v>11.641184697434161</c:v>
              </c:pt>
              <c:pt idx="668">
                <c:v>11.715490419779211</c:v>
              </c:pt>
              <c:pt idx="669">
                <c:v>11.78973390445964</c:v>
              </c:pt>
              <c:pt idx="670">
                <c:v>11.863915797749273</c:v>
              </c:pt>
              <c:pt idx="671">
                <c:v>11.938036736561285</c:v>
              </c:pt>
              <c:pt idx="672">
                <c:v>12.01209734861155</c:v>
              </c:pt>
              <c:pt idx="673">
                <c:v>12.086098252582593</c:v>
              </c:pt>
              <c:pt idx="674">
                <c:v>12.160040058283943</c:v>
              </c:pt>
              <c:pt idx="675">
                <c:v>12.233923366807423</c:v>
              </c:pt>
              <c:pt idx="676">
                <c:v>12.307748770681332</c:v>
              </c:pt>
              <c:pt idx="677">
                <c:v>12.38151685401921</c:v>
              </c:pt>
              <c:pt idx="678">
                <c:v>12.455228192668086</c:v>
              </c:pt>
              <c:pt idx="679">
                <c:v>12.528883354352262</c:v>
              </c:pt>
              <c:pt idx="680">
                <c:v>12.6024828988131</c:v>
              </c:pt>
              <c:pt idx="681">
                <c:v>12.676027377949222</c:v>
              </c:pt>
              <c:pt idx="682">
                <c:v>12.749517335950049</c:v>
              </c:pt>
              <c:pt idx="683">
                <c:v>12.822953309429522</c:v>
              </c:pt>
              <c:pt idx="684">
                <c:v>12.896335827555456</c:v>
              </c:pt>
              <c:pt idx="685">
                <c:v>12.96966541217814</c:v>
              </c:pt>
              <c:pt idx="686">
                <c:v>13.042942577953891</c:v>
              </c:pt>
              <c:pt idx="687">
                <c:v>13.116167832467443</c:v>
              </c:pt>
              <c:pt idx="688">
                <c:v>13.189341676352715</c:v>
              </c:pt>
              <c:pt idx="689">
                <c:v>13.262464603409668</c:v>
              </c:pt>
              <c:pt idx="690">
                <c:v>13.33553710071953</c:v>
              </c:pt>
              <c:pt idx="691">
                <c:v>13.408559648757926</c:v>
              </c:pt>
              <c:pt idx="692">
                <c:v>13.481532721505147</c:v>
              </c:pt>
              <c:pt idx="693">
                <c:v>13.554456786555072</c:v>
              </c:pt>
              <c:pt idx="694">
                <c:v>13.627332305221367</c:v>
              </c:pt>
              <c:pt idx="695">
                <c:v>13.700159732641737</c:v>
              </c:pt>
              <c:pt idx="696">
                <c:v>13.772939517879975</c:v>
              </c:pt>
              <c:pt idx="697">
                <c:v>13.84567210402635</c:v>
              </c:pt>
              <c:pt idx="698">
                <c:v>13.91835792829621</c:v>
              </c:pt>
              <c:pt idx="699">
                <c:v>13.990997422125382</c:v>
              </c:pt>
              <c:pt idx="700">
                <c:v>14.063591011266459</c:v>
              </c:pt>
              <c:pt idx="701">
                <c:v>14.136139115879185</c:v>
              </c:pt>
              <c:pt idx="702">
                <c:v>14.208642150623717</c:v>
              </c:pt>
              <c:pt idx="703">
                <c:v>14.281100524747224</c:v>
              </c:pt>
              <c:pt idx="704">
                <c:v>14.353514642173792</c:v>
              </c:pt>
              <c:pt idx="705">
                <c:v>14.425884901589454</c:v>
              </c:pt>
              <c:pt idx="706">
                <c:v>14.498211696525486</c:v>
              </c:pt>
              <c:pt idx="707">
                <c:v>14.570495415441272</c:v>
              </c:pt>
              <c:pt idx="708">
                <c:v>14.642736441806024</c:v>
              </c:pt>
              <c:pt idx="709">
                <c:v>14.714935154178152</c:v>
              </c:pt>
              <c:pt idx="710">
                <c:v>14.787091926282143</c:v>
              </c:pt>
              <c:pt idx="711">
                <c:v>14.859207127086004</c:v>
              </c:pt>
              <c:pt idx="712">
                <c:v>14.931281120876479</c:v>
              </c:pt>
              <c:pt idx="713">
                <c:v>15.003314267331822</c:v>
              </c:pt>
              <c:pt idx="714">
                <c:v>15.075306921595137</c:v>
              </c:pt>
              <c:pt idx="715">
                <c:v>15.147259434344535</c:v>
              </c:pt>
              <c:pt idx="716">
                <c:v>15.219172151863157</c:v>
              </c:pt>
              <c:pt idx="717">
                <c:v>15.291045416107258</c:v>
              </c:pt>
              <c:pt idx="718">
                <c:v>15.36287956477353</c:v>
              </c:pt>
              <c:pt idx="719">
                <c:v>15.434674931365285</c:v>
              </c:pt>
              <c:pt idx="720">
                <c:v>15.506431845255792</c:v>
              </c:pt>
              <c:pt idx="721">
                <c:v>15.57815063175365</c:v>
              </c:pt>
              <c:pt idx="722">
                <c:v>15.6498316121639</c:v>
              </c:pt>
              <c:pt idx="723">
                <c:v>15.721475103848356</c:v>
              </c:pt>
              <c:pt idx="724">
                <c:v>15.793081420288186</c:v>
              </c:pt>
              <c:pt idx="725">
                <c:v>15.864650871140654</c:v>
              </c:pt>
              <c:pt idx="726">
                <c:v>15.936183762298244</c:v>
              </c:pt>
              <c:pt idx="727">
                <c:v>16.007680395944192</c:v>
              </c:pt>
              <c:pt idx="728">
                <c:v>16.079141070610458</c:v>
              </c:pt>
              <c:pt idx="729">
                <c:v>16.15056608123094</c:v>
              </c:pt>
              <c:pt idx="730">
                <c:v>16.221955719195357</c:v>
              </c:pt>
              <c:pt idx="731">
                <c:v>16.293310272403104</c:v>
              </c:pt>
              <c:pt idx="732">
                <c:v>16.36463002531484</c:v>
              </c:pt>
              <c:pt idx="733">
                <c:v>16.43591525900281</c:v>
              </c:pt>
              <c:pt idx="734">
                <c:v>16.507166251202545</c:v>
              </c:pt>
              <c:pt idx="735">
                <c:v>16.57838327636066</c:v>
              </c:pt>
              <c:pt idx="736">
                <c:v>16.6495666056838</c:v>
              </c:pt>
              <c:pt idx="737">
                <c:v>16.7207165071866</c:v>
              </c:pt>
              <c:pt idx="738">
                <c:v>16.7918332457379</c:v>
              </c:pt>
              <c:pt idx="739">
                <c:v>16.862917083107003</c:v>
              </c:pt>
              <c:pt idx="740">
                <c:v>16.933968278008358</c:v>
              </c:pt>
              <c:pt idx="741">
                <c:v>17.00498708614688</c:v>
              </c:pt>
              <c:pt idx="742">
                <c:v>17.075973760259856</c:v>
              </c:pt>
              <c:pt idx="743">
                <c:v>17.14692855016111</c:v>
              </c:pt>
              <c:pt idx="744">
                <c:v>17.217851702783165</c:v>
              </c:pt>
              <c:pt idx="745">
                <c:v>17.288743462217973</c:v>
              </c:pt>
              <c:pt idx="746">
                <c:v>17.35960406975783</c:v>
              </c:pt>
              <c:pt idx="747">
                <c:v>17.430433763934943</c:v>
              </c:pt>
              <c:pt idx="748">
                <c:v>17.50123278056167</c:v>
              </c:pt>
              <c:pt idx="749">
                <c:v>17.57200135276835</c:v>
              </c:pt>
              <c:pt idx="750">
                <c:v>17.6427397110413</c:v>
              </c:pt>
              <c:pt idx="751">
                <c:v>17.713448083260605</c:v>
              </c:pt>
              <c:pt idx="752">
                <c:v>17.78412669473659</c:v>
              </c:pt>
              <c:pt idx="753">
                <c:v>17.854775768245606</c:v>
              </c:pt>
              <c:pt idx="754">
                <c:v>17.92539552406579</c:v>
              </c:pt>
              <c:pt idx="755">
                <c:v>17.995986180012718</c:v>
              </c:pt>
              <c:pt idx="756">
                <c:v>18.066547951472042</c:v>
              </c:pt>
              <c:pt idx="757">
                <c:v>18.13708105143472</c:v>
              </c:pt>
              <c:pt idx="758">
                <c:v>18.207585690529292</c:v>
              </c:pt>
              <c:pt idx="759">
                <c:v>18.27806207705548</c:v>
              </c:pt>
              <c:pt idx="760">
                <c:v>18.348510417014616</c:v>
              </c:pt>
              <c:pt idx="761">
                <c:v>18.41893091414358</c:v>
              </c:pt>
              <c:pt idx="762">
                <c:v>18.489323769943415</c:v>
              </c:pt>
              <c:pt idx="763">
                <c:v>18.55968918371146</c:v>
              </c:pt>
              <c:pt idx="764">
                <c:v>18.630027352571492</c:v>
              </c:pt>
              <c:pt idx="765">
                <c:v>18.70033847150186</c:v>
              </c:pt>
              <c:pt idx="766">
                <c:v>18.77062273336622</c:v>
              </c:pt>
              <c:pt idx="767">
                <c:v>18.84088032894057</c:v>
              </c:pt>
              <c:pt idx="768">
                <c:v>18.911111446943288</c:v>
              </c:pt>
              <c:pt idx="769">
                <c:v>18.981316274061157</c:v>
              </c:pt>
              <c:pt idx="770">
                <c:v>19.051494994977038</c:v>
              </c:pt>
              <c:pt idx="771">
                <c:v>19.121647792397283</c:v>
              </c:pt>
              <c:pt idx="772">
                <c:v>19.191774847077706</c:v>
              </c:pt>
              <c:pt idx="773">
                <c:v>19.261876337849394</c:v>
              </c:pt>
              <c:pt idx="774">
                <c:v>19.331952441644273</c:v>
              </c:pt>
              <c:pt idx="775">
                <c:v>19.40200333352147</c:v>
              </c:pt>
              <c:pt idx="776">
                <c:v>19.47202918668949</c:v>
              </c:pt>
              <c:pt idx="777">
                <c:v>19.542030172533405</c:v>
              </c:pt>
              <c:pt idx="778">
                <c:v>19.612006460636973</c:v>
              </c:pt>
              <c:pt idx="779">
                <c:v>19.681958218807182</c:v>
              </c:pt>
              <c:pt idx="780">
                <c:v>19.751885613096363</c:v>
              </c:pt>
              <c:pt idx="781">
                <c:v>19.82178880782706</c:v>
              </c:pt>
              <c:pt idx="782">
                <c:v>19.891667965612434</c:v>
              </c:pt>
              <c:pt idx="783">
                <c:v>19.961523247379482</c:v>
              </c:pt>
              <c:pt idx="784">
                <c:v>20.03135481239103</c:v>
              </c:pt>
              <c:pt idx="785">
                <c:v>20.10116281826666</c:v>
              </c:pt>
              <c:pt idx="786">
                <c:v>20.170947421004033</c:v>
              </c:pt>
              <c:pt idx="787">
                <c:v>20.240708775000204</c:v>
              </c:pt>
              <c:pt idx="788">
                <c:v>20.310447033071295</c:v>
              </c:pt>
              <c:pt idx="789">
                <c:v>20.38016234647376</c:v>
              </c:pt>
              <c:pt idx="790">
                <c:v>20.44985486492282</c:v>
              </c:pt>
              <c:pt idx="791">
                <c:v>20.51952473661364</c:v>
              </c:pt>
              <c:pt idx="792">
                <c:v>20.589172108239215</c:v>
              </c:pt>
              <c:pt idx="793">
                <c:v>20.65879712501069</c:v>
              </c:pt>
              <c:pt idx="794">
                <c:v>20.728399930674904</c:v>
              </c:pt>
              <c:pt idx="795">
                <c:v>20.797980667533817</c:v>
              </c:pt>
              <c:pt idx="796">
                <c:v>20.86753947646163</c:v>
              </c:pt>
              <c:pt idx="797">
                <c:v>20.93707649692329</c:v>
              </c:pt>
              <c:pt idx="798">
                <c:v>21.00659186699272</c:v>
              </c:pt>
              <c:pt idx="799">
                <c:v>21.076085723368546</c:v>
              </c:pt>
              <c:pt idx="800">
                <c:v>21.145558201392717</c:v>
              </c:pt>
            </c:numLit>
          </c:yVal>
        </c:ser>
        <c:ser>
          <c:idx val="1"/>
          <c:order val="1"/>
          <c:tx>
            <c:v>有损匹配</c:v>
          </c:tx>
          <c:spPr>
            <a:ln xmlns:a="http://schemas.openxmlformats.org/drawingml/2006/main" w="23813">
              <a:solidFill>
                <a:srgbClr val="ED7D31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31.80316997746096</c:v>
              </c:pt>
              <c:pt idx="1">
                <c:v>31.732392919373247</c:v>
              </c:pt>
              <c:pt idx="2">
                <c:v>31.66161032910943</c:v>
              </c:pt>
              <c:pt idx="3">
                <c:v>31.59082213608929</c:v>
              </c:pt>
              <c:pt idx="4">
                <c:v>31.52002826907851</c:v>
              </c:pt>
              <c:pt idx="5">
                <c:v>31.449228656181337</c:v>
              </c:pt>
              <c:pt idx="6">
                <c:v>31.37842322483305</c:v>
              </c:pt>
              <c:pt idx="7">
                <c:v>31.307611901792658</c:v>
              </c:pt>
              <c:pt idx="8">
                <c:v>31.236794613136137</c:v>
              </c:pt>
              <c:pt idx="9">
                <c:v>31.165971284247554</c:v>
              </c:pt>
              <c:pt idx="10">
                <c:v>31.09514183981112</c:v>
              </c:pt>
              <c:pt idx="11">
                <c:v>31.024306203804866</c:v>
              </c:pt>
              <c:pt idx="12">
                <c:v>30.953464299491547</c:v>
              </c:pt>
              <c:pt idx="13">
                <c:v>30.882616049410363</c:v>
              </c:pt>
              <c:pt idx="14">
                <c:v>30.811761375369617</c:v>
              </c:pt>
              <c:pt idx="15">
                <c:v>30.74090019843777</c:v>
              </c:pt>
              <c:pt idx="16">
                <c:v>30.670032438935756</c:v>
              </c:pt>
              <c:pt idx="17">
                <c:v>30.5991580164276</c:v>
              </c:pt>
              <c:pt idx="18">
                <c:v>30.528276849712892</c:v>
              </c:pt>
              <c:pt idx="19">
                <c:v>30.45738885681673</c:v>
              </c:pt>
              <c:pt idx="20">
                <c:v>30.386493954982683</c:v>
              </c:pt>
              <c:pt idx="21">
                <c:v>30.31559206066193</c:v>
              </c:pt>
              <c:pt idx="22">
                <c:v>30.244683089506086</c:v>
              </c:pt>
              <c:pt idx="23">
                <c:v>30.173766956356346</c:v>
              </c:pt>
              <c:pt idx="24">
                <c:v>30.102843575235767</c:v>
              </c:pt>
              <c:pt idx="25">
                <c:v>30.031912859338636</c:v>
              </c:pt>
              <c:pt idx="26">
                <c:v>29.960974721021948</c:v>
              </c:pt>
              <c:pt idx="27">
                <c:v>29.890029071795286</c:v>
              </c:pt>
              <c:pt idx="28">
                <c:v>29.819075822310833</c:v>
              </c:pt>
              <c:pt idx="29">
                <c:v>29.748114882354102</c:v>
              </c:pt>
              <c:pt idx="30">
                <c:v>29.67714616083411</c:v>
              </c:pt>
              <c:pt idx="31">
                <c:v>29.60616956577191</c:v>
              </c:pt>
              <c:pt idx="32">
                <c:v>29.53518500429218</c:v>
              </c:pt>
              <c:pt idx="33">
                <c:v>29.464192382611607</c:v>
              </c:pt>
              <c:pt idx="34">
                <c:v>29.393191606028832</c:v>
              </c:pt>
              <c:pt idx="35">
                <c:v>29.322182578913758</c:v>
              </c:pt>
              <c:pt idx="36">
                <c:v>29.25116520469651</c:v>
              </c:pt>
              <c:pt idx="37">
                <c:v>29.18013938585766</c:v>
              </c:pt>
              <c:pt idx="38">
                <c:v>29.109105023915426</c:v>
              </c:pt>
              <c:pt idx="39">
                <c:v>29.03806201941613</c:v>
              </c:pt>
              <c:pt idx="40">
                <c:v>28.967010271921403</c:v>
              </c:pt>
              <c:pt idx="41">
                <c:v>28.895949679998722</c:v>
              </c:pt>
              <c:pt idx="42">
                <c:v>28.8248801412075</c:v>
              </c:pt>
              <c:pt idx="43">
                <c:v>28.75380155208854</c:v>
              </c:pt>
              <c:pt idx="44">
                <c:v>28.68271380815271</c:v>
              </c:pt>
              <c:pt idx="45">
                <c:v>28.611616803867935</c:v>
              </c:pt>
              <c:pt idx="46">
                <c:v>28.54051043264704</c:v>
              </c:pt>
              <c:pt idx="47">
                <c:v>28.469394586836017</c:v>
              </c:pt>
              <c:pt idx="48">
                <c:v>28.398269157700717</c:v>
              </c:pt>
              <c:pt idx="49">
                <c:v>28.327134035415764</c:v>
              </c:pt>
              <c:pt idx="50">
                <c:v>28.255989109049725</c:v>
              </c:pt>
              <c:pt idx="51">
                <c:v>28.184834266552734</c:v>
              </c:pt>
              <c:pt idx="52">
                <c:v>28.113669394745198</c:v>
              </c:pt>
              <c:pt idx="53">
                <c:v>28.042494379301644</c:v>
              </c:pt>
              <c:pt idx="54">
                <c:v>27.971309104738907</c:v>
              </c:pt>
              <c:pt idx="55">
                <c:v>27.90011345440265</c:v>
              </c:pt>
              <c:pt idx="56">
                <c:v>27.82890731045271</c:v>
              </c:pt>
              <c:pt idx="57">
                <c:v>27.757690553850217</c:v>
              </c:pt>
              <c:pt idx="58">
                <c:v>27.68646306434234</c:v>
              </c:pt>
              <c:pt idx="59">
                <c:v>27.615224720448555</c:v>
              </c:pt>
              <c:pt idx="60">
                <c:v>27.543975399445856</c:v>
              </c:pt>
              <c:pt idx="61">
                <c:v>27.472714977355174</c:v>
              </c:pt>
              <c:pt idx="62">
                <c:v>27.40144332892487</c:v>
              </c:pt>
              <c:pt idx="63">
                <c:v>27.330160327617328</c:v>
              </c:pt>
              <c:pt idx="64">
                <c:v>27.258865845592418</c:v>
              </c:pt>
              <c:pt idx="65">
                <c:v>27.18755975369297</c:v>
              </c:pt>
              <c:pt idx="66">
                <c:v>27.1162419214292</c:v>
              </c:pt>
              <c:pt idx="67">
                <c:v>27.04491221696221</c:v>
              </c:pt>
              <c:pt idx="68">
                <c:v>26.973570507089104</c:v>
              </c:pt>
              <c:pt idx="69">
                <c:v>26.902216657226372</c:v>
              </c:pt>
              <c:pt idx="70">
                <c:v>26.830850531393438</c:v>
              </c:pt>
              <c:pt idx="71">
                <c:v>26.75947199219665</c:v>
              </c:pt>
              <c:pt idx="72">
                <c:v>26.688080900811347</c:v>
              </c:pt>
              <c:pt idx="73">
                <c:v>26.616677116966986</c:v>
              </c:pt>
              <c:pt idx="74">
                <c:v>26.545260498928744</c:v>
              </c:pt>
              <c:pt idx="75">
                <c:v>26.473830903479755</c:v>
              </c:pt>
              <c:pt idx="76">
                <c:v>26.402388185905316</c:v>
              </c:pt>
              <c:pt idx="77">
                <c:v>26.330932199973727</c:v>
              </c:pt>
              <c:pt idx="78">
                <c:v>26.259462797919088</c:v>
              </c:pt>
              <c:pt idx="79">
                <c:v>26.187979830423213</c:v>
              </c:pt>
              <c:pt idx="80">
                <c:v>26.11648314659733</c:v>
              </c:pt>
              <c:pt idx="81">
                <c:v>26.04497259396291</c:v>
              </c:pt>
              <c:pt idx="82">
                <c:v>25.973448018435043</c:v>
              </c:pt>
              <c:pt idx="83">
                <c:v>25.901909264300336</c:v>
              </c:pt>
              <c:pt idx="84">
                <c:v>25.83035617420128</c:v>
              </c:pt>
              <c:pt idx="85">
                <c:v>25.75878858911432</c:v>
              </c:pt>
              <c:pt idx="86">
                <c:v>25.687206348331728</c:v>
              </c:pt>
              <c:pt idx="87">
                <c:v>25.615609289441302</c:v>
              </c:pt>
              <c:pt idx="88">
                <c:v>25.543997248307488</c:v>
              </c:pt>
              <c:pt idx="89">
                <c:v>25.472370059049794</c:v>
              </c:pt>
              <c:pt idx="90">
                <c:v>25.400727554023305</c:v>
              </c:pt>
              <c:pt idx="91">
                <c:v>25.329069563798374</c:v>
              </c:pt>
              <c:pt idx="92">
                <c:v>25.257395917139274</c:v>
              </c:pt>
              <c:pt idx="93">
                <c:v>25.185706440984127</c:v>
              </c:pt>
              <c:pt idx="94">
                <c:v>25.11400096042248</c:v>
              </c:pt>
              <c:pt idx="95">
                <c:v>25.042279298675354</c:v>
              </c:pt>
              <c:pt idx="96">
                <c:v>24.970541277073487</c:v>
              </c:pt>
              <c:pt idx="97">
                <c:v>24.898786715034696</c:v>
              </c:pt>
              <c:pt idx="98">
                <c:v>24.827015430042543</c:v>
              </c:pt>
              <c:pt idx="99">
                <c:v>24.755227237624624</c:v>
              </c:pt>
              <c:pt idx="100">
                <c:v>24.683421951329542</c:v>
              </c:pt>
              <c:pt idx="101">
                <c:v>24.611599382705485</c:v>
              </c:pt>
              <c:pt idx="102">
                <c:v>24.539759341275726</c:v>
              </c:pt>
              <c:pt idx="103">
                <c:v>24.467901634517798</c:v>
              </c:pt>
              <c:pt idx="104">
                <c:v>24.39602606783929</c:v>
              </c:pt>
              <c:pt idx="105">
                <c:v>24.324132444554493</c:v>
              </c:pt>
              <c:pt idx="106">
                <c:v>24.252220565862316</c:v>
              </c:pt>
              <c:pt idx="107">
                <c:v>24.18029023082089</c:v>
              </c:pt>
              <c:pt idx="108">
                <c:v>24.108341236325497</c:v>
              </c:pt>
              <c:pt idx="109">
                <c:v>24.036373377083706</c:v>
              </c:pt>
              <c:pt idx="110">
                <c:v>23.964386445591774</c:v>
              </c:pt>
              <c:pt idx="111">
                <c:v>23.892380232109783</c:v>
              </c:pt>
              <c:pt idx="112">
                <c:v>23.82035452463916</c:v>
              </c:pt>
              <c:pt idx="113">
                <c:v>23.74830910889585</c:v>
              </c:pt>
              <c:pt idx="114">
                <c:v>23.676243768287453</c:v>
              </c:pt>
              <c:pt idx="115">
                <c:v>23.604158283887898</c:v>
              </c:pt>
              <c:pt idx="116">
                <c:v>23.53205243441282</c:v>
              </c:pt>
              <c:pt idx="117">
                <c:v>23.459925996194634</c:v>
              </c:pt>
              <c:pt idx="118">
                <c:v>23.387778743157735</c:v>
              </c:pt>
              <c:pt idx="119">
                <c:v>23.31561044679292</c:v>
              </c:pt>
              <c:pt idx="120">
                <c:v>23.24342087613316</c:v>
              </c:pt>
              <c:pt idx="121">
                <c:v>23.17120979772829</c:v>
              </c:pt>
              <c:pt idx="122">
                <c:v>23.098976975618417</c:v>
              </c:pt>
              <c:pt idx="123">
                <c:v>23.02672217131122</c:v>
              </c:pt>
              <c:pt idx="124">
                <c:v>22.954445143754157</c:v>
              </c:pt>
              <c:pt idx="125">
                <c:v>22.882145649311642</c:v>
              </c:pt>
              <c:pt idx="126">
                <c:v>22.809823441737755</c:v>
              </c:pt>
              <c:pt idx="127">
                <c:v>22.737478272152757</c:v>
              </c:pt>
              <c:pt idx="128">
                <c:v>22.665109889017472</c:v>
              </c:pt>
              <c:pt idx="129">
                <c:v>22.59271803810761</c:v>
              </c:pt>
              <c:pt idx="130">
                <c:v>22.520302462489887</c:v>
              </c:pt>
              <c:pt idx="131">
                <c:v>22.447862902497246</c:v>
              </c:pt>
              <c:pt idx="132">
                <c:v>22.375399095703155</c:v>
              </c:pt>
              <c:pt idx="133">
                <c:v>22.30291077689922</c:v>
              </c:pt>
              <c:pt idx="134">
                <c:v>22.23039767806879</c:v>
              </c:pt>
              <c:pt idx="135">
                <c:v>22.157859528364803</c:v>
              </c:pt>
              <c:pt idx="136">
                <c:v>22.08529605408508</c:v>
              </c:pt>
              <c:pt idx="137">
                <c:v>22.012706978649337</c:v>
              </c:pt>
              <c:pt idx="138">
                <c:v>21.940092022576245</c:v>
              </c:pt>
              <c:pt idx="139">
                <c:v>21.867450903460902</c:v>
              </c:pt>
              <c:pt idx="140">
                <c:v>21.79478333595184</c:v>
              </c:pt>
              <c:pt idx="141">
                <c:v>21.722089031730587</c:v>
              </c:pt>
              <c:pt idx="142">
                <c:v>21.64936769948896</c:v>
              </c:pt>
              <c:pt idx="143">
                <c:v>21.57661904490982</c:v>
              </c:pt>
              <c:pt idx="144">
                <c:v>21.503842770645612</c:v>
              </c:pt>
              <c:pt idx="145">
                <c:v>21.431038576300278</c:v>
              </c:pt>
              <c:pt idx="146">
                <c:v>21.358206158408883</c:v>
              </c:pt>
              <c:pt idx="147">
                <c:v>21.28534521042105</c:v>
              </c:pt>
              <c:pt idx="148">
                <c:v>21.21245542268403</c:v>
              </c:pt>
              <c:pt idx="149">
                <c:v>21.139536482424358</c:v>
              </c:pt>
              <c:pt idx="150">
                <c:v>21.066588073735016</c:v>
              </c:pt>
              <c:pt idx="151">
                <c:v>20.9936098775598</c:v>
              </c:pt>
              <c:pt idx="152">
                <c:v>20.92060157167991</c:v>
              </c:pt>
              <c:pt idx="153">
                <c:v>20.847562830703374</c:v>
              </c:pt>
              <c:pt idx="154">
                <c:v>20.774493326053197</c:v>
              </c:pt>
              <c:pt idx="155">
                <c:v>20.70139272595844</c:v>
              </c:pt>
              <c:pt idx="156">
                <c:v>20.628260695446354</c:v>
              </c:pt>
              <c:pt idx="157">
                <c:v>20.555096896335225</c:v>
              </c:pt>
              <c:pt idx="158">
                <c:v>20.481900987231757</c:v>
              </c:pt>
              <c:pt idx="159">
                <c:v>20.408672623526275</c:v>
              </c:pt>
              <c:pt idx="160">
                <c:v>20.335411457392727</c:v>
              </c:pt>
              <c:pt idx="161">
                <c:v>20.26211713778935</c:v>
              </c:pt>
              <c:pt idx="162">
                <c:v>20.18878931046171</c:v>
              </c:pt>
              <c:pt idx="163">
                <c:v>20.115427617949262</c:v>
              </c:pt>
              <c:pt idx="164">
                <c:v>20.042031699591966</c:v>
              </c:pt>
              <c:pt idx="165">
                <c:v>19.96860119154135</c:v>
              </c:pt>
              <c:pt idx="166">
                <c:v>19.895135726774335</c:v>
              </c:pt>
              <c:pt idx="167">
                <c:v>19.821634935107685</c:v>
              </c:pt>
              <c:pt idx="168">
                <c:v>19.748098443220368</c:v>
              </c:pt>
              <c:pt idx="169">
                <c:v>19.67452587467294</c:v>
              </c:pt>
              <c:pt idx="170">
                <c:v>19.60091684993528</c:v>
              </c:pt>
              <c:pt idx="171">
                <c:v>19.52727098641643</c:v>
              </c:pt>
              <c:pt idx="172">
                <c:v>19.453587898498107</c:v>
              </c:pt>
              <c:pt idx="173">
                <c:v>19.37986719757232</c:v>
              </c:pt>
              <c:pt idx="174">
                <c:v>19.306108492084405</c:v>
              </c:pt>
              <c:pt idx="175">
                <c:v>19.232311387579482</c:v>
              </c:pt>
              <c:pt idx="176">
                <c:v>19.158475486754334</c:v>
              </c:pt>
              <c:pt idx="177">
                <c:v>19.0846003895159</c:v>
              </c:pt>
              <c:pt idx="178">
                <c:v>19.01068569304248</c:v>
              </c:pt>
              <c:pt idx="179">
                <c:v>18.936730991853608</c:v>
              </c:pt>
              <c:pt idx="180">
                <c:v>18.86273587788522</c:v>
              </c:pt>
              <c:pt idx="181">
                <c:v>18.788699940570154</c:v>
              </c:pt>
              <c:pt idx="182">
                <c:v>18.714622766927924</c:v>
              </c:pt>
              <c:pt idx="183">
                <c:v>18.640503941660473</c:v>
              </c:pt>
              <c:pt idx="184">
                <c:v>18.56634304725531</c:v>
              </c:pt>
              <c:pt idx="185">
                <c:v>18.49213966409976</c:v>
              </c:pt>
              <c:pt idx="186">
                <c:v>18.41789337059927</c:v>
              </c:pt>
              <c:pt idx="187">
                <c:v>18.34360374330955</c:v>
              </c:pt>
              <c:pt idx="188">
                <c:v>18.26927035707713</c:v>
              </c:pt>
              <c:pt idx="189">
                <c:v>18.194892785188163</c:v>
              </c:pt>
              <c:pt idx="190">
                <c:v>18.120470599531398</c:v>
              </c:pt>
              <c:pt idx="191">
                <c:v>18.0460033707707</c:v>
              </c:pt>
              <c:pt idx="192">
                <c:v>17.971490668530546</c:v>
              </c:pt>
              <c:pt idx="193">
                <c:v>17.896932061596054</c:v>
              </c:pt>
              <c:pt idx="194">
                <c:v>17.82232711812316</c:v>
              </c:pt>
              <c:pt idx="195">
                <c:v>17.747675405866605</c:v>
              </c:pt>
              <c:pt idx="196">
                <c:v>17.672976492423363</c:v>
              </c:pt>
              <c:pt idx="197">
                <c:v>17.59822994548873</c:v>
              </c:pt>
              <c:pt idx="198">
                <c:v>17.523435333135062</c:v>
              </c:pt>
              <c:pt idx="199">
                <c:v>17.448592224104033</c:v>
              </c:pt>
              <c:pt idx="200">
                <c:v>17.373700188121152</c:v>
              </c:pt>
              <c:pt idx="201">
                <c:v>17.298758796228842</c:v>
              </c:pt>
              <c:pt idx="202">
                <c:v>17.22376762114326</c:v>
              </c:pt>
              <c:pt idx="203">
                <c:v>17.14872623763061</c:v>
              </c:pt>
              <c:pt idx="204">
                <c:v>17.073634222912425</c:v>
              </c:pt>
              <c:pt idx="205">
                <c:v>16.998491157091426</c:v>
              </c:pt>
              <c:pt idx="206">
                <c:v>16.923296623607598</c:v>
              </c:pt>
              <c:pt idx="207">
                <c:v>16.848050209723038</c:v>
              </c:pt>
              <c:pt idx="208">
                <c:v>16.772751507034595</c:v>
              </c:pt>
              <c:pt idx="209">
                <c:v>16.697400112020905</c:v>
              </c:pt>
              <c:pt idx="210">
                <c:v>16.62199562662345</c:v>
              </c:pt>
              <c:pt idx="211">
                <c:v>16.546537658861254</c:v>
              </c:pt>
              <c:pt idx="212">
                <c:v>16.471025823486908</c:v>
              </c:pt>
              <c:pt idx="213">
                <c:v>16.39545974268033</c:v>
              </c:pt>
              <c:pt idx="214">
                <c:v>16.319839046786385</c:v>
              </c:pt>
              <c:pt idx="215">
                <c:v>16.244163375097624</c:v>
              </c:pt>
              <c:pt idx="216">
                <c:v>16.16843237668463</c:v>
              </c:pt>
              <c:pt idx="217">
                <c:v>16.092645711276937</c:v>
              </c:pt>
              <c:pt idx="218">
                <c:v>16.016803050199627</c:v>
              </c:pt>
              <c:pt idx="219">
                <c:v>15.940904077362596</c:v>
              </c:pt>
              <c:pt idx="220">
                <c:v>15.864948490315614</c:v>
              </c:pt>
              <c:pt idx="221">
                <c:v>15.788936001362584</c:v>
              </c:pt>
              <c:pt idx="222">
                <c:v>15.712866338746991</c:v>
              </c:pt>
              <c:pt idx="223">
                <c:v>15.636739247907355</c:v>
              </c:pt>
              <c:pt idx="224">
                <c:v>15.560554492808627</c:v>
              </c:pt>
              <c:pt idx="225">
                <c:v>15.484311857356795</c:v>
              </c:pt>
              <c:pt idx="226">
                <c:v>15.408011146896389</c:v>
              </c:pt>
              <c:pt idx="227">
                <c:v>15.331652189801567</c:v>
              </c:pt>
              <c:pt idx="228">
                <c:v>15.25523483915978</c:v>
              </c:pt>
              <c:pt idx="229">
                <c:v>15.178758974563772</c:v>
              </c:pt>
              <c:pt idx="230">
                <c:v>15.102224504005983</c:v>
              </c:pt>
              <c:pt idx="231">
                <c:v>15.025631365893041</c:v>
              </c:pt>
              <c:pt idx="232">
                <c:v>14.948979531179848</c:v>
              </c:pt>
              <c:pt idx="233">
                <c:v>14.8722690056358</c:v>
              </c:pt>
              <c:pt idx="234">
                <c:v>14.795499832247291</c:v>
              </c:pt>
              <c:pt idx="235">
                <c:v>14.718672093768461</c:v>
              </c:pt>
              <c:pt idx="236">
                <c:v>14.641785915427386</c:v>
              </c:pt>
              <c:pt idx="237">
                <c:v>14.564841467797491</c:v>
              </c:pt>
              <c:pt idx="238">
                <c:v>14.487838969845853</c:v>
              </c:pt>
              <c:pt idx="239">
                <c:v>14.410778692168588</c:v>
              </c:pt>
              <c:pt idx="240">
                <c:v>14.333660960425485</c:v>
              </c:pt>
              <c:pt idx="241">
                <c:v>14.256486158985243</c:v>
              </c:pt>
              <c:pt idx="242">
                <c:v>14.17925473479884</c:v>
              </c:pt>
              <c:pt idx="243">
                <c:v>14.101967201508645</c:v>
              </c:pt>
              <c:pt idx="244">
                <c:v>14.024624143816473</c:v>
              </c:pt>
              <c:pt idx="245">
                <c:v>13.94722622212077</c:v>
              </c:pt>
              <c:pt idx="246">
                <c:v>13.869774177443613</c:v>
              </c:pt>
              <c:pt idx="247">
                <c:v>13.792268836665945</c:v>
              </c:pt>
              <c:pt idx="248">
                <c:v>13.714711118090392</c:v>
              </c:pt>
              <c:pt idx="249">
                <c:v>13.637102037352445</c:v>
              </c:pt>
              <c:pt idx="250">
                <c:v>13.559442713705891</c:v>
              </c:pt>
              <c:pt idx="251">
                <c:v>13.48173437670312</c:v>
              </c:pt>
              <c:pt idx="252">
                <c:v>13.40397837329865</c:v>
              </c:pt>
              <c:pt idx="253">
                <c:v>13.326176175404656</c:v>
              </c:pt>
              <c:pt idx="254">
                <c:v>13.248329387925882</c:v>
              </c:pt>
              <c:pt idx="255">
                <c:v>13.170439757307</c:v>
              </c:pt>
              <c:pt idx="256">
                <c:v>13.092509180630017</c:v>
              </c:pt>
              <c:pt idx="257">
                <c:v>13.014539715291237</c:v>
              </c:pt>
              <c:pt idx="258">
                <c:v>12.936533589304817</c:v>
              </c:pt>
              <c:pt idx="259">
                <c:v>12.858493212269902</c:v>
              </c:pt>
              <c:pt idx="260">
                <c:v>12.780421187047855</c:v>
              </c:pt>
              <c:pt idx="261">
                <c:v>12.702320322198284</c:v>
              </c:pt>
              <c:pt idx="262">
                <c:v>12.624193645225754</c:v>
              </c:pt>
              <c:pt idx="263">
                <c:v>12.54604441669012</c:v>
              </c:pt>
              <c:pt idx="264">
                <c:v>12.467876145243562</c:v>
              </c:pt>
              <c:pt idx="265">
                <c:v>12.389692603653383</c:v>
              </c:pt>
              <c:pt idx="266">
                <c:v>12.311497845883178</c:v>
              </c:pt>
              <c:pt idx="267">
                <c:v>12.233296225302476</c:v>
              </c:pt>
              <c:pt idx="268">
                <c:v>12.155092414101121</c:v>
              </c:pt>
              <c:pt idx="269">
                <c:v>12.076891423996432</c:v>
              </c:pt>
              <c:pt idx="270">
                <c:v>11.998698628321021</c:v>
              </c:pt>
              <c:pt idx="271">
                <c:v>11.920519785583576</c:v>
              </c:pt>
              <c:pt idx="272">
                <c:v>11.842361064611834</c:v>
              </c:pt>
              <c:pt idx="273">
                <c:v>11.764229071381976</c:v>
              </c:pt>
              <c:pt idx="274">
                <c:v>11.686130877654067</c:v>
              </c:pt>
              <c:pt idx="275">
                <c:v>11.608074051542784</c:v>
              </c:pt>
              <c:pt idx="276">
                <c:v>11.530066690151706</c:v>
              </c:pt>
              <c:pt idx="277">
                <c:v>11.452117454422574</c:v>
              </c:pt>
              <c:pt idx="278">
                <c:v>11.374235606346806</c:v>
              </c:pt>
              <c:pt idx="279">
                <c:v>11.296431048711185</c:v>
              </c:pt>
              <c:pt idx="280">
                <c:v>11.2187143675469</c:v>
              </c:pt>
              <c:pt idx="281">
                <c:v>11.141096877475805</c:v>
              </c:pt>
              <c:pt idx="282">
                <c:v>11.063590670149763</c:v>
              </c:pt>
              <c:pt idx="283">
                <c:v>10.986208666000627</c:v>
              </c:pt>
              <c:pt idx="284">
                <c:v>10.90896466952502</c:v>
              </c:pt>
              <c:pt idx="285">
                <c:v>10.831873428348409</c:v>
              </c:pt>
              <c:pt idx="286">
                <c:v>10.754950696328477</c:v>
              </c:pt>
              <c:pt idx="287">
                <c:v>10.67821330096229</c:v>
              </c:pt>
              <c:pt idx="288">
                <c:v>10.601679215397613</c:v>
              </c:pt>
              <c:pt idx="289">
                <c:v>10.525367635348424</c:v>
              </c:pt>
              <c:pt idx="290">
                <c:v>10.449299061238904</c:v>
              </c:pt>
              <c:pt idx="291">
                <c:v>10.373495385921464</c:v>
              </c:pt>
              <c:pt idx="292">
                <c:v>10.297979988320659</c:v>
              </c:pt>
              <c:pt idx="293">
                <c:v>10.222777833388344</c:v>
              </c:pt>
              <c:pt idx="294">
                <c:v>10.14791557875528</c:v>
              </c:pt>
              <c:pt idx="295">
                <c:v>10.073421688496886</c:v>
              </c:pt>
              <c:pt idx="296">
                <c:v>9.999326554433445</c:v>
              </c:pt>
              <c:pt idx="297">
                <c:v>9.925662625409593</c:v>
              </c:pt>
              <c:pt idx="298">
                <c:v>9.852464545002443</c:v>
              </c:pt>
              <c:pt idx="299">
                <c:v>9.779769298122671</c:v>
              </c:pt>
              <c:pt idx="300">
                <c:v>9.70761636697667</c:v>
              </c:pt>
              <c:pt idx="301">
                <c:v>9.636047896861504</c:v>
              </c:pt>
              <c:pt idx="302">
                <c:v>9.565108872261927</c:v>
              </c:pt>
              <c:pt idx="303">
                <c:v>9.494847303708546</c:v>
              </c:pt>
              <c:pt idx="304">
                <c:v>9.425314425845393</c:v>
              </c:pt>
              <c:pt idx="305">
                <c:v>9.356564907122603</c:v>
              </c:pt>
              <c:pt idx="306">
                <c:v>9.28865707150493</c:v>
              </c:pt>
              <c:pt idx="307">
                <c:v>9.221653132532063</c:v>
              </c:pt>
              <c:pt idx="308">
                <c:v>9.155619440012337</c:v>
              </c:pt>
              <c:pt idx="309">
                <c:v>9.090626739556427</c:v>
              </c:pt>
              <c:pt idx="310">
                <c:v>9.02675044505861</c:v>
              </c:pt>
              <c:pt idx="311">
                <c:v>8.964070924128457</c:v>
              </c:pt>
              <c:pt idx="312">
                <c:v>8.902673796339277</c:v>
              </c:pt>
              <c:pt idx="313">
                <c:v>8.84265024399956</c:v>
              </c:pt>
              <c:pt idx="314">
                <c:v>8.784097334975929</c:v>
              </c:pt>
              <c:pt idx="315">
                <c:v>8.727118356886256</c:v>
              </c:pt>
              <c:pt idx="316">
                <c:v>8.671823161744937</c:v>
              </c:pt>
              <c:pt idx="317">
                <c:v>8.618328519881597</c:v>
              </c:pt>
              <c:pt idx="318">
                <c:v>8.566758481667485</c:v>
              </c:pt>
              <c:pt idx="319">
                <c:v>8.517244745272485</c:v>
              </c:pt>
              <c:pt idx="320">
                <c:v>8.4699270283468</c:v>
              </c:pt>
              <c:pt idx="321">
                <c:v>8.424953441181579</c:v>
              </c:pt>
              <c:pt idx="322">
                <c:v>8.382480858558456</c:v>
              </c:pt>
              <c:pt idx="323">
                <c:v>8.342675287166209</c:v>
              </c:pt>
              <c:pt idx="324">
                <c:v>8.305712225148099</c:v>
              </c:pt>
              <c:pt idx="325">
                <c:v>8.271777010086247</c:v>
              </c:pt>
              <c:pt idx="326">
                <c:v>8.241065151521754</c:v>
              </c:pt>
              <c:pt idx="327">
                <c:v>8.213782644009955</c:v>
              </c:pt>
              <c:pt idx="328">
                <c:v>8.190146256722976</c:v>
              </c:pt>
              <c:pt idx="329">
                <c:v>8.170383795789958</c:v>
              </c:pt>
              <c:pt idx="330">
                <c:v>8.154734335922162</c:v>
              </c:pt>
              <c:pt idx="331">
                <c:v>8.143448418468369</c:v>
              </c:pt>
              <c:pt idx="332">
                <c:v>8.136788213886952</c:v>
              </c:pt>
              <c:pt idx="333">
                <c:v>8.135027647765044</c:v>
              </c:pt>
              <c:pt idx="334">
                <c:v>8.138452490960717</c:v>
              </c:pt>
              <c:pt idx="335">
                <c:v>8.147360416219406</c:v>
              </c:pt>
              <c:pt idx="336">
                <c:v>8.162061025712973</c:v>
              </c:pt>
              <c:pt idx="337">
                <c:v>8.182875856354874</c:v>
              </c:pt>
              <c:pt idx="338">
                <c:v>8.210138372424774</c:v>
              </c:pt>
              <c:pt idx="339">
                <c:v>8.244193957932842</c:v>
              </c:pt>
              <c:pt idx="340">
                <c:v>8.285399924201432</c:v>
              </c:pt>
              <c:pt idx="341">
                <c:v>8.334125551239685</c:v>
              </c:pt>
              <c:pt idx="342">
                <c:v>8.390752184546331</c:v>
              </c:pt>
              <c:pt idx="343">
                <c:v>8.455673411865098</c:v>
              </c:pt>
              <c:pt idx="344">
                <c:v>8.529295347053264</c:v>
              </c:pt>
              <c:pt idx="345">
                <c:v>8.612037050478937</c:v>
              </c:pt>
              <c:pt idx="346">
                <c:v>8.70433111717728</c:v>
              </c:pt>
              <c:pt idx="347">
                <c:v>8.806624465310446</c:v>
              </c:pt>
              <c:pt idx="348">
                <c:v>8.919379358273915</c:v>
              </c:pt>
              <c:pt idx="349">
                <c:v>9.043074694101074</c:v>
              </c:pt>
              <c:pt idx="350">
                <c:v>9.178207595739151</c:v>
              </c:pt>
              <c:pt idx="351">
                <c:v>9.325295335352928</c:v>
              </c:pt>
              <c:pt idx="352">
                <c:v>9.484877625298644</c:v>
              </c:pt>
              <c:pt idx="353">
                <c:v>9.657519307914788</c:v>
              </c:pt>
              <c:pt idx="354">
                <c:v>9.843813476020081</c:v>
              </c:pt>
              <c:pt idx="355">
                <c:v>10.044385056211343</c:v>
              </c:pt>
              <c:pt idx="356">
                <c:v>10.259894887871933</c:v>
              </c:pt>
              <c:pt idx="357">
                <c:v>10.491044332428462</c:v>
              </c:pt>
              <c:pt idx="358">
                <c:v>10.738580449951769</c:v>
              </c:pt>
              <c:pt idx="359">
                <c:v>11.003301783732196</c:v>
              </c:pt>
              <c:pt idx="360">
                <c:v>11.286064798060954</c:v>
              </c:pt>
              <c:pt idx="361">
                <c:v>11.587791019944248</c:v>
              </c:pt>
              <c:pt idx="362">
                <c:v>11.909474941852766</c:v>
              </c:pt>
              <c:pt idx="363">
                <c:v>12.252192749489806</c:v>
              </c:pt>
              <c:pt idx="364">
                <c:v>12.617111945631267</c:v>
              </c:pt>
              <c:pt idx="365">
                <c:v>13.005501947733089</c:v>
              </c:pt>
              <c:pt idx="366">
                <c:v>13.418745742341338</c:v>
              </c:pt>
              <c:pt idx="367">
                <c:v>13.858352682289885</c:v>
              </c:pt>
              <c:pt idx="368">
                <c:v>14.325972511297444</c:v>
              </c:pt>
              <c:pt idx="369">
                <c:v>14.823410692730379</c:v>
              </c:pt>
              <c:pt idx="370">
                <c:v>15.352645101196126</c:v>
              </c:pt>
              <c:pt idx="371">
                <c:v>15.915844102565877</c:v>
              </c:pt>
              <c:pt idx="372">
                <c:v>16.51538599284668</c:v>
              </c:pt>
              <c:pt idx="373">
                <c:v>17.153879679105668</c:v>
              </c:pt>
              <c:pt idx="374">
                <c:v>17.834186352341696</c:v>
              </c:pt>
              <c:pt idx="375">
                <c:v>18.559441702942163</c:v>
              </c:pt>
              <c:pt idx="376">
                <c:v>19.33307793621974</c:v>
              </c:pt>
              <c:pt idx="377">
                <c:v>20.15884441990326</c:v>
              </c:pt>
              <c:pt idx="378">
                <c:v>21.040825183062122</c:v>
              </c:pt>
              <c:pt idx="379">
                <c:v>21.983450613227326</c:v>
              </c:pt>
              <c:pt idx="380">
                <c:v>22.991499465407053</c:v>
              </c:pt>
              <c:pt idx="381">
                <c:v>24.070085570482078</c:v>
              </c:pt>
              <c:pt idx="382">
                <c:v>25.224621241499833</c:v>
              </c:pt>
              <c:pt idx="383">
                <c:v>26.46074611556926</c:v>
              </c:pt>
              <c:pt idx="384">
                <c:v>27.78420580227941</c:v>
              </c:pt>
              <c:pt idx="385">
                <c:v>29.200659015202096</c:v>
              </c:pt>
              <c:pt idx="386">
                <c:v>30.715384725010672</c:v>
              </c:pt>
              <c:pt idx="387">
                <c:v>32.33285247137962</c:v>
              </c:pt>
              <c:pt idx="388">
                <c:v>34.056110137705794</c:v>
              </c:pt>
              <c:pt idx="389">
                <c:v>35.885936323209584</c:v>
              </c:pt>
              <c:pt idx="390">
                <c:v>37.81970324215752</c:v>
              </c:pt>
              <c:pt idx="391">
                <c:v>39.8499085962294</c:v>
              </c:pt>
              <c:pt idx="392">
                <c:v>41.96237347685433</c:v>
              </c:pt>
              <c:pt idx="393">
                <c:v>44.13418495409329</c:v>
              </c:pt>
              <c:pt idx="394">
                <c:v>46.33160407049017</c:v>
              </c:pt>
              <c:pt idx="395">
                <c:v>48.50836870264624</c:v>
              </c:pt>
              <c:pt idx="396">
                <c:v>50.60506790575467</c:v>
              </c:pt>
              <c:pt idx="397">
                <c:v>52.550456457670116</c:v>
              </c:pt>
              <c:pt idx="398">
                <c:v>54.26554183741523</c:v>
              </c:pt>
              <c:pt idx="399">
                <c:v>55.670805936524395</c:v>
              </c:pt>
              <c:pt idx="400">
                <c:v>56.69593802758497</c:v>
              </c:pt>
              <c:pt idx="401">
                <c:v>57.29020274383902</c:v>
              </c:pt>
              <c:pt idx="402">
                <c:v>57.4306840382543</c:v>
              </c:pt>
              <c:pt idx="403">
                <c:v>57.12583645361084</c:v>
              </c:pt>
              <c:pt idx="404">
                <c:v>56.41321313351376</c:v>
              </c:pt>
              <c:pt idx="405">
                <c:v>55.352259474835066</c:v>
              </c:pt>
              <c:pt idx="406">
                <c:v>54.01457123725241</c:v>
              </c:pt>
              <c:pt idx="407">
                <c:v>52.474322768312106</c:v>
              </c:pt>
              <c:pt idx="408">
                <c:v>50.80080434591061</c:v>
              </c:pt>
              <c:pt idx="409">
                <c:v>49.05382929928383</c:v>
              </c:pt>
              <c:pt idx="410">
                <c:v>47.281802359596846</c:v>
              </c:pt>
              <c:pt idx="411">
                <c:v>45.521741786632525</c:v>
              </c:pt>
              <c:pt idx="412">
                <c:v>43.80046279008619</c:v>
              </c:pt>
              <c:pt idx="413">
                <c:v>42.13627612117606</c:v>
              </c:pt>
              <c:pt idx="414">
                <c:v>40.54077097761416</c:v>
              </c:pt>
              <c:pt idx="415">
                <c:v>39.02044328638143</c:v>
              </c:pt>
              <c:pt idx="416">
                <c:v>37.578066973927314</c:v>
              </c:pt>
              <c:pt idx="417">
                <c:v>36.21378852181434</c:v>
              </c:pt>
              <c:pt idx="418">
                <c:v>34.92596771875002</c:v>
              </c:pt>
              <c:pt idx="419">
                <c:v>33.71180468312609</c:v>
              </c:pt>
              <c:pt idx="420">
                <c:v>32.56779620184465</c:v>
              </c:pt>
              <c:pt idx="421">
                <c:v>31.49006057277832</c:v>
              </c:pt>
              <c:pt idx="422">
                <c:v>30.474563734537398</c:v>
              </c:pt>
              <c:pt idx="423">
                <c:v>29.517272750849436</c:v>
              </c:pt>
              <c:pt idx="424">
                <c:v>28.614256695979996</c:v>
              </c:pt>
              <c:pt idx="425">
                <c:v>27.761750003054093</c:v>
              </c:pt>
              <c:pt idx="426">
                <c:v>26.95618940099019</c:v>
              </c:pt>
              <c:pt idx="427">
                <c:v>26.194232551553032</c:v>
              </c:pt>
              <c:pt idx="428">
                <c:v>25.47276423730959</c:v>
              </c:pt>
              <c:pt idx="429">
                <c:v>24.78889428081297</c:v>
              </c:pt>
              <c:pt idx="430">
                <c:v>24.139950154697104</c:v>
              </c:pt>
              <c:pt idx="431">
                <c:v>23.523466357598075</c:v>
              </c:pt>
              <c:pt idx="432">
                <c:v>22.9371719943127</c:v>
              </c:pt>
              <c:pt idx="433">
                <c:v>22.378977543237678</c:v>
              </c:pt>
              <c:pt idx="434">
                <c:v>21.84696147037479</c:v>
              </c:pt>
              <c:pt idx="435">
                <c:v>21.339357120504562</c:v>
              </c:pt>
              <c:pt idx="436">
                <c:v>20.854540155601487</c:v>
              </c:pt>
              <c:pt idx="437">
                <c:v>20.39101669906093</c:v>
              </c:pt>
              <c:pt idx="438">
                <c:v>19.947412267611924</c:v>
              </c:pt>
              <c:pt idx="439">
                <c:v>19.522461520861935</c:v>
              </c:pt>
              <c:pt idx="440">
                <c:v>19.11499882412971</c:v>
              </c:pt>
              <c:pt idx="441">
                <c:v>18.723949598097832</c:v>
              </c:pt>
              <c:pt idx="442">
                <c:v>18.348322415459844</c:v>
              </c:pt>
              <c:pt idx="443">
                <c:v>17.987201797213373</c:v>
              </c:pt>
              <c:pt idx="444">
                <c:v>17.639741657847274</c:v>
              </c:pt>
              <c:pt idx="445">
                <c:v>17.305159347989044</c:v>
              </c:pt>
              <c:pt idx="446">
                <c:v>16.98273024411348</c:v>
              </c:pt>
              <c:pt idx="447">
                <c:v>16.67178283716076</c:v>
              </c:pt>
              <c:pt idx="448">
                <c:v>16.371694274719935</c:v>
              </c:pt>
              <c:pt idx="449">
                <c:v>16.08188631460759</c:v>
              </c:pt>
              <c:pt idx="450">
                <c:v>15.80182165100024</c:v>
              </c:pt>
              <c:pt idx="451">
                <c:v>15.531000577511142</c:v>
              </c:pt>
              <c:pt idx="452">
                <c:v>15.268957954799992</c:v>
              </c:pt>
              <c:pt idx="453">
                <c:v>15.015260453266544</c:v>
              </c:pt>
              <c:pt idx="454">
                <c:v>14.769504044190208</c:v>
              </c:pt>
              <c:pt idx="455">
                <c:v>14.531311715241701</c:v>
              </c:pt>
              <c:pt idx="456">
                <c:v>14.300331388671554</c:v>
              </c:pt>
              <c:pt idx="457">
                <c:v>14.076234022615717</c:v>
              </c:pt>
              <c:pt idx="458">
                <c:v>13.858711877927078</c:v>
              </c:pt>
              <c:pt idx="459">
                <c:v>13.64747693470209</c:v>
              </c:pt>
              <c:pt idx="460">
                <c:v>13.442259444258484</c:v>
              </c:pt>
              <c:pt idx="461">
                <c:v>13.242806603755545</c:v>
              </c:pt>
              <c:pt idx="462">
                <c:v>13.048881341940081</c:v>
              </c:pt>
              <c:pt idx="463">
                <c:v>12.860261205642582</c:v>
              </c:pt>
              <c:pt idx="464">
                <c:v>12.676737337691545</c:v>
              </c:pt>
              <c:pt idx="465">
                <c:v>12.498113537848678</c:v>
              </c:pt>
              <c:pt idx="466">
                <c:v>12.32420539916971</c:v>
              </c:pt>
              <c:pt idx="467">
                <c:v>12.1548395129811</c:v>
              </c:pt>
              <c:pt idx="468">
                <c:v>11.989852736295385</c:v>
              </c:pt>
              <c:pt idx="469">
                <c:v>11.829091516096812</c:v>
              </c:pt>
              <c:pt idx="470">
                <c:v>11.672411265477145</c:v>
              </c:pt>
              <c:pt idx="471">
                <c:v>11.519675787057686</c:v>
              </c:pt>
              <c:pt idx="472">
                <c:v>11.37075673958842</c:v>
              </c:pt>
              <c:pt idx="473">
                <c:v>11.225533143981377</c:v>
              </c:pt>
              <c:pt idx="474">
                <c:v>11.083890925406031</c:v>
              </c:pt>
              <c:pt idx="475">
                <c:v>10.945722488358237</c:v>
              </c:pt>
              <c:pt idx="476">
                <c:v>10.81092632192658</c:v>
              </c:pt>
              <c:pt idx="477">
                <c:v>10.679406632707986</c:v>
              </c:pt>
              <c:pt idx="478">
                <c:v>10.551073003067321</c:v>
              </c:pt>
              <c:pt idx="479">
                <c:v>10.425840072634019</c:v>
              </c:pt>
              <c:pt idx="480">
                <c:v>10.303627241121633</c:v>
              </c:pt>
              <c:pt idx="481">
                <c:v>10.184358390717223</c:v>
              </c:pt>
              <c:pt idx="482">
                <c:v>10.067961626441653</c:v>
              </c:pt>
              <c:pt idx="483">
                <c:v>9.954369033024745</c:v>
              </c:pt>
              <c:pt idx="484">
                <c:v>9.843516446956205</c:v>
              </c:pt>
              <c:pt idx="485">
                <c:v>9.735343242491282</c:v>
              </c:pt>
              <c:pt idx="486">
                <c:v>9.629792130492497</c:v>
              </c:pt>
              <c:pt idx="487">
                <c:v>9.526808969085783</c:v>
              </c:pt>
              <c:pt idx="488">
                <c:v>9.4263425851875</c:v>
              </c:pt>
              <c:pt idx="489">
                <c:v>9.328344606044206</c:v>
              </c:pt>
              <c:pt idx="490">
                <c:v>9.232769299999669</c:v>
              </c:pt>
              <c:pt idx="491">
                <c:v>9.139573425759806</c:v>
              </c:pt>
              <c:pt idx="492">
                <c:v>9.04871608950059</c:v>
              </c:pt>
              <c:pt idx="493">
                <c:v>8.960158609207932</c:v>
              </c:pt>
              <c:pt idx="494">
                <c:v>8.873864385696344</c:v>
              </c:pt>
              <c:pt idx="495">
                <c:v>8.789798779800208</c:v>
              </c:pt>
              <c:pt idx="496">
                <c:v>8.70792899527353</c:v>
              </c:pt>
              <c:pt idx="497">
                <c:v>8.628223966976305</c:v>
              </c:pt>
              <c:pt idx="498">
                <c:v>8.550654253965801</c:v>
              </c:pt>
              <c:pt idx="499">
                <c:v>8.475191937142409</c:v>
              </c:pt>
              <c:pt idx="500">
                <c:v>8.40181052113707</c:v>
              </c:pt>
              <c:pt idx="501">
                <c:v>8.330484840158277</c:v>
              </c:pt>
              <c:pt idx="502">
                <c:v>8.26119096754107</c:v>
              </c:pt>
              <c:pt idx="503">
                <c:v>8.19390612877616</c:v>
              </c:pt>
              <c:pt idx="504">
                <c:v>8.128608617814589</c:v>
              </c:pt>
              <c:pt idx="505">
                <c:v>8.065277716475176</c:v>
              </c:pt>
              <c:pt idx="506">
                <c:v>8.003893616797008</c:v>
              </c:pt>
              <c:pt idx="507">
                <c:v>7.944437346209239</c:v>
              </c:pt>
              <c:pt idx="508">
                <c:v>7.886890695401778</c:v>
              </c:pt>
              <c:pt idx="509">
                <c:v>7.831236148805439</c:v>
              </c:pt>
              <c:pt idx="510">
                <c:v>7.777456817603019</c:v>
              </c:pt>
              <c:pt idx="511">
                <c:v>7.725536375212567</c:v>
              </c:pt>
              <c:pt idx="512">
                <c:v>7.675458995193239</c:v>
              </c:pt>
              <c:pt idx="513">
                <c:v>7.627209291543682</c:v>
              </c:pt>
              <c:pt idx="514">
                <c:v>7.580772261369401</c:v>
              </c:pt>
              <c:pt idx="515">
                <c:v>7.53613322990916</c:v>
              </c:pt>
              <c:pt idx="516">
                <c:v>7.493277797916792</c:v>
              </c:pt>
              <c:pt idx="517">
                <c:v>7.452191791406374</c:v>
              </c:pt>
              <c:pt idx="518">
                <c:v>7.41286121377099</c:v>
              </c:pt>
              <c:pt idx="519">
                <c:v>7.375272200291828</c:v>
              </c:pt>
              <c:pt idx="520">
                <c:v>7.339410975058977</c:v>
              </c:pt>
              <c:pt idx="521">
                <c:v>7.305263810324757</c:v>
              </c:pt>
              <c:pt idx="522">
                <c:v>7.272816988314189</c:v>
              </c:pt>
              <c:pt idx="523">
                <c:v>7.242056765512721</c:v>
              </c:pt>
              <c:pt idx="524">
                <c:v>7.212969339454583</c:v>
              </c:pt>
              <c:pt idx="525">
                <c:v>7.185540818026202</c:v>
              </c:pt>
              <c:pt idx="526">
                <c:v>7.159757191300329</c:v>
              </c:pt>
              <c:pt idx="527">
                <c:v>7.1356043059071546</c:v>
              </c:pt>
              <c:pt idx="528">
                <c:v>7.113067841945128</c:v>
              </c:pt>
              <c:pt idx="529">
                <c:v>7.092133292425219</c:v>
              </c:pt>
              <c:pt idx="530">
                <c:v>7.0727859452364035</c:v>
              </c:pt>
              <c:pt idx="531">
                <c:v>7.055010867609854</c:v>
              </c:pt>
              <c:pt idx="532">
                <c:v>7.038792893052343</c:v>
              </c:pt>
              <c:pt idx="533">
                <c:v>7.024116610708641</c:v>
              </c:pt>
              <c:pt idx="534">
                <c:v>7.010966357104755</c:v>
              </c:pt>
              <c:pt idx="535">
                <c:v>6.999326210213018</c:v>
              </c:pt>
              <c:pt idx="536">
                <c:v>6.989179985772697</c:v>
              </c:pt>
              <c:pt idx="537">
                <c:v>6.98051123578853</c:v>
              </c:pt>
              <c:pt idx="538">
                <c:v>6.973303249123144</c:v>
              </c:pt>
              <c:pt idx="539">
                <c:v>6.967539054089916</c:v>
              </c:pt>
              <c:pt idx="540">
                <c:v>6.96320142294561</c:v>
              </c:pt>
              <c:pt idx="541">
                <c:v>6.960272878175592</c:v>
              </c:pt>
              <c:pt idx="542">
                <c:v>6.958735700458192</c:v>
              </c:pt>
              <c:pt idx="543">
                <c:v>6.958571938189687</c:v>
              </c:pt>
              <c:pt idx="544">
                <c:v>6.959763418447461</c:v>
              </c:pt>
              <c:pt idx="545">
                <c:v>6.962291759265061</c:v>
              </c:pt>
              <c:pt idx="546">
                <c:v>6.966138383091149</c:v>
              </c:pt>
              <c:pt idx="547">
                <c:v>6.971284531302807</c:v>
              </c:pt>
              <c:pt idx="548">
                <c:v>6.977711279643539</c:v>
              </c:pt>
              <c:pt idx="549">
                <c:v>6.985399554456401</c:v>
              </c:pt>
              <c:pt idx="550">
                <c:v>6.994330149585067</c:v>
              </c:pt>
              <c:pt idx="551">
                <c:v>7.0044837438173655</c:v>
              </c:pt>
              <c:pt idx="552">
                <c:v>7.015840918749658</c:v>
              </c:pt>
              <c:pt idx="553">
                <c:v>7.028382176953774</c:v>
              </c:pt>
              <c:pt idx="554">
                <c:v>7.0420879603332365</c:v>
              </c:pt>
              <c:pt idx="555">
                <c:v>7.056938668561157</c:v>
              </c:pt>
              <c:pt idx="556">
                <c:v>7.072914677497086</c:v>
              </c:pt>
              <c:pt idx="557">
                <c:v>7.089996357487101</c:v>
              </c:pt>
              <c:pt idx="558">
                <c:v>7.108164091456989</c:v>
              </c:pt>
              <c:pt idx="559">
                <c:v>7.127398292716868</c:v>
              </c:pt>
              <c:pt idx="560">
                <c:v>7.147679422400472</c:v>
              </c:pt>
              <c:pt idx="561">
                <c:v>7.168988006470977</c:v>
              </c:pt>
              <c:pt idx="562">
                <c:v>7.191304652231805</c:v>
              </c:pt>
              <c:pt idx="563">
                <c:v>7.214610064287482</c:v>
              </c:pt>
              <c:pt idx="564">
                <c:v>7.238885059907439</c:v>
              </c:pt>
              <c:pt idx="565">
                <c:v>7.264110583752137</c:v>
              </c:pt>
              <c:pt idx="566">
                <c:v>7.290267721926871</c:v>
              </c:pt>
              <c:pt idx="567">
                <c:v>7.317337715335691</c:v>
              </c:pt>
              <c:pt idx="568">
                <c:v>7.345301972313611</c:v>
              </c:pt>
              <c:pt idx="569">
                <c:v>7.374142080520986</c:v>
              </c:pt>
              <c:pt idx="570">
                <c:v>7.403839818089703</c:v>
              </c:pt>
              <c:pt idx="571">
                <c:v>7.434377164015037</c:v>
              </c:pt>
              <c:pt idx="572">
                <c:v>7.4657363077921195</c:v>
              </c:pt>
              <c:pt idx="573">
                <c:v>7.497899658301231</c:v>
              </c:pt>
              <c:pt idx="574">
                <c:v>7.530849851946447</c:v>
              </c:pt>
              <c:pt idx="575">
                <c:v>7.564569760062408</c:v>
              </c:pt>
              <c:pt idx="576">
                <c:v>7.599042495598305</c:v>
              </c:pt>
              <c:pt idx="577">
                <c:v>7.634251419098408</c:v>
              </c:pt>
              <c:pt idx="578">
                <c:v>7.670180143998127</c:v>
              </c:pt>
              <c:pt idx="579">
                <c:v>7.706812541253431</c:v>
              </c:pt>
              <c:pt idx="580">
                <c:v>7.744132743330805</c:v>
              </c:pt>
              <c:pt idx="581">
                <c:v>7.782125147577779</c:v>
              </c:pt>
              <c:pt idx="582">
                <c:v>7.8207744190015</c:v>
              </c:pt>
              <c:pt idx="583">
                <c:v>7.860065492480809</c:v>
              </c:pt>
              <c:pt idx="584">
                <c:v>7.899983574438283</c:v>
              </c:pt>
              <c:pt idx="585">
                <c:v>7.94051414400045</c:v>
              </c:pt>
              <c:pt idx="586">
                <c:v>7.9816429536718445</c:v>
              </c:pt>
              <c:pt idx="587">
                <c:v>8.023356029552126</c:v>
              </c:pt>
              <c:pt idx="588">
                <c:v>8.065639671121822</c:v>
              </c:pt>
              <c:pt idx="589">
                <c:v>8.108480450625574</c:v>
              </c:pt>
              <c:pt idx="590">
                <c:v>8.151865212076912</c:v>
              </c:pt>
              <c:pt idx="591">
                <c:v>8.195781069913984</c:v>
              </c:pt>
              <c:pt idx="592">
                <c:v>8.240215407328067</c:v>
              </c:pt>
              <c:pt idx="593">
                <c:v>8.285155874291823</c:v>
              </c:pt>
              <c:pt idx="594">
                <c:v>8.33059038531134</c:v>
              </c:pt>
              <c:pt idx="595">
                <c:v>8.376507116923191</c:v>
              </c:pt>
              <c:pt idx="596">
                <c:v>8.422894504960627</c:v>
              </c:pt>
              <c:pt idx="597">
                <c:v>8.469741241609828</c:v>
              </c:pt>
              <c:pt idx="598">
                <c:v>8.517036272275977</c:v>
              </c:pt>
              <c:pt idx="599">
                <c:v>8.564768792278464</c:v>
              </c:pt>
              <c:pt idx="600">
                <c:v>8.612928243395723</c:v>
              </c:pt>
              <c:pt idx="601">
                <c:v>8.6615043102742</c:v>
              </c:pt>
              <c:pt idx="602">
                <c:v>8.710486916720718</c:v>
              </c:pt>
              <c:pt idx="603">
                <c:v>8.759866221893086</c:v>
              </c:pt>
              <c:pt idx="604">
                <c:v>8.809632616401405</c:v>
              </c:pt>
              <c:pt idx="605">
                <c:v>8.85977671833971</c:v>
              </c:pt>
              <c:pt idx="606">
                <c:v>8.91028936925436</c:v>
              </c:pt>
              <c:pt idx="607">
                <c:v>8.961161630064604</c:v>
              </c:pt>
              <c:pt idx="608">
                <c:v>9.012384776947428</c:v>
              </c:pt>
              <c:pt idx="609">
                <c:v>9.063950297195785</c:v>
              </c:pt>
              <c:pt idx="610">
                <c:v>9.115849885059225</c:v>
              </c:pt>
              <c:pt idx="611">
                <c:v>9.16807543757771</c:v>
              </c:pt>
              <c:pt idx="612">
                <c:v>9.220619050416907</c:v>
              </c:pt>
              <c:pt idx="613">
                <c:v>9.273473013710934</c:v>
              </c:pt>
              <c:pt idx="614">
                <c:v>9.32662980792015</c:v>
              </c:pt>
              <c:pt idx="615">
                <c:v>9.38008209971204</c:v>
              </c:pt>
              <c:pt idx="616">
                <c:v>9.433822737870106</c:v>
              </c:pt>
              <c:pt idx="617">
                <c:v>9.487844749233597</c:v>
              </c:pt>
              <c:pt idx="618">
                <c:v>9.542141334677494</c:v>
              </c:pt>
              <c:pt idx="619">
                <c:v>9.596705865133856</c:v>
              </c:pt>
              <c:pt idx="620">
                <c:v>9.651531877658176</c:v>
              </c:pt>
              <c:pt idx="621">
                <c:v>9.706613071547062</c:v>
              </c:pt>
              <c:pt idx="622">
                <c:v>9.761943304507005</c:v>
              </c:pt>
              <c:pt idx="623">
                <c:v>9.817516588879284</c:v>
              </c:pt>
              <c:pt idx="624">
                <c:v>9.873327087921313</c:v>
              </c:pt>
              <c:pt idx="625">
                <c:v>9.929369112149386</c:v>
              </c:pt>
              <c:pt idx="626">
                <c:v>9.985637115740515</c:v>
              </c:pt>
              <c:pt idx="627">
                <c:v>10.042125692998933</c:v>
              </c:pt>
              <c:pt idx="628">
                <c:v>10.098829574885393</c:v>
              </c:pt>
              <c:pt idx="629">
                <c:v>10.155743625611345</c:v>
              </c:pt>
              <c:pt idx="630">
                <c:v>10.212862839299687</c:v>
              </c:pt>
              <c:pt idx="631">
                <c:v>10.270182336710029</c:v>
              </c:pt>
              <c:pt idx="632">
                <c:v>10.327697362032408</c:v>
              </c:pt>
              <c:pt idx="633">
                <c:v>10.385403279746027</c:v>
              </c:pt>
              <c:pt idx="634">
                <c:v>10.443295571544914</c:v>
              </c:pt>
              <c:pt idx="635">
                <c:v>10.501369833331783</c:v>
              </c:pt>
              <c:pt idx="636">
                <c:v>10.559621772275513</c:v>
              </c:pt>
              <c:pt idx="637">
                <c:v>10.618047203936833</c:v>
              </c:pt>
              <c:pt idx="638">
                <c:v>10.676642049459073</c:v>
              </c:pt>
              <c:pt idx="639">
                <c:v>10.735402332821982</c:v>
              </c:pt>
              <c:pt idx="640">
                <c:v>10.79432417816368</c:v>
              </c:pt>
              <c:pt idx="641">
                <c:v>10.853403807162557</c:v>
              </c:pt>
              <c:pt idx="642">
                <c:v>10.91263753648327</c:v>
              </c:pt>
              <c:pt idx="643">
                <c:v>10.972021775285375</c:v>
              </c:pt>
              <c:pt idx="644">
                <c:v>11.031553022793174</c:v>
              </c:pt>
              <c:pt idx="645">
                <c:v>11.09122786592361</c:v>
              </c:pt>
              <c:pt idx="646">
                <c:v>11.1510429769771</c:v>
              </c:pt>
              <c:pt idx="647">
                <c:v>11.210995111382243</c:v>
              </c:pt>
              <c:pt idx="648">
                <c:v>11.271081105501594</c:v>
              </c:pt>
              <c:pt idx="649">
                <c:v>11.331297874490806</c:v>
              </c:pt>
              <c:pt idx="650">
                <c:v>11.391642410214661</c:v>
              </c:pt>
              <c:pt idx="651">
                <c:v>11.45211177921612</c:v>
              </c:pt>
              <c:pt idx="652">
                <c:v>11.512703120738243</c:v>
              </c:pt>
              <c:pt idx="653">
                <c:v>11.57341364479879</c:v>
              </c:pt>
              <c:pt idx="654">
                <c:v>11.634240630314034</c:v>
              </c:pt>
              <c:pt idx="655">
                <c:v>11.695181423274382</c:v>
              </c:pt>
              <c:pt idx="656">
                <c:v>11.756233434965294</c:v>
              </c:pt>
              <c:pt idx="657">
                <c:v>11.81739414023959</c:v>
              </c:pt>
              <c:pt idx="658">
                <c:v>11.878661075831994</c:v>
              </c:pt>
              <c:pt idx="659">
                <c:v>11.940031838722186</c:v>
              </c:pt>
              <c:pt idx="660">
                <c:v>12.001504084539922</c:v>
              </c:pt>
              <c:pt idx="661">
                <c:v>12.063075526013696</c:v>
              </c:pt>
              <c:pt idx="662">
                <c:v>12.124743931463323</c:v>
              </c:pt>
              <c:pt idx="663">
                <c:v>12.186507123328955</c:v>
              </c:pt>
              <c:pt idx="664">
                <c:v>12.248362976745657</c:v>
              </c:pt>
              <c:pt idx="665">
                <c:v>12.31030941815326</c:v>
              </c:pt>
              <c:pt idx="666">
                <c:v>12.372344423944204</c:v>
              </c:pt>
              <c:pt idx="667">
                <c:v>12.434466019151053</c:v>
              </c:pt>
              <c:pt idx="668">
                <c:v>12.496672276166967</c:v>
              </c:pt>
              <c:pt idx="669">
                <c:v>12.558961313502653</c:v>
              </c:pt>
              <c:pt idx="670">
                <c:v>12.621331294577935</c:v>
              </c:pt>
              <c:pt idx="671">
                <c:v>12.683780426546104</c:v>
              </c:pt>
              <c:pt idx="672">
                <c:v>12.746306959149003</c:v>
              </c:pt>
              <c:pt idx="673">
                <c:v>12.808909183607774</c:v>
              </c:pt>
              <c:pt idx="674">
                <c:v>12.87158543153886</c:v>
              </c:pt>
              <c:pt idx="675">
                <c:v>12.934334073904594</c:v>
              </c:pt>
              <c:pt idx="676">
                <c:v>12.997153519989547</c:v>
              </c:pt>
              <c:pt idx="677">
                <c:v>13.060042216406522</c:v>
              </c:pt>
              <c:pt idx="678">
                <c:v>13.122998646129997</c:v>
              </c:pt>
              <c:pt idx="679">
                <c:v>13.186021327556054</c:v>
              </c:pt>
              <c:pt idx="680">
                <c:v>13.249108813587512</c:v>
              </c:pt>
              <c:pt idx="681">
                <c:v>13.312259690745575</c:v>
              </c:pt>
              <c:pt idx="682">
                <c:v>13.375472578304837</c:v>
              </c:pt>
              <c:pt idx="683">
                <c:v>13.438746127452546</c:v>
              </c:pt>
              <c:pt idx="684">
                <c:v>13.502079020471118</c:v>
              </c:pt>
              <c:pt idx="685">
                <c:v>13.565469969943567</c:v>
              </c:pt>
              <c:pt idx="686">
                <c:v>13.628917717979746</c:v>
              </c:pt>
              <c:pt idx="687">
                <c:v>13.692421035464342</c:v>
              </c:pt>
              <c:pt idx="688">
                <c:v>13.755978721325965</c:v>
              </c:pt>
              <c:pt idx="689">
                <c:v>13.819589601825431</c:v>
              </c:pt>
              <c:pt idx="690">
                <c:v>13.883252529864702</c:v>
              </c:pt>
              <c:pt idx="691">
                <c:v>13.946966384312885</c:v>
              </c:pt>
              <c:pt idx="692">
                <c:v>14.010730069353471</c:v>
              </c:pt>
              <c:pt idx="693">
                <c:v>14.074542513845897</c:v>
              </c:pt>
              <c:pt idx="694">
                <c:v>14.138402670708572</c:v>
              </c:pt>
              <c:pt idx="695">
                <c:v>14.202309516314262</c:v>
              </c:pt>
              <c:pt idx="696">
                <c:v>14.266262049905887</c:v>
              </c:pt>
              <c:pt idx="697">
                <c:v>14.330259293025897</c:v>
              </c:pt>
              <c:pt idx="698">
                <c:v>14.394300288962128</c:v>
              </c:pt>
              <c:pt idx="699">
                <c:v>14.458384102207322</c:v>
              </c:pt>
              <c:pt idx="700">
                <c:v>14.52250981793575</c:v>
              </c:pt>
              <c:pt idx="701">
                <c:v>14.586676541491418</c:v>
              </c:pt>
              <c:pt idx="702">
                <c:v>14.650883397891565</c:v>
              </c:pt>
              <c:pt idx="703">
                <c:v>14.715129531342638</c:v>
              </c:pt>
              <c:pt idx="704">
                <c:v>14.779414104770826</c:v>
              </c:pt>
              <c:pt idx="705">
                <c:v>14.843736299363194</c:v>
              </c:pt>
              <c:pt idx="706">
                <c:v>14.908095314122619</c:v>
              </c:pt>
              <c:pt idx="707">
                <c:v>14.972490365433421</c:v>
              </c:pt>
              <c:pt idx="708">
                <c:v>15.036920686640167</c:v>
              </c:pt>
              <c:pt idx="709">
                <c:v>15.101385527636165</c:v>
              </c:pt>
              <c:pt idx="710">
                <c:v>15.165884154463667</c:v>
              </c:pt>
              <c:pt idx="711">
                <c:v>15.230415848924427</c:v>
              </c:pt>
              <c:pt idx="712">
                <c:v>15.294979908201245</c:v>
              </c:pt>
              <c:pt idx="713">
                <c:v>15.359575644488237</c:v>
              </c:pt>
              <c:pt idx="714">
                <c:v>15.424202384632506</c:v>
              </c:pt>
              <c:pt idx="715">
                <c:v>15.488859469783392</c:v>
              </c:pt>
              <c:pt idx="716">
                <c:v>15.55354625505275</c:v>
              </c:pt>
              <c:pt idx="717">
                <c:v>15.618262109183007</c:v>
              </c:pt>
              <c:pt idx="718">
                <c:v>15.683006414223561</c:v>
              </c:pt>
              <c:pt idx="719">
                <c:v>15.747778565218187</c:v>
              </c:pt>
              <c:pt idx="720">
                <c:v>15.812577969896633</c:v>
              </c:pt>
              <c:pt idx="721">
                <c:v>15.877404048377462</c:v>
              </c:pt>
              <c:pt idx="722">
                <c:v>15.942256232877567</c:v>
              </c:pt>
              <c:pt idx="723">
                <c:v>16.007133967428114</c:v>
              </c:pt>
              <c:pt idx="724">
                <c:v>16.072036707599796</c:v>
              </c:pt>
              <c:pt idx="725">
                <c:v>16.136963920234727</c:v>
              </c:pt>
              <c:pt idx="726">
                <c:v>16.201915083182957</c:v>
              </c:pt>
              <c:pt idx="727">
                <c:v>16.26688968504934</c:v>
              </c:pt>
              <c:pt idx="728">
                <c:v>16.331887224944204</c:v>
              </c:pt>
              <c:pt idx="729">
                <c:v>16.396907212241377</c:v>
              </c:pt>
              <c:pt idx="730">
                <c:v>16.461949166342414</c:v>
              </c:pt>
              <c:pt idx="731">
                <c:v>16.527012616447006</c:v>
              </c:pt>
              <c:pt idx="732">
                <c:v>16.592097101328104</c:v>
              </c:pt>
              <c:pt idx="733">
                <c:v>16.65720216911507</c:v>
              </c:pt>
              <c:pt idx="734">
                <c:v>16.722327377078837</c:v>
              </c:pt>
              <c:pt idx="735">
                <c:v>16.787472291426173</c:v>
              </c:pt>
              <c:pt idx="736">
                <c:v>16.85263648709716</c:v>
              </c:pt>
              <c:pt idx="737">
                <c:v>16.917819547566985</c:v>
              </c:pt>
              <c:pt idx="738">
                <c:v>16.983021064654967</c:v>
              </c:pt>
              <c:pt idx="739">
                <c:v>17.04824063833648</c:v>
              </c:pt>
              <c:pt idx="740">
                <c:v>17.113477876560523</c:v>
              </c:pt>
              <c:pt idx="741">
                <c:v>17.178732395071687</c:v>
              </c:pt>
              <c:pt idx="742">
                <c:v>17.24400381723574</c:v>
              </c:pt>
              <c:pt idx="743">
                <c:v>17.30929177387035</c:v>
              </c:pt>
              <c:pt idx="744">
                <c:v>17.374595903081136</c:v>
              </c:pt>
              <c:pt idx="745">
                <c:v>17.439915850098956</c:v>
              </c:pt>
              <c:pt idx="746">
                <c:v>17.50525126712277</c:v>
              </c:pt>
              <c:pt idx="747">
                <c:v>17.570601813167155</c:v>
              </c:pt>
              <c:pt idx="748">
                <c:v>17.635967153912315</c:v>
              </c:pt>
              <c:pt idx="749">
                <c:v>17.701346961557725</c:v>
              </c:pt>
              <c:pt idx="750">
                <c:v>17.7667409146807</c:v>
              </c:pt>
              <c:pt idx="751">
                <c:v>17.83214869809599</c:v>
              </c:pt>
              <c:pt idx="752">
                <c:v>17.897570002722144</c:v>
              </c:pt>
              <c:pt idx="753">
                <c:v>17.963004525447566</c:v>
              </c:pt>
              <c:pt idx="754">
                <c:v>18.02845196900157</c:v>
              </c:pt>
              <c:pt idx="755">
                <c:v>18.093912041830357</c:v>
              </c:pt>
              <c:pt idx="756">
                <c:v>18.159384457971015</c:v>
              </c:pt>
              <c:pt idx="757">
                <c:v>18.2248689369343</c:v>
              </c:pt>
              <c:pt idx="758">
                <c:v>18.290365203585676</c:v>
              </c:pt>
              <c:pt idx="759">
                <c:v>18.35587298803168</c:v>
              </c:pt>
              <c:pt idx="760">
                <c:v>18.421392025508133</c:v>
              </c:pt>
              <c:pt idx="761">
                <c:v>18.486922056272007</c:v>
              </c:pt>
              <c:pt idx="762">
                <c:v>18.55246282549313</c:v>
              </c:pt>
              <c:pt idx="763">
                <c:v>18.618014083152413</c:v>
              </c:pt>
              <c:pt idx="764">
                <c:v>18.683575583938648</c:v>
              </c:pt>
              <c:pt idx="765">
                <c:v>18.749147087151226</c:v>
              </c:pt>
              <c:pt idx="766">
                <c:v>18.81472835660209</c:v>
              </c:pt>
              <c:pt idx="767">
                <c:v>18.88031916052145</c:v>
              </c:pt>
              <c:pt idx="768">
                <c:v>18.945919271465502</c:v>
              </c:pt>
              <c:pt idx="769">
                <c:v>19.011528466227755</c:v>
              </c:pt>
              <c:pt idx="770">
                <c:v>19.077146525748464</c:v>
              </c:pt>
              <c:pt idx="771">
                <c:v>19.142773235031136</c:v>
              </c:pt>
              <c:pt idx="772">
                <c:v>19.208408383056298</c:v>
              </c:pt>
              <c:pt idx="773">
                <c:v>19.274051762701852</c:v>
              </c:pt>
              <c:pt idx="774">
                <c:v>19.339703170660517</c:v>
              </c:pt>
              <c:pt idx="775">
                <c:v>19.405362407363487</c:v>
              </c:pt>
              <c:pt idx="776">
                <c:v>19.47102927690208</c:v>
              </c:pt>
              <c:pt idx="777">
                <c:v>19.536703586955195</c:v>
              </c:pt>
              <c:pt idx="778">
                <c:v>19.602385148714333</c:v>
              </c:pt>
              <c:pt idx="779">
                <c:v>19.66807377681216</c:v>
              </c:pt>
              <c:pt idx="780">
                <c:v>19.73376928925443</c:v>
              </c:pt>
              <c:pt idx="781">
                <c:v>19.799471507350304</c:v>
              </c:pt>
              <c:pt idx="782">
                <c:v>19.86518025564562</c:v>
              </c:pt>
              <c:pt idx="783">
                <c:v>19.930895361859054</c:v>
              </c:pt>
              <c:pt idx="784">
                <c:v>19.996616656816624</c:v>
              </c:pt>
              <c:pt idx="785">
                <c:v>20.062343974391226</c:v>
              </c:pt>
              <c:pt idx="786">
                <c:v>20.12807715143988</c:v>
              </c:pt>
              <c:pt idx="787">
                <c:v>20.19381602774559</c:v>
              </c:pt>
              <c:pt idx="788">
                <c:v>20.259560445958893</c:v>
              </c:pt>
              <c:pt idx="789">
                <c:v>20.325310251540085</c:v>
              </c:pt>
              <c:pt idx="790">
                <c:v>20.391065292705125</c:v>
              </c:pt>
              <c:pt idx="791">
                <c:v>20.45682542036967</c:v>
              </c:pt>
              <c:pt idx="792">
                <c:v>20.522590488096238</c:v>
              </c:pt>
              <c:pt idx="793">
                <c:v>20.588360352042812</c:v>
              </c:pt>
              <c:pt idx="794">
                <c:v>20.65413487091152</c:v>
              </c:pt>
              <c:pt idx="795">
                <c:v>20.71991390589849</c:v>
              </c:pt>
              <c:pt idx="796">
                <c:v>20.78569732064569</c:v>
              </c:pt>
              <c:pt idx="797">
                <c:v>20.851484981192993</c:v>
              </c:pt>
              <c:pt idx="798">
                <c:v>20.917276755931322</c:v>
              </c:pt>
              <c:pt idx="799">
                <c:v>20.983072515557776</c:v>
              </c:pt>
              <c:pt idx="800">
                <c:v>21.048872133030002</c:v>
              </c:pt>
            </c:numLit>
          </c:yVal>
        </c:ser>
        <c:ser>
          <c:idx val="2"/>
          <c:order val="2"/>
          <c:tx>
            <c:v>0.9 MHz</c:v>
          </c:tx>
          <c:spPr>
            <a:ln xmlns:a="http://schemas.openxmlformats.org/drawingml/2006/main" w="14288">
              <a:solidFill>
                <a:srgbClr val="808080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0.9</c:v>
              </c:pt>
              <c:pt idx="1">
                <c:v>0.9</c:v>
              </c:pt>
            </c:numLit>
          </c:xVal>
          <c:yVal>
            <c:numLit>
              <c:formatCode>General</c:formatCode>
              <c:ptCount val="2"/>
              <c:pt idx="0">
                <c:v>0</c:v>
              </c:pt>
              <c:pt idx="1">
                <c:v>65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6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18324D"/>
                    </a:solidFill>
                  </a:rPr>
                  <a:t>|Zin| (Ω)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8324D"/>
                  </a:solidFill>
                </a:defRPr>
              </a:pPr>
            </a:p>
          </c:txPr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324D"/>
                </a:solidFill>
              </a:defRPr>
            </a:pPr>
          </a:p>
        </c:txPr>
        <c:crossAx val="48650112"/>
        <c:crosses val="autoZero"/>
        <c:crossBetween val="midCat"/>
        <c:majorUnit val="10"/>
      </c:valAx>
      <c:valAx>
        <c:axId val="48650112"/>
        <c:scaling>
          <c:orientation val="minMax"/>
          <c:max val="0.92"/>
          <c:min val="0.88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324D"/>
                </a:solidFill>
              </a:defRPr>
            </a:pPr>
          </a:p>
        </c:txPr>
        <c:crossAx val="48672768"/>
        <c:crosses val="autoZero"/>
        <c:crossBetween val="midCat"/>
        <c:majorUnit val="0.01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C9D3DC"/>
          </a:solidFill>
          <a:prstDash val="solid"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8324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C9D3DC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8324D"/>
                </a:solidFill>
              </a:rPr>
              <a:t>输入阻抗相位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8324D"/>
              </a:solidFill>
            </a:defRPr>
          </a:pPr>
        </a:p>
      </c:txPr>
    </c:title>
    <c:autoTitleDeleted val="0"/>
    <c:plotArea>
      <c:scatterChart>
        <c:scatterStyle val="lineMarker"/>
        <c:varyColors val="1"/>
        <c:ser>
          <c:idx val="0"/>
          <c:order val="0"/>
          <c:tx>
            <c:v>匹配前</c:v>
          </c:tx>
          <c:spPr>
            <a:ln xmlns:a="http://schemas.openxmlformats.org/drawingml/2006/main" w="19050">
              <a:solidFill>
                <a:srgbClr val="808080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-89.85559822625302</c:v>
              </c:pt>
              <c:pt idx="1">
                <c:v>-89.85490651498739</c:v>
              </c:pt>
              <c:pt idx="2">
                <c:v>-89.85420981989594</c:v>
              </c:pt>
              <c:pt idx="3">
                <c:v>-89.85350809294603</c:v>
              </c:pt>
              <c:pt idx="4">
                <c:v>-89.85280128555137</c:v>
              </c:pt>
              <c:pt idx="5">
                <c:v>-89.85208934851666</c:v>
              </c:pt>
              <c:pt idx="6">
                <c:v>-89.85137223206478</c:v>
              </c:pt>
              <c:pt idx="7">
                <c:v>-89.85064988579971</c:v>
              </c:pt>
              <c:pt idx="8">
                <c:v>-89.84992225873384</c:v>
              </c:pt>
              <c:pt idx="9">
                <c:v>-89.84918929922975</c:v>
              </c:pt>
              <c:pt idx="10">
                <c:v>-89.84845095501535</c:v>
              </c:pt>
              <c:pt idx="11">
                <c:v>-89.84770717321413</c:v>
              </c:pt>
              <c:pt idx="12">
                <c:v>-89.84695790025695</c:v>
              </c:pt>
              <c:pt idx="13">
                <c:v>-89.84620308192456</c:v>
              </c:pt>
              <c:pt idx="14">
                <c:v>-89.84544266335067</c:v>
              </c:pt>
              <c:pt idx="15">
                <c:v>-89.84467658894923</c:v>
              </c:pt>
              <c:pt idx="16">
                <c:v>-89.84390480246611</c:v>
              </c:pt>
              <c:pt idx="17">
                <c:v>-89.84312724695218</c:v>
              </c:pt>
              <c:pt idx="18">
                <c:v>-89.84234386472697</c:v>
              </c:pt>
              <c:pt idx="19">
                <c:v>-89.84155459739442</c:v>
              </c:pt>
              <c:pt idx="20">
                <c:v>-89.84075938583105</c:v>
              </c:pt>
              <c:pt idx="21">
                <c:v>-89.8399581701622</c:v>
              </c:pt>
              <c:pt idx="22">
                <c:v>-89.8391508897536</c:v>
              </c:pt>
              <c:pt idx="23">
                <c:v>-89.83833748321798</c:v>
              </c:pt>
              <c:pt idx="24">
                <c:v>-89.83751788837036</c:v>
              </c:pt>
              <c:pt idx="25">
                <c:v>-89.83669204224401</c:v>
              </c:pt>
              <c:pt idx="26">
                <c:v>-89.83585988106711</c:v>
              </c:pt>
              <c:pt idx="27">
                <c:v>-89.83502134025754</c:v>
              </c:pt>
              <c:pt idx="28">
                <c:v>-89.83417635439679</c:v>
              </c:pt>
              <c:pt idx="29">
                <c:v>-89.83332485723402</c:v>
              </c:pt>
              <c:pt idx="30">
                <c:v>-89.83246678164497</c:v>
              </c:pt>
              <c:pt idx="31">
                <c:v>-89.83160205967242</c:v>
              </c:pt>
              <c:pt idx="32">
                <c:v>-89.83073062244003</c:v>
              </c:pt>
              <c:pt idx="33">
                <c:v>-89.82985240020813</c:v>
              </c:pt>
              <c:pt idx="34">
                <c:v>-89.82896732230577</c:v>
              </c:pt>
              <c:pt idx="35">
                <c:v>-89.82807531715052</c:v>
              </c:pt>
              <c:pt idx="36">
                <c:v>-89.82717631222299</c:v>
              </c:pt>
              <c:pt idx="37">
                <c:v>-89.82627023405358</c:v>
              </c:pt>
              <c:pt idx="38">
                <c:v>-89.82535700818524</c:v>
              </c:pt>
              <c:pt idx="39">
                <c:v>-89.8244365592146</c:v>
              </c:pt>
              <c:pt idx="40">
                <c:v>-89.82350881070684</c:v>
              </c:pt>
              <c:pt idx="41">
                <c:v>-89.82257368523695</c:v>
              </c:pt>
              <c:pt idx="42">
                <c:v>-89.82163110433193</c:v>
              </c:pt>
              <c:pt idx="43">
                <c:v>-89.82068098847623</c:v>
              </c:pt>
              <c:pt idx="44">
                <c:v>-89.81972325710831</c:v>
              </c:pt>
              <c:pt idx="45">
                <c:v>-89.81875782856015</c:v>
              </c:pt>
              <c:pt idx="46">
                <c:v>-89.81778462008111</c:v>
              </c:pt>
              <c:pt idx="47">
                <c:v>-89.81680354780177</c:v>
              </c:pt>
              <c:pt idx="48">
                <c:v>-89.81581452671298</c:v>
              </c:pt>
              <c:pt idx="49">
                <c:v>-89.81481747066903</c:v>
              </c:pt>
              <c:pt idx="50">
                <c:v>-89.81381229232481</c:v>
              </c:pt>
              <c:pt idx="51">
                <c:v>-89.81279890318147</c:v>
              </c:pt>
              <c:pt idx="52">
                <c:v>-89.81177721350282</c:v>
              </c:pt>
              <c:pt idx="53">
                <c:v>-89.81074713232813</c:v>
              </c:pt>
              <c:pt idx="54">
                <c:v>-89.809708567452</c:v>
              </c:pt>
              <c:pt idx="55">
                <c:v>-89.80866142539844</c:v>
              </c:pt>
              <c:pt idx="56">
                <c:v>-89.807605611398</c:v>
              </c:pt>
              <c:pt idx="57">
                <c:v>-89.80654102936224</c:v>
              </c:pt>
              <c:pt idx="58">
                <c:v>-89.80546758187015</c:v>
              </c:pt>
              <c:pt idx="59">
                <c:v>-89.80438517014896</c:v>
              </c:pt>
              <c:pt idx="60">
                <c:v>-89.80329369404</c:v>
              </c:pt>
              <c:pt idx="61">
                <c:v>-89.8021930519857</c:v>
              </c:pt>
              <c:pt idx="62">
                <c:v>-89.80108314099604</c:v>
              </c:pt>
              <c:pt idx="63">
                <c:v>-89.79996385662683</c:v>
              </c:pt>
              <c:pt idx="64">
                <c:v>-89.7988350929704</c:v>
              </c:pt>
              <c:pt idx="65">
                <c:v>-89.79769674260156</c:v>
              </c:pt>
              <c:pt idx="66">
                <c:v>-89.79654869657449</c:v>
              </c:pt>
              <c:pt idx="67">
                <c:v>-89.79539084440518</c:v>
              </c:pt>
              <c:pt idx="68">
                <c:v>-89.79422307400287</c:v>
              </c:pt>
              <c:pt idx="69">
                <c:v>-89.79304527169478</c:v>
              </c:pt>
              <c:pt idx="70">
                <c:v>-89.79185732215207</c:v>
              </c:pt>
              <c:pt idx="71">
                <c:v>-89.79065910840298</c:v>
              </c:pt>
              <c:pt idx="72">
                <c:v>-89.78945051176247</c:v>
              </c:pt>
              <c:pt idx="73">
                <c:v>-89.78823141185158</c:v>
              </c:pt>
              <c:pt idx="74">
                <c:v>-89.78700168651272</c:v>
              </c:pt>
              <c:pt idx="75">
                <c:v>-89.78576121182368</c:v>
              </c:pt>
              <c:pt idx="76">
                <c:v>-89.78450986203721</c:v>
              </c:pt>
              <c:pt idx="77">
                <c:v>-89.78324750958063</c:v>
              </c:pt>
              <c:pt idx="78">
                <c:v>-89.78197402497524</c:v>
              </c:pt>
              <c:pt idx="79">
                <c:v>-89.78068927684828</c:v>
              </c:pt>
              <c:pt idx="80">
                <c:v>-89.77939313188274</c:v>
              </c:pt>
              <c:pt idx="81">
                <c:v>-89.77808545478233</c:v>
              </c:pt>
              <c:pt idx="82">
                <c:v>-89.77676610822188</c:v>
              </c:pt>
              <c:pt idx="83">
                <c:v>-89.77543495283678</c:v>
              </c:pt>
              <c:pt idx="84">
                <c:v>-89.77409184717096</c:v>
              </c:pt>
              <c:pt idx="85">
                <c:v>-89.7727366476492</c:v>
              </c:pt>
              <c:pt idx="86">
                <c:v>-89.77136920851399</c:v>
              </c:pt>
              <c:pt idx="87">
                <c:v>-89.76998938182517</c:v>
              </c:pt>
              <c:pt idx="88">
                <c:v>-89.76859701738864</c:v>
              </c:pt>
              <c:pt idx="89">
                <c:v>-89.76719196271522</c:v>
              </c:pt>
              <c:pt idx="90">
                <c:v>-89.76577406300939</c:v>
              </c:pt>
              <c:pt idx="91">
                <c:v>-89.7643431610875</c:v>
              </c:pt>
              <c:pt idx="92">
                <c:v>-89.7628990973643</c:v>
              </c:pt>
              <c:pt idx="93">
                <c:v>-89.76144170979563</c:v>
              </c:pt>
              <c:pt idx="94">
                <c:v>-89.75997083382738</c:v>
              </c:pt>
              <c:pt idx="95">
                <c:v>-89.75848630235973</c:v>
              </c:pt>
              <c:pt idx="96">
                <c:v>-89.75698794569998</c:v>
              </c:pt>
              <c:pt idx="97">
                <c:v>-89.75547559148634</c:v>
              </c:pt>
              <c:pt idx="98">
                <c:v>-89.75394906469775</c:v>
              </c:pt>
              <c:pt idx="99">
                <c:v>-89.75240818753736</c:v>
              </c:pt>
              <c:pt idx="100">
                <c:v>-89.75085277941682</c:v>
              </c:pt>
              <c:pt idx="101">
                <c:v>-89.74928265689091</c:v>
              </c:pt>
              <c:pt idx="102">
                <c:v>-89.7476976336369</c:v>
              </c:pt>
              <c:pt idx="103">
                <c:v>-89.74609752032552</c:v>
              </c:pt>
              <c:pt idx="104">
                <c:v>-89.74448212464264</c:v>
              </c:pt>
              <c:pt idx="105">
                <c:v>-89.74285125117909</c:v>
              </c:pt>
              <c:pt idx="106">
                <c:v>-89.74120470140637</c:v>
              </c:pt>
              <c:pt idx="107">
                <c:v>-89.73954227358536</c:v>
              </c:pt>
              <c:pt idx="108">
                <c:v>-89.73786376272558</c:v>
              </c:pt>
              <c:pt idx="109">
                <c:v>-89.73616896051291</c:v>
              </c:pt>
              <c:pt idx="110">
                <c:v>-89.7344576552408</c:v>
              </c:pt>
              <c:pt idx="111">
                <c:v>-89.73272963176855</c:v>
              </c:pt>
              <c:pt idx="112">
                <c:v>-89.73098467141</c:v>
              </c:pt>
              <c:pt idx="113">
                <c:v>-89.7292225518992</c:v>
              </c:pt>
              <c:pt idx="114">
                <c:v>-89.72744304732734</c:v>
              </c:pt>
              <c:pt idx="115">
                <c:v>-89.72564592802203</c:v>
              </c:pt>
              <c:pt idx="116">
                <c:v>-89.72383096050352</c:v>
              </c:pt>
              <c:pt idx="117">
                <c:v>-89.72199790744455</c:v>
              </c:pt>
              <c:pt idx="118">
                <c:v>-89.72014652751109</c:v>
              </c:pt>
              <c:pt idx="119">
                <c:v>-89.71827657535034</c:v>
              </c:pt>
              <c:pt idx="120">
                <c:v>-89.71638780149175</c:v>
              </c:pt>
              <c:pt idx="121">
                <c:v>-89.71447995223436</c:v>
              </c:pt>
              <c:pt idx="122">
                <c:v>-89.71255276960831</c:v>
              </c:pt>
              <c:pt idx="123">
                <c:v>-89.71060599124654</c:v>
              </c:pt>
              <c:pt idx="124">
                <c:v>-89.70863935031603</c:v>
              </c:pt>
              <c:pt idx="125">
                <c:v>-89.70665257542387</c:v>
              </c:pt>
              <c:pt idx="126">
                <c:v>-89.70464539053302</c:v>
              </c:pt>
              <c:pt idx="127">
                <c:v>-89.70261751483545</c:v>
              </c:pt>
              <c:pt idx="128">
                <c:v>-89.70056866268777</c:v>
              </c:pt>
              <c:pt idx="129">
                <c:v>-89.69849854348092</c:v>
              </c:pt>
              <c:pt idx="130">
                <c:v>-89.69640686156055</c:v>
              </c:pt>
              <c:pt idx="131">
                <c:v>-89.69429331611377</c:v>
              </c:pt>
              <c:pt idx="132">
                <c:v>-89.69215760104854</c:v>
              </c:pt>
              <c:pt idx="133">
                <c:v>-89.68999940489746</c:v>
              </c:pt>
              <c:pt idx="134">
                <c:v>-89.6878184107028</c:v>
              </c:pt>
              <c:pt idx="135">
                <c:v>-89.68561429588826</c:v>
              </c:pt>
              <c:pt idx="136">
                <c:v>-89.6833867321468</c:v>
              </c:pt>
              <c:pt idx="137">
                <c:v>-89.68113538532418</c:v>
              </c:pt>
              <c:pt idx="138">
                <c:v>-89.67885991527208</c:v>
              </c:pt>
              <c:pt idx="139">
                <c:v>-89.67655997575217</c:v>
              </c:pt>
              <c:pt idx="140">
                <c:v>-89.67423521426649</c:v>
              </c:pt>
              <c:pt idx="141">
                <c:v>-89.67188527195901</c:v>
              </c:pt>
              <c:pt idx="142">
                <c:v>-89.6695097834294</c:v>
              </c:pt>
              <c:pt idx="143">
                <c:v>-89.66710837665822</c:v>
              </c:pt>
              <c:pt idx="144">
                <c:v>-89.6646806727869</c:v>
              </c:pt>
              <c:pt idx="145">
                <c:v>-89.66222628600927</c:v>
              </c:pt>
              <c:pt idx="146">
                <c:v>-89.65974482342477</c:v>
              </c:pt>
              <c:pt idx="147">
                <c:v>-89.65723588485031</c:v>
              </c:pt>
              <c:pt idx="148">
                <c:v>-89.65469906268633</c:v>
              </c:pt>
              <c:pt idx="149">
                <c:v>-89.65213394172743</c:v>
              </c:pt>
              <c:pt idx="150">
                <c:v>-89.64954009900403</c:v>
              </c:pt>
              <c:pt idx="151">
                <c:v>-89.64691710361485</c:v>
              </c:pt>
              <c:pt idx="152">
                <c:v>-89.64426451652754</c:v>
              </c:pt>
              <c:pt idx="153">
                <c:v>-89.64158189040164</c:v>
              </c:pt>
              <c:pt idx="154">
                <c:v>-89.63886876941157</c:v>
              </c:pt>
              <c:pt idx="155">
                <c:v>-89.6361246890377</c:v>
              </c:pt>
              <c:pt idx="156">
                <c:v>-89.63334917587751</c:v>
              </c:pt>
              <c:pt idx="157">
                <c:v>-89.63054174741954</c:v>
              </c:pt>
              <c:pt idx="158">
                <c:v>-89.62770191186317</c:v>
              </c:pt>
              <c:pt idx="159">
                <c:v>-89.6248291678758</c:v>
              </c:pt>
              <c:pt idx="160">
                <c:v>-89.6219230043761</c:v>
              </c:pt>
              <c:pt idx="161">
                <c:v>-89.61898290033761</c:v>
              </c:pt>
              <c:pt idx="162">
                <c:v>-89.61600832449591</c:v>
              </c:pt>
              <c:pt idx="163">
                <c:v>-89.61299873514496</c:v>
              </c:pt>
              <c:pt idx="164">
                <c:v>-89.60995357990285</c:v>
              </c:pt>
              <c:pt idx="165">
                <c:v>-89.60687229540443</c:v>
              </c:pt>
              <c:pt idx="166">
                <c:v>-89.60375430710324</c:v>
              </c:pt>
              <c:pt idx="167">
                <c:v>-89.60059902895232</c:v>
              </c:pt>
              <c:pt idx="168">
                <c:v>-89.59740586315739</c:v>
              </c:pt>
              <c:pt idx="169">
                <c:v>-89.59417419986653</c:v>
              </c:pt>
              <c:pt idx="170">
                <c:v>-89.5909034169037</c:v>
              </c:pt>
              <c:pt idx="171">
                <c:v>-89.5875928794478</c:v>
              </c:pt>
              <c:pt idx="172">
                <c:v>-89.58424193973893</c:v>
              </c:pt>
              <c:pt idx="173">
                <c:v>-89.58084993675314</c:v>
              </c:pt>
              <c:pt idx="174">
                <c:v>-89.57741619586247</c:v>
              </c:pt>
              <c:pt idx="175">
                <c:v>-89.5739400285174</c:v>
              </c:pt>
              <c:pt idx="176">
                <c:v>-89.57042073188416</c:v>
              </c:pt>
              <c:pt idx="177">
                <c:v>-89.56685758850179</c:v>
              </c:pt>
              <c:pt idx="178">
                <c:v>-89.56324986590604</c:v>
              </c:pt>
              <c:pt idx="179">
                <c:v>-89.55959681624238</c:v>
              </c:pt>
              <c:pt idx="180">
                <c:v>-89.55589767590254</c:v>
              </c:pt>
              <c:pt idx="181">
                <c:v>-89.5521516650947</c:v>
              </c:pt>
              <c:pt idx="182">
                <c:v>-89.54835798744305</c:v>
              </c:pt>
              <c:pt idx="183">
                <c:v>-89.54451582956676</c:v>
              </c:pt>
              <c:pt idx="184">
                <c:v>-89.54062436061858</c:v>
              </c:pt>
              <c:pt idx="185">
                <c:v>-89.53668273186793</c:v>
              </c:pt>
              <c:pt idx="186">
                <c:v>-89.53269007622475</c:v>
              </c:pt>
              <c:pt idx="187">
                <c:v>-89.52864550771878</c:v>
              </c:pt>
              <c:pt idx="188">
                <c:v>-89.52454812107432</c:v>
              </c:pt>
              <c:pt idx="189">
                <c:v>-89.52039699114036</c:v>
              </c:pt>
              <c:pt idx="190">
                <c:v>-89.51619117240857</c:v>
              </c:pt>
              <c:pt idx="191">
                <c:v>-89.51192969844334</c:v>
              </c:pt>
              <c:pt idx="192">
                <c:v>-89.50761158132791</c:v>
              </c:pt>
              <c:pt idx="193">
                <c:v>-89.50323581110706</c:v>
              </c:pt>
              <c:pt idx="194">
                <c:v>-89.49880135516042</c:v>
              </c:pt>
              <c:pt idx="195">
                <c:v>-89.4943071576318</c:v>
              </c:pt>
              <c:pt idx="196">
                <c:v>-89.48975213874535</c:v>
              </c:pt>
              <c:pt idx="197">
                <c:v>-89.48513519420416</c:v>
              </c:pt>
              <c:pt idx="198">
                <c:v>-89.48045519447659</c:v>
              </c:pt>
              <c:pt idx="199">
                <c:v>-89.4757109841159</c:v>
              </c:pt>
              <c:pt idx="200">
                <c:v>-89.47090138106088</c:v>
              </c:pt>
              <c:pt idx="201">
                <c:v>-89.46602517586247</c:v>
              </c:pt>
              <c:pt idx="202">
                <c:v>-89.46108113093982</c:v>
              </c:pt>
              <c:pt idx="203">
                <c:v>-89.45606797976664</c:v>
              </c:pt>
              <c:pt idx="204">
                <c:v>-89.45098442609658</c:v>
              </c:pt>
              <c:pt idx="205">
                <c:v>-89.44582914307603</c:v>
              </c:pt>
              <c:pt idx="206">
                <c:v>-89.44060077238655</c:v>
              </c:pt>
              <c:pt idx="207">
                <c:v>-89.43529792336211</c:v>
              </c:pt>
              <c:pt idx="208">
                <c:v>-89.42991917202416</c:v>
              </c:pt>
              <c:pt idx="209">
                <c:v>-89.42446306015962</c:v>
              </c:pt>
              <c:pt idx="210">
                <c:v>-89.41892809429123</c:v>
              </c:pt>
              <c:pt idx="211">
                <c:v>-89.41331274465395</c:v>
              </c:pt>
              <c:pt idx="212">
                <c:v>-89.4076154441402</c:v>
              </c:pt>
              <c:pt idx="213">
                <c:v>-89.40183458720388</c:v>
              </c:pt>
              <c:pt idx="214">
                <c:v>-89.3959685286995</c:v>
              </c:pt>
              <c:pt idx="215">
                <c:v>-89.39001558272939</c:v>
              </c:pt>
              <c:pt idx="216">
                <c:v>-89.38397402138213</c:v>
              </c:pt>
              <c:pt idx="217">
                <c:v>-89.37784207353039</c:v>
              </c:pt>
              <c:pt idx="218">
                <c:v>-89.371617923452</c:v>
              </c:pt>
              <c:pt idx="219">
                <c:v>-89.36529970954344</c:v>
              </c:pt>
              <c:pt idx="220">
                <c:v>-89.35888552287027</c:v>
              </c:pt>
              <c:pt idx="221">
                <c:v>-89.35237340570981</c:v>
              </c:pt>
              <c:pt idx="222">
                <c:v>-89.34576135010836</c:v>
              </c:pt>
              <c:pt idx="223">
                <c:v>-89.33904729622996</c:v>
              </c:pt>
              <c:pt idx="224">
                <c:v>-89.33222913082157</c:v>
              </c:pt>
              <c:pt idx="225">
                <c:v>-89.3253046854682</c:v>
              </c:pt>
              <c:pt idx="226">
                <c:v>-89.31827173491135</c:v>
              </c:pt>
              <c:pt idx="227">
                <c:v>-89.31112799520825</c:v>
              </c:pt>
              <c:pt idx="228">
                <c:v>-89.30387112188554</c:v>
              </c:pt>
              <c:pt idx="229">
                <c:v>-89.29649870797927</c:v>
              </c:pt>
              <c:pt idx="230">
                <c:v>-89.28900828203403</c:v>
              </c:pt>
              <c:pt idx="231">
                <c:v>-89.28139730600714</c:v>
              </c:pt>
              <c:pt idx="232">
                <c:v>-89.27366317311855</c:v>
              </c:pt>
              <c:pt idx="233">
                <c:v>-89.26580320556639</c:v>
              </c:pt>
              <c:pt idx="234">
                <c:v>-89.25781465220513</c:v>
              </c:pt>
              <c:pt idx="235">
                <c:v>-89.2496946861335</c:v>
              </c:pt>
              <c:pt idx="236">
                <c:v>-89.2414404021501</c:v>
              </c:pt>
              <c:pt idx="237">
                <c:v>-89.23304881411568</c:v>
              </c:pt>
              <c:pt idx="238">
                <c:v>-89.22451685227378</c:v>
              </c:pt>
              <c:pt idx="239">
                <c:v>-89.2158413603686</c:v>
              </c:pt>
              <c:pt idx="240">
                <c:v>-89.20701909273531</c:v>
              </c:pt>
              <c:pt idx="241">
                <c:v>-89.198046711213</c:v>
              </c:pt>
              <c:pt idx="242">
                <c:v>-89.18892078196242</c:v>
              </c:pt>
              <c:pt idx="243">
                <c:v>-89.17963777214615</c:v>
              </c:pt>
              <c:pt idx="244">
                <c:v>-89.17019404648445</c:v>
              </c:pt>
              <c:pt idx="245">
                <c:v>-89.16058586365074</c:v>
              </c:pt>
              <c:pt idx="246">
                <c:v>-89.15080937253646</c:v>
              </c:pt>
              <c:pt idx="247">
                <c:v>-89.14086060835</c:v>
              </c:pt>
              <c:pt idx="248">
                <c:v>-89.13073548855661</c:v>
              </c:pt>
              <c:pt idx="249">
                <c:v>-89.12042980862736</c:v>
              </c:pt>
              <c:pt idx="250">
                <c:v>-89.10993923767877</c:v>
              </c:pt>
              <c:pt idx="251">
                <c:v>-89.09925931381946</c:v>
              </c:pt>
              <c:pt idx="252">
                <c:v>-89.08838543937344</c:v>
              </c:pt>
              <c:pt idx="253">
                <c:v>-89.07731287591301</c:v>
              </c:pt>
              <c:pt idx="254">
                <c:v>-89.06603673897548</c:v>
              </c:pt>
              <c:pt idx="255">
                <c:v>-89.05455199268117</c:v>
              </c:pt>
              <c:pt idx="256">
                <c:v>-89.04285344399214</c:v>
              </c:pt>
              <c:pt idx="257">
                <c:v>-89.03093573683299</c:v>
              </c:pt>
              <c:pt idx="258">
                <c:v>-89.01879334583354</c:v>
              </c:pt>
              <c:pt idx="259">
                <c:v>-89.0064205698948</c:v>
              </c:pt>
              <c:pt idx="260">
                <c:v>-88.99381152540322</c:v>
              </c:pt>
              <c:pt idx="261">
                <c:v>-88.98096013913722</c:v>
              </c:pt>
              <c:pt idx="262">
                <c:v>-88.96786014091147</c:v>
              </c:pt>
              <c:pt idx="263">
                <c:v>-88.95450505579015</c:v>
              </c:pt>
              <c:pt idx="264">
                <c:v>-88.94088819601508</c:v>
              </c:pt>
              <c:pt idx="265">
                <c:v>-88.92700265252427</c:v>
              </c:pt>
              <c:pt idx="266">
                <c:v>-88.9128412860902</c:v>
              </c:pt>
              <c:pt idx="267">
                <c:v>-88.89839671800348</c:v>
              </c:pt>
              <c:pt idx="268">
                <c:v>-88.88366132037008</c:v>
              </c:pt>
              <c:pt idx="269">
                <c:v>-88.86862720589436</c:v>
              </c:pt>
              <c:pt idx="270">
                <c:v>-88.85328621719223</c:v>
              </c:pt>
              <c:pt idx="271">
                <c:v>-88.83762991558459</c:v>
              </c:pt>
              <c:pt idx="272">
                <c:v>-88.82164956932985</c:v>
              </c:pt>
              <c:pt idx="273">
                <c:v>-88.80533614131483</c:v>
              </c:pt>
              <c:pt idx="274">
                <c:v>-88.78868027606292</c:v>
              </c:pt>
              <c:pt idx="275">
                <c:v>-88.77167228618569</c:v>
              </c:pt>
              <c:pt idx="276">
                <c:v>-88.75430213806216</c:v>
              </c:pt>
              <c:pt idx="277">
                <c:v>-88.73655943687207</c:v>
              </c:pt>
              <c:pt idx="278">
                <c:v>-88.71843341078309</c:v>
              </c:pt>
              <c:pt idx="279">
                <c:v>-88.69991289442405</c:v>
              </c:pt>
              <c:pt idx="280">
                <c:v>-88.68098631139028</c:v>
              </c:pt>
              <c:pt idx="281">
                <c:v>-88.66164165592143</c:v>
              </c:pt>
              <c:pt idx="282">
                <c:v>-88.64186647358196</c:v>
              </c:pt>
              <c:pt idx="283">
                <c:v>-88.62164784090736</c:v>
              </c:pt>
              <c:pt idx="284">
                <c:v>-88.60097234397732</c:v>
              </c:pt>
              <c:pt idx="285">
                <c:v>-88.5798260558304</c:v>
              </c:pt>
              <c:pt idx="286">
                <c:v>-88.55819451264709</c:v>
              </c:pt>
              <c:pt idx="287">
                <c:v>-88.53606268864739</c:v>
              </c:pt>
              <c:pt idx="288">
                <c:v>-88.5134149695657</c:v>
              </c:pt>
              <c:pt idx="289">
                <c:v>-88.49023512469239</c:v>
              </c:pt>
              <c:pt idx="290">
                <c:v>-88.46650627732376</c:v>
              </c:pt>
              <c:pt idx="291">
                <c:v>-88.44221087353064</c:v>
              </c:pt>
              <c:pt idx="292">
                <c:v>-88.41733064918</c:v>
              </c:pt>
              <c:pt idx="293">
                <c:v>-88.3918465950445</c:v>
              </c:pt>
              <c:pt idx="294">
                <c:v>-88.36573891984096</c:v>
              </c:pt>
              <c:pt idx="295">
                <c:v>-88.33898701122014</c:v>
              </c:pt>
              <c:pt idx="296">
                <c:v>-88.31156939431948</c:v>
              </c:pt>
              <c:pt idx="297">
                <c:v>-88.28346368795826</c:v>
              </c:pt>
              <c:pt idx="298">
                <c:v>-88.25464655815654</c:v>
              </c:pt>
              <c:pt idx="299">
                <c:v>-88.22509366882485</c:v>
              </c:pt>
              <c:pt idx="300">
                <c:v>-88.19477962948372</c:v>
              </c:pt>
              <c:pt idx="301">
                <c:v>-88.16367793973664</c:v>
              </c:pt>
              <c:pt idx="302">
                <c:v>-88.13176093026053</c:v>
              </c:pt>
              <c:pt idx="303">
                <c:v>-88.09899970018606</c:v>
              </c:pt>
              <c:pt idx="304">
                <c:v>-88.06536405036545</c:v>
              </c:pt>
              <c:pt idx="305">
                <c:v>-88.03082241254168</c:v>
              </c:pt>
              <c:pt idx="306">
                <c:v>-87.99534177379498</c:v>
              </c:pt>
              <c:pt idx="307">
                <c:v>-87.95888759615872</c:v>
              </c:pt>
              <c:pt idx="308">
                <c:v>-87.92142373093212</c:v>
              </c:pt>
              <c:pt idx="309">
                <c:v>-87.88291232725925</c:v>
              </c:pt>
              <c:pt idx="310">
                <c:v>-87.84331373466357</c:v>
              </c:pt>
              <c:pt idx="311">
                <c:v>-87.80258639884661</c:v>
              </c:pt>
              <c:pt idx="312">
                <c:v>-87.76068675051768</c:v>
              </c:pt>
              <c:pt idx="313">
                <c:v>-87.71756908642351</c:v>
              </c:pt>
              <c:pt idx="314">
                <c:v>-87.67318544210762</c:v>
              </c:pt>
              <c:pt idx="315">
                <c:v>-87.62748545573312</c:v>
              </c:pt>
              <c:pt idx="316">
                <c:v>-87.5804162221725</c:v>
              </c:pt>
              <c:pt idx="317">
                <c:v>-87.53192213657316</c:v>
              </c:pt>
              <c:pt idx="318">
                <c:v>-87.48194472658629</c:v>
              </c:pt>
              <c:pt idx="319">
                <c:v>-87.43042247224889</c:v>
              </c:pt>
              <c:pt idx="320">
                <c:v>-87.37729061245216</c:v>
              </c:pt>
              <c:pt idx="321">
                <c:v>-87.32248093690653</c:v>
              </c:pt>
              <c:pt idx="322">
                <c:v>-87.26592156227476</c:v>
              </c:pt>
              <c:pt idx="323">
                <c:v>-87.20753669114195</c:v>
              </c:pt>
              <c:pt idx="324">
                <c:v>-87.14724635222117</c:v>
              </c:pt>
              <c:pt idx="325">
                <c:v>-87.08496612019891</c:v>
              </c:pt>
              <c:pt idx="326">
                <c:v>-87.02060681329111</c:v>
              </c:pt>
              <c:pt idx="327">
                <c:v>-86.95407416650234</c:v>
              </c:pt>
              <c:pt idx="328">
                <c:v>-86.88526847830077</c:v>
              </c:pt>
              <c:pt idx="329">
                <c:v>-86.8140842282213</c:v>
              </c:pt>
              <c:pt idx="330">
                <c:v>-86.74040966264569</c:v>
              </c:pt>
              <c:pt idx="331">
                <c:v>-86.66412634563304</c:v>
              </c:pt>
              <c:pt idx="332">
                <c:v>-86.58510867147123</c:v>
              </c:pt>
              <c:pt idx="333">
                <c:v>-86.5032233350631</c:v>
              </c:pt>
              <c:pt idx="334">
                <c:v>-86.4183287560655</c:v>
              </c:pt>
              <c:pt idx="335">
                <c:v>-86.33027445196079</c:v>
              </c:pt>
              <c:pt idx="336">
                <c:v>-86.23890035494321</c:v>
              </c:pt>
              <c:pt idx="337">
                <c:v>-86.1440360666888</c:v>
              </c:pt>
              <c:pt idx="338">
                <c:v>-86.0455000445561</c:v>
              </c:pt>
              <c:pt idx="339">
                <c:v>-85.94309871188455</c:v>
              </c:pt>
              <c:pt idx="340">
                <c:v>-85.83662548418394</c:v>
              </c:pt>
              <c:pt idx="341">
                <c:v>-85.72585970206191</c:v>
              </c:pt>
              <c:pt idx="342">
                <c:v>-85.6105654605109</c:v>
              </c:pt>
              <c:pt idx="343">
                <c:v>-85.49049032297793</c:v>
              </c:pt>
              <c:pt idx="344">
                <c:v>-85.36536390707705</c:v>
              </c:pt>
              <c:pt idx="345">
                <c:v>-85.23489632716414</c:v>
              </c:pt>
              <c:pt idx="346">
                <c:v>-85.09877647703168</c:v>
              </c:pt>
              <c:pt idx="347">
                <c:v>-84.95667013381271</c:v>
              </c:pt>
              <c:pt idx="348">
                <c:v>-84.808217861573</c:v>
              </c:pt>
              <c:pt idx="349">
                <c:v>-84.65303269031608</c:v>
              </c:pt>
              <c:pt idx="350">
                <c:v>-84.49069754253692</c:v>
              </c:pt>
              <c:pt idx="351">
                <c:v>-84.32076237581991</c:v>
              </c:pt>
              <c:pt idx="352">
                <c:v>-84.14274100545573</c:v>
              </c:pt>
              <c:pt idx="353">
                <c:v>-83.95610756587277</c:v>
              </c:pt>
              <c:pt idx="354">
                <c:v>-83.76029256380764</c:v>
              </c:pt>
              <c:pt idx="355">
                <c:v>-83.55467846919532</c:v>
              </c:pt>
              <c:pt idx="356">
                <c:v>-83.33859478190645</c:v>
              </c:pt>
              <c:pt idx="357">
                <c:v>-83.11131250303546</c:v>
              </c:pt>
              <c:pt idx="358">
                <c:v>-82.87203792889133</c:v>
              </c:pt>
              <c:pt idx="359">
                <c:v>-82.61990567322088</c:v>
              </c:pt>
              <c:pt idx="360">
                <c:v>-82.35397080878215</c:v>
              </c:pt>
              <c:pt idx="361">
                <c:v>-82.07320000240901</c:v>
              </c:pt>
              <c:pt idx="362">
                <c:v>-81.77646149824065</c:v>
              </c:pt>
              <c:pt idx="363">
                <c:v>-81.46251378087887</c:v>
              </c:pt>
              <c:pt idx="364">
                <c:v>-81.12999272381815</c:v>
              </c:pt>
              <c:pt idx="365">
                <c:v>-80.77739699795237</c:v>
              </c:pt>
              <c:pt idx="366">
                <c:v>-80.40307147961936</c:v>
              </c:pt>
              <c:pt idx="367">
                <c:v>-80.00518835696069</c:v>
              </c:pt>
              <c:pt idx="368">
                <c:v>-79.58172558723827</c:v>
              </c:pt>
              <c:pt idx="369">
                <c:v>-79.13044230513692</c:v>
              </c:pt>
              <c:pt idx="370">
                <c:v>-78.64885072364316</c:v>
              </c:pt>
              <c:pt idx="371">
                <c:v>-78.13418400489044</c:v>
              </c:pt>
              <c:pt idx="372">
                <c:v>-77.58335950967535</c:v>
              </c:pt>
              <c:pt idx="373">
                <c:v>-76.99293676450229</c:v>
              </c:pt>
              <c:pt idx="374">
                <c:v>-76.35906941830585</c:v>
              </c:pt>
              <c:pt idx="375">
                <c:v>-75.67745040687277</c:v>
              </c:pt>
              <c:pt idx="376">
                <c:v>-74.94324951502294</c:v>
              </c:pt>
              <c:pt idx="377">
                <c:v>-74.15104254775319</c:v>
              </c:pt>
              <c:pt idx="378">
                <c:v>-73.29473142701163</c:v>
              </c:pt>
              <c:pt idx="379">
                <c:v>-72.36745477471405</c:v>
              </c:pt>
              <c:pt idx="380">
                <c:v>-71.36148900672985</c:v>
              </c:pt>
              <c:pt idx="381">
                <c:v>-70.26814076951023</c:v>
              </c:pt>
              <c:pt idx="382">
                <c:v>-69.077632878055</c:v>
              </c:pt>
              <c:pt idx="383">
                <c:v>-67.7789880178238</c:v>
              </c:pt>
              <c:pt idx="384">
                <c:v>-66.35991770871013</c:v>
              </c:pt>
              <c:pt idx="385">
                <c:v>-64.80672887187967</c:v>
              </c:pt>
              <c:pt idx="386">
                <c:v>-63.104267384637396</c:v>
              </c:pt>
              <c:pt idx="387">
                <c:v>-61.23592791917245</c:v>
              </c:pt>
              <c:pt idx="388">
                <c:v>-59.183772710877165</c:v>
              </c:pt>
              <c:pt idx="389">
                <c:v>-56.92881879496981</c:v>
              </c:pt>
              <c:pt idx="390">
                <c:v>-54.45157257990955</c:v>
              </c:pt>
              <c:pt idx="391">
                <c:v>-51.73290879449579</c:v>
              </c:pt>
              <c:pt idx="392">
                <c:v>-48.75539991256474</c:v>
              </c:pt>
              <c:pt idx="393">
                <c:v>-45.50518784426175</c:v>
              </c:pt>
              <c:pt idx="394">
                <c:v>-41.974430804483596</c:v>
              </c:pt>
              <c:pt idx="395">
                <c:v>-38.1642309744041</c:v>
              </c:pt>
              <c:pt idx="396">
                <c:v>-34.08774016853783</c:v>
              </c:pt>
              <c:pt idx="397">
                <c:v>-29.77287541296882</c:v>
              </c:pt>
              <c:pt idx="398">
                <c:v>-25.26384359937306</c:v>
              </c:pt>
              <c:pt idx="399">
                <c:v>-20.620630115082495</c:v>
              </c:pt>
              <c:pt idx="400">
                <c:v>-15.915907154500143</c:v>
              </c:pt>
              <c:pt idx="401">
                <c:v>-11.229486988742186</c:v>
              </c:pt>
              <c:pt idx="402">
                <c:v>-6.641265642670096</c:v>
              </c:pt>
              <c:pt idx="403">
                <c:v>-2.2241737337734673</c:v>
              </c:pt>
              <c:pt idx="404">
                <c:v>1.9613509865216336</c:v>
              </c:pt>
              <c:pt idx="405">
                <c:v>5.870429248984252</c:v>
              </c:pt>
              <c:pt idx="406">
                <c:v>9.474224252457095</c:v>
              </c:pt>
              <c:pt idx="407">
                <c:v>12.758391607092335</c:v>
              </c:pt>
              <c:pt idx="408">
                <c:v>15.720340809537074</c:v>
              </c:pt>
              <c:pt idx="409">
                <c:v>18.366107552158716</c:v>
              </c:pt>
              <c:pt idx="410">
                <c:v>20.707402638720392</c:v>
              </c:pt>
              <c:pt idx="411">
                <c:v>22.759138070562383</c:v>
              </c:pt>
              <c:pt idx="412">
                <c:v>24.537522932545546</c:v>
              </c:pt>
              <c:pt idx="413">
                <c:v>26.058694887306572</c:v>
              </c:pt>
              <c:pt idx="414">
                <c:v>27.337794538805007</c:v>
              </c:pt>
              <c:pt idx="415">
                <c:v>28.38837579578532</c:v>
              </c:pt>
              <c:pt idx="416">
                <c:v>29.22205452980821</c:v>
              </c:pt>
              <c:pt idx="417">
                <c:v>29.848316081640057</c:v>
              </c:pt>
              <c:pt idx="418">
                <c:v>30.274421665580817</c:v>
              </c:pt>
              <c:pt idx="419">
                <c:v>30.505370949383135</c:v>
              </c:pt>
              <c:pt idx="420">
                <c:v>30.54389205666298</c:v>
              </c:pt>
              <c:pt idx="421">
                <c:v>30.390441211966596</c:v>
              </c:pt>
              <c:pt idx="422">
                <c:v>30.04320302135513</c:v>
              </c:pt>
              <c:pt idx="423">
                <c:v>29.49808993006372</c:v>
              </c:pt>
              <c:pt idx="424">
                <c:v>28.74874674183619</c:v>
              </c:pt>
              <c:pt idx="425">
                <c:v>27.786574244370897</c:v>
              </c:pt>
              <c:pt idx="426">
                <c:v>26.600795963799104</c:v>
              </c:pt>
              <c:pt idx="427">
                <c:v>25.178604764027178</c:v>
              </c:pt>
              <c:pt idx="428">
                <c:v>23.505441952874243</c:v>
              </c:pt>
              <c:pt idx="429">
                <c:v>21.56548038599746</c:v>
              </c:pt>
              <c:pt idx="430">
                <c:v>19.342402468931674</c:v>
              </c:pt>
              <c:pt idx="431">
                <c:v>16.820578085641927</c:v>
              </c:pt>
              <c:pt idx="432">
                <c:v>13.986744880796428</c:v>
              </c:pt>
              <c:pt idx="433">
                <c:v>10.832255513268116</c:v>
              </c:pt>
              <c:pt idx="434">
                <c:v>7.355859716397603</c:v>
              </c:pt>
              <c:pt idx="435">
                <c:v>3.5668135389334332</c:v>
              </c:pt>
              <c:pt idx="436">
                <c:v>-0.5121405794788974</c:v>
              </c:pt>
              <c:pt idx="437">
                <c:v>-4.842641033855304</c:v>
              </c:pt>
              <c:pt idx="438">
                <c:v>-9.370282435853424</c:v>
              </c:pt>
              <c:pt idx="439">
                <c:v>-14.026614128129573</c:v>
              </c:pt>
              <c:pt idx="440">
                <c:v>-18.733746473143377</c:v>
              </c:pt>
              <c:pt idx="441">
                <c:v>-23.410948924770718</c:v>
              </c:pt>
              <c:pt idx="442">
                <c:v>-27.981900324814323</c:v>
              </c:pt>
              <c:pt idx="443">
                <c:v>-32.38099788238858</c:v>
              </c:pt>
              <c:pt idx="444">
                <c:v>-36.557496666738274</c:v>
              </c:pt>
              <c:pt idx="445">
                <c:v>-40.477022524704964</c:v>
              </c:pt>
              <c:pt idx="446">
                <c:v>-44.120771666384464</c:v>
              </c:pt>
              <c:pt idx="447">
                <c:v>-47.48316859175431</c:v>
              </c:pt>
              <c:pt idx="448">
                <c:v>-50.56883362277595</c:v>
              </c:pt>
              <c:pt idx="449">
                <c:v>-53.389533124018655</c:v>
              </c:pt>
              <c:pt idx="450">
                <c:v>-55.96151825930415</c:v>
              </c:pt>
              <c:pt idx="451">
                <c:v>-58.30342083059889</c:v>
              </c:pt>
              <c:pt idx="452">
                <c:v>-60.43471501338749</c:v>
              </c:pt>
              <c:pt idx="453">
                <c:v>-62.37467012265507</c:v>
              </c:pt>
              <c:pt idx="454">
                <c:v>-64.14169019957991</c:v>
              </c:pt>
              <c:pt idx="455">
                <c:v>-65.75293800399521</c:v>
              </c:pt>
              <c:pt idx="456">
                <c:v>-67.22415678137858</c:v>
              </c:pt>
              <c:pt idx="457">
                <c:v>-68.56962266490476</c:v>
              </c:pt>
              <c:pt idx="458">
                <c:v>-69.80217868262626</c:v>
              </c:pt>
              <c:pt idx="459">
                <c:v>-70.933316147146</c:v>
              </c:pt>
              <c:pt idx="460">
                <c:v>-71.97328044259864</c:v>
              </c:pt>
              <c:pt idx="461">
                <c:v>-72.93118633993298</c:v>
              </c:pt>
              <c:pt idx="462">
                <c:v>-73.81513362119057</c:v>
              </c:pt>
              <c:pt idx="463">
                <c:v>-74.63231761020346</c:v>
              </c:pt>
              <c:pt idx="464">
                <c:v>-75.38913171656777</c:v>
              </c:pt>
              <c:pt idx="465">
                <c:v>-76.09126070345059</c:v>
              </c:pt>
              <c:pt idx="466">
                <c:v>-76.74376437973334</c:v>
              </c:pt>
              <c:pt idx="467">
                <c:v>-77.35115200161924</c:v>
              </c:pt>
              <c:pt idx="468">
                <c:v>-77.9174479900311</c:v>
              </c:pt>
              <c:pt idx="469">
                <c:v>-78.44624972241414</c:v>
              </c:pt>
              <c:pt idx="470">
                <c:v>-78.94077820806518</c:v>
              </c:pt>
              <c:pt idx="471">
                <c:v>-79.40392244468862</c:v>
              </c:pt>
              <c:pt idx="472">
                <c:v>-79.8382782073233</c:v>
              </c:pt>
              <c:pt idx="473">
                <c:v>-80.24618195900462</c:v>
              </c:pt>
              <c:pt idx="474">
                <c:v>-80.62974050215398</c:v>
              </c:pt>
              <c:pt idx="475">
                <c:v>-80.99085692057614</c:v>
              </c:pt>
              <c:pt idx="476">
                <c:v>-81.33125329576133</c:v>
              </c:pt>
              <c:pt idx="477">
                <c:v>-81.65249062009447</c:v>
              </c:pt>
              <c:pt idx="478">
                <c:v>-81.95598627472646</c:v>
              </c:pt>
              <c:pt idx="479">
                <c:v>-82.24302939114439</c:v>
              </c:pt>
              <c:pt idx="480">
                <c:v>-82.51479437280119</c:v>
              </c:pt>
              <c:pt idx="481">
                <c:v>-82.77235281537698</c:v>
              </c:pt>
              <c:pt idx="482">
                <c:v>-83.0166840321973</c:v>
              </c:pt>
              <c:pt idx="483">
                <c:v>-83.24868436323231</c:v>
              </c:pt>
              <c:pt idx="484">
                <c:v>-83.46917542162544</c:v>
              </c:pt>
              <c:pt idx="485">
                <c:v>-83.67891141129776</c:v>
              </c:pt>
              <c:pt idx="486">
                <c:v>-83.87858563081855</c:v>
              </c:pt>
              <c:pt idx="487">
                <c:v>-84.0688362637297</c:v>
              </c:pt>
              <c:pt idx="488">
                <c:v>-84.2502515418394</c:v>
              </c:pt>
              <c:pt idx="489">
                <c:v>-84.42337435696966</c:v>
              </c:pt>
              <c:pt idx="490">
                <c:v>-84.58870638656379</c:v>
              </c:pt>
              <c:pt idx="491">
                <c:v>-84.74671179024197</c:v>
              </c:pt>
              <c:pt idx="492">
                <c:v>-84.89782052698709</c:v>
              </c:pt>
              <c:pt idx="493">
                <c:v>-85.04243133655018</c:v>
              </c:pt>
              <c:pt idx="494">
                <c:v>-85.18091442280826</c:v>
              </c:pt>
              <c:pt idx="495">
                <c:v>-85.31361387274409</c:v>
              </c:pt>
              <c:pt idx="496">
                <c:v>-85.44084983992543</c:v>
              </c:pt>
              <c:pt idx="497">
                <c:v>-85.56292051832</c:v>
              </c:pt>
              <c:pt idx="498">
                <c:v>-85.6801039290014</c:v>
              </c:pt>
              <c:pt idx="499">
                <c:v>-85.7926595397338</c:v>
              </c:pt>
              <c:pt idx="500">
                <c:v>-85.90082973477628</c:v>
              </c:pt>
              <c:pt idx="501">
                <c:v>-86.0048411507974</c:v>
              </c:pt>
              <c:pt idx="502">
                <c:v>-86.10490589236937</c:v>
              </c:pt>
              <c:pt idx="503">
                <c:v>-86.20122263935114</c:v>
              </c:pt>
              <c:pt idx="504">
                <c:v>-86.29397765697232</c:v>
              </c:pt>
              <c:pt idx="505">
                <c:v>-86.38334571833835</c:v>
              </c:pt>
              <c:pt idx="506">
                <c:v>-86.46949094777091</c:v>
              </c:pt>
              <c:pt idx="507">
                <c:v>-86.55256759274182</c:v>
              </c:pt>
              <c:pt idx="508">
                <c:v>-86.63272073123399</c:v>
              </c:pt>
              <c:pt idx="509">
                <c:v>-86.71008692052916</c:v>
              </c:pt>
              <c:pt idx="510">
                <c:v>-86.78479479304544</c:v>
              </c:pt>
              <c:pt idx="511">
                <c:v>-86.8569656039445</c:v>
              </c:pt>
              <c:pt idx="512">
                <c:v>-86.92671373510493</c:v>
              </c:pt>
              <c:pt idx="513">
                <c:v>-86.99414715915673</c:v>
              </c:pt>
              <c:pt idx="514">
                <c:v>-87.05936786741863</c:v>
              </c:pt>
              <c:pt idx="515">
                <c:v>-87.12247226471192</c:v>
              </c:pt>
              <c:pt idx="516">
                <c:v>-87.18355153402321</c:v>
              </c:pt>
              <c:pt idx="517">
                <c:v>-87.24269197370134</c:v>
              </c:pt>
              <c:pt idx="518">
                <c:v>-87.29997530931851</c:v>
              </c:pt>
              <c:pt idx="519">
                <c:v>-87.3554789825961</c:v>
              </c:pt>
              <c:pt idx="520">
                <c:v>-87.40927641920679</c:v>
              </c:pt>
              <c:pt idx="521">
                <c:v>-87.46143727703125</c:v>
              </c:pt>
              <c:pt idx="522">
                <c:v>-87.51202767686767</c:v>
              </c:pt>
              <c:pt idx="523">
                <c:v>-87.56111041659277</c:v>
              </c:pt>
              <c:pt idx="524">
                <c:v>-87.608745170404</c:v>
              </c:pt>
              <c:pt idx="525">
                <c:v>-87.6549886742106</c:v>
              </c:pt>
              <c:pt idx="526">
                <c:v>-87.69989489817559</c:v>
              </c:pt>
              <c:pt idx="527">
                <c:v>-87.74351520769531</c:v>
              </c:pt>
              <c:pt idx="528">
                <c:v>-87.78589851333767</c:v>
              </c:pt>
              <c:pt idx="529">
                <c:v>-87.82709141089985</c:v>
              </c:pt>
              <c:pt idx="530">
                <c:v>-87.86713831215724</c:v>
              </c:pt>
              <c:pt idx="531">
                <c:v>-87.906081567012</c:v>
              </c:pt>
              <c:pt idx="532">
                <c:v>-87.94396157783414</c:v>
              </c:pt>
              <c:pt idx="533">
                <c:v>-87.98081690630349</c:v>
              </c:pt>
              <c:pt idx="534">
                <c:v>-88.0166843735459</c:v>
              </c:pt>
              <c:pt idx="535">
                <c:v>-88.05159915394451</c:v>
              </c:pt>
              <c:pt idx="536">
                <c:v>-88.08559486309532</c:v>
              </c:pt>
              <c:pt idx="537">
                <c:v>-88.11870364023254</c:v>
              </c:pt>
              <c:pt idx="538">
                <c:v>-88.15095622568725</c:v>
              </c:pt>
              <c:pt idx="539">
                <c:v>-88.18238203361166</c:v>
              </c:pt>
              <c:pt idx="540">
                <c:v>-88.21300922029808</c:v>
              </c:pt>
              <c:pt idx="541">
                <c:v>-88.24286474840272</c:v>
              </c:pt>
              <c:pt idx="542">
                <c:v>-88.27197444739971</c:v>
              </c:pt>
              <c:pt idx="543">
                <c:v>-88.30036307045833</c:v>
              </c:pt>
              <c:pt idx="544">
                <c:v>-88.32805434801467</c:v>
              </c:pt>
              <c:pt idx="545">
                <c:v>-88.35507103827287</c:v>
              </c:pt>
              <c:pt idx="546">
                <c:v>-88.38143497473258</c:v>
              </c:pt>
              <c:pt idx="547">
                <c:v>-88.40716711110541</c:v>
              </c:pt>
              <c:pt idx="548">
                <c:v>-88.43228756366724</c:v>
              </c:pt>
              <c:pt idx="549">
                <c:v>-88.45681565125872</c:v>
              </c:pt>
              <c:pt idx="550">
                <c:v>-88.48076993299925</c:v>
              </c:pt>
              <c:pt idx="551">
                <c:v>-88.50416824404554</c:v>
              </c:pt>
              <c:pt idx="552">
                <c:v>-88.52702772928542</c:v>
              </c:pt>
              <c:pt idx="553">
                <c:v>-88.54936487528701</c:v>
              </c:pt>
              <c:pt idx="554">
                <c:v>-88.57119554048742</c:v>
              </c:pt>
              <c:pt idx="555">
                <c:v>-88.59253498380458</c:v>
              </c:pt>
              <c:pt idx="556">
                <c:v>-88.61339789169824</c:v>
              </c:pt>
              <c:pt idx="557">
                <c:v>-88.63379840385743</c:v>
              </c:pt>
              <c:pt idx="558">
                <c:v>-88.65375013749606</c:v>
              </c:pt>
              <c:pt idx="559">
                <c:v>-88.67326621045946</c:v>
              </c:pt>
              <c:pt idx="560">
                <c:v>-88.69235926309373</c:v>
              </c:pt>
              <c:pt idx="561">
                <c:v>-88.71104147901721</c:v>
              </c:pt>
              <c:pt idx="562">
                <c:v>-88.72932460483395</c:v>
              </c:pt>
              <c:pt idx="563">
                <c:v>-88.74721996889559</c:v>
              </c:pt>
              <c:pt idx="564">
                <c:v>-88.76473849906857</c:v>
              </c:pt>
              <c:pt idx="565">
                <c:v>-88.78189073967619</c:v>
              </c:pt>
              <c:pt idx="566">
                <c:v>-88.79868686759298</c:v>
              </c:pt>
              <c:pt idx="567">
                <c:v>-88.8151367075489</c:v>
              </c:pt>
              <c:pt idx="568">
                <c:v>-88.83124974664739</c:v>
              </c:pt>
              <c:pt idx="569">
                <c:v>-88.84703514831132</c:v>
              </c:pt>
              <c:pt idx="570">
                <c:v>-88.86250176544907</c:v>
              </c:pt>
              <c:pt idx="571">
                <c:v>-88.87765815298822</c:v>
              </c:pt>
              <c:pt idx="572">
                <c:v>-88.89251257995097</c:v>
              </c:pt>
              <c:pt idx="573">
                <c:v>-88.90707304080934</c:v>
              </c:pt>
              <c:pt idx="574">
                <c:v>-88.92134726641841</c:v>
              </c:pt>
              <c:pt idx="575">
                <c:v>-88.9353427343609</c:v>
              </c:pt>
              <c:pt idx="576">
                <c:v>-88.94906667894232</c:v>
              </c:pt>
              <c:pt idx="577">
                <c:v>-88.96252610058922</c:v>
              </c:pt>
              <c:pt idx="578">
                <c:v>-88.97572777492114</c:v>
              </c:pt>
              <c:pt idx="579">
                <c:v>-88.98867826137214</c:v>
              </c:pt>
              <c:pt idx="580">
                <c:v>-89.0013839114176</c:v>
              </c:pt>
              <c:pt idx="581">
                <c:v>-89.01385087648904</c:v>
              </c:pt>
              <c:pt idx="582">
                <c:v>-89.02608511550578</c:v>
              </c:pt>
              <c:pt idx="583">
                <c:v>-89.03809240205128</c:v>
              </c:pt>
              <c:pt idx="584">
                <c:v>-89.04987833129155</c:v>
              </c:pt>
              <c:pt idx="585">
                <c:v>-89.06144832654607</c:v>
              </c:pt>
              <c:pt idx="586">
                <c:v>-89.07280764560709</c:v>
              </c:pt>
              <c:pt idx="587">
                <c:v>-89.08396138679973</c:v>
              </c:pt>
              <c:pt idx="588">
                <c:v>-89.09491449474535</c:v>
              </c:pt>
              <c:pt idx="589">
                <c:v>-89.10567176587764</c:v>
              </c:pt>
              <c:pt idx="590">
                <c:v>-89.11623785382477</c:v>
              </c:pt>
              <c:pt idx="591">
                <c:v>-89.12661727441464</c:v>
              </c:pt>
              <c:pt idx="592">
                <c:v>-89.13681441059649</c:v>
              </c:pt>
              <c:pt idx="593">
                <c:v>-89.14683351712085</c:v>
              </c:pt>
              <c:pt idx="594">
                <c:v>-89.15667872500443</c:v>
              </c:pt>
              <c:pt idx="595">
                <c:v>-89.16635404583826</c:v>
              </c:pt>
              <c:pt idx="596">
                <c:v>-89.17586337592789</c:v>
              </c:pt>
              <c:pt idx="597">
                <c:v>-89.1852105002337</c:v>
              </c:pt>
              <c:pt idx="598">
                <c:v>-89.19439909619757</c:v>
              </c:pt>
              <c:pt idx="599">
                <c:v>-89.2034327373785</c:v>
              </c:pt>
              <c:pt idx="600">
                <c:v>-89.21231489698681</c:v>
              </c:pt>
              <c:pt idx="601">
                <c:v>-89.22104895121123</c:v>
              </c:pt>
              <c:pt idx="602">
                <c:v>-89.22963818251253</c:v>
              </c:pt>
              <c:pt idx="603">
                <c:v>-89.23808578270112</c:v>
              </c:pt>
              <c:pt idx="604">
                <c:v>-89.24639485592719</c:v>
              </c:pt>
              <c:pt idx="605">
                <c:v>-89.2545684215824</c:v>
              </c:pt>
              <c:pt idx="606">
                <c:v>-89.26260941707142</c:v>
              </c:pt>
              <c:pt idx="607">
                <c:v>-89.27052070042865</c:v>
              </c:pt>
              <c:pt idx="608">
                <c:v>-89.2783050529467</c:v>
              </c:pt>
              <c:pt idx="609">
                <c:v>-89.2859651815869</c:v>
              </c:pt>
              <c:pt idx="610">
                <c:v>-89.29350372138646</c:v>
              </c:pt>
              <c:pt idx="611">
                <c:v>-89.30092323774413</c:v>
              </c:pt>
              <c:pt idx="612">
                <c:v>-89.30822622861118</c:v>
              </c:pt>
              <c:pt idx="613">
                <c:v>-89.31541512658913</c:v>
              </c:pt>
              <c:pt idx="614">
                <c:v>-89.32249230103987</c:v>
              </c:pt>
              <c:pt idx="615">
                <c:v>-89.32946005998724</c:v>
              </c:pt>
              <c:pt idx="616">
                <c:v>-89.33632065203054</c:v>
              </c:pt>
              <c:pt idx="617">
                <c:v>-89.3430762682195</c:v>
              </c:pt>
              <c:pt idx="618">
                <c:v>-89.34972904375807</c:v>
              </c:pt>
              <c:pt idx="619">
                <c:v>-89.35628105974003</c:v>
              </c:pt>
              <c:pt idx="620">
                <c:v>-89.36273434476402</c:v>
              </c:pt>
              <c:pt idx="621">
                <c:v>-89.36909087655518</c:v>
              </c:pt>
              <c:pt idx="622">
                <c:v>-89.37535258346097</c:v>
              </c:pt>
              <c:pt idx="623">
                <c:v>-89.38152134594051</c:v>
              </c:pt>
              <c:pt idx="624">
                <c:v>-89.38759899796982</c:v>
              </c:pt>
              <c:pt idx="625">
                <c:v>-89.39358732842703</c:v>
              </c:pt>
              <c:pt idx="626">
                <c:v>-89.39948808244283</c:v>
              </c:pt>
              <c:pt idx="627">
                <c:v>-89.40530296262297</c:v>
              </c:pt>
              <c:pt idx="628">
                <c:v>-89.4110336303518</c:v>
              </c:pt>
              <c:pt idx="629">
                <c:v>-89.41668170694227</c:v>
              </c:pt>
              <c:pt idx="630">
                <c:v>-89.42224877481387</c:v>
              </c:pt>
              <c:pt idx="631">
                <c:v>-89.4277363785931</c:v>
              </c:pt>
              <c:pt idx="632">
                <c:v>-89.43314602620435</c:v>
              </c:pt>
              <c:pt idx="633">
                <c:v>-89.43847918990853</c:v>
              </c:pt>
              <c:pt idx="634">
                <c:v>-89.44373730732923</c:v>
              </c:pt>
              <c:pt idx="635">
                <c:v>-89.44892178239711</c:v>
              </c:pt>
              <c:pt idx="636">
                <c:v>-89.45403398630283</c:v>
              </c:pt>
              <c:pt idx="637">
                <c:v>-89.45907525844696</c:v>
              </c:pt>
              <c:pt idx="638">
                <c:v>-89.46404690725595</c:v>
              </c:pt>
              <c:pt idx="639">
                <c:v>-89.4689502111011</c:v>
              </c:pt>
              <c:pt idx="640">
                <c:v>-89.47378641908865</c:v>
              </c:pt>
              <c:pt idx="641">
                <c:v>-89.47855675188013</c:v>
              </c:pt>
              <c:pt idx="642">
                <c:v>-89.48326240244697</c:v>
              </c:pt>
              <c:pt idx="643">
                <c:v>-89.48790453684856</c:v>
              </c:pt>
              <c:pt idx="644">
                <c:v>-89.49248429492994</c:v>
              </c:pt>
              <c:pt idx="645">
                <c:v>-89.49700279104785</c:v>
              </c:pt>
              <c:pt idx="646">
                <c:v>-89.50146111473646</c:v>
              </c:pt>
              <c:pt idx="647">
                <c:v>-89.50586033139832</c:v>
              </c:pt>
              <c:pt idx="648">
                <c:v>-89.51020148290522</c:v>
              </c:pt>
              <c:pt idx="649">
                <c:v>-89.51448558825162</c:v>
              </c:pt>
              <c:pt idx="650">
                <c:v>-89.51871364413054</c:v>
              </c:pt>
              <c:pt idx="651">
                <c:v>-89.52288662553573</c:v>
              </c:pt>
              <c:pt idx="652">
                <c:v>-89.527005486329</c:v>
              </c:pt>
              <c:pt idx="653">
                <c:v>-89.53107115975408</c:v>
              </c:pt>
              <c:pt idx="654">
                <c:v>-89.53508455903125</c:v>
              </c:pt>
              <c:pt idx="655">
                <c:v>-89.53904657781466</c:v>
              </c:pt>
              <c:pt idx="656">
                <c:v>-89.54295809070818</c:v>
              </c:pt>
              <c:pt idx="657">
                <c:v>-89.54681995378586</c:v>
              </c:pt>
              <c:pt idx="658">
                <c:v>-89.55063300501082</c:v>
              </c:pt>
              <c:pt idx="659">
                <c:v>-89.55439806472074</c:v>
              </c:pt>
              <c:pt idx="660">
                <c:v>-89.55811593607284</c:v>
              </c:pt>
              <c:pt idx="661">
                <c:v>-89.56178740547213</c:v>
              </c:pt>
              <c:pt idx="662">
                <c:v>-89.56541324298647</c:v>
              </c:pt>
              <c:pt idx="663">
                <c:v>-89.5689942027489</c:v>
              </c:pt>
              <c:pt idx="664">
                <c:v>-89.57253102334352</c:v>
              </c:pt>
              <c:pt idx="665">
                <c:v>-89.57602442823587</c:v>
              </c:pt>
              <c:pt idx="666">
                <c:v>-89.57947512608098</c:v>
              </c:pt>
              <c:pt idx="667">
                <c:v>-89.58288381112558</c:v>
              </c:pt>
              <c:pt idx="668">
                <c:v>-89.5862511635415</c:v>
              </c:pt>
              <c:pt idx="669">
                <c:v>-89.58957784978512</c:v>
              </c:pt>
              <c:pt idx="670">
                <c:v>-89.59286452291126</c:v>
              </c:pt>
              <c:pt idx="671">
                <c:v>-89.59611182288688</c:v>
              </c:pt>
              <c:pt idx="672">
                <c:v>-89.59932037694264</c:v>
              </c:pt>
              <c:pt idx="673">
                <c:v>-89.60249079984513</c:v>
              </c:pt>
              <c:pt idx="674">
                <c:v>-89.60562369418844</c:v>
              </c:pt>
              <c:pt idx="675">
                <c:v>-89.60871965070497</c:v>
              </c:pt>
              <c:pt idx="676">
                <c:v>-89.61177924854259</c:v>
              </c:pt>
              <c:pt idx="677">
                <c:v>-89.61480305551245</c:v>
              </c:pt>
              <c:pt idx="678">
                <c:v>-89.61779162837524</c:v>
              </c:pt>
              <c:pt idx="679">
                <c:v>-89.62074551311298</c:v>
              </c:pt>
              <c:pt idx="680">
                <c:v>-89.62366524513786</c:v>
              </c:pt>
              <c:pt idx="681">
                <c:v>-89.62655134956246</c:v>
              </c:pt>
              <c:pt idx="682">
                <c:v>-89.62940434143695</c:v>
              </c:pt>
              <c:pt idx="683">
                <c:v>-89.63222472599512</c:v>
              </c:pt>
              <c:pt idx="684">
                <c:v>-89.63501299882292</c:v>
              </c:pt>
              <c:pt idx="685">
                <c:v>-89.63776964614452</c:v>
              </c:pt>
              <c:pt idx="686">
                <c:v>-89.64049514499746</c:v>
              </c:pt>
              <c:pt idx="687">
                <c:v>-89.64318996344664</c:v>
              </c:pt>
              <c:pt idx="688">
                <c:v>-89.64585456078127</c:v>
              </c:pt>
              <c:pt idx="689">
                <c:v>-89.64848938773586</c:v>
              </c:pt>
              <c:pt idx="690">
                <c:v>-89.65109488664562</c:v>
              </c:pt>
              <c:pt idx="691">
                <c:v>-89.65367149167092</c:v>
              </c:pt>
              <c:pt idx="692">
                <c:v>-89.65621962892646</c:v>
              </c:pt>
              <c:pt idx="693">
                <c:v>-89.65873971673176</c:v>
              </c:pt>
              <c:pt idx="694">
                <c:v>-89.66123216571444</c:v>
              </c:pt>
              <c:pt idx="695">
                <c:v>-89.66369737902353</c:v>
              </c:pt>
              <c:pt idx="696">
                <c:v>-89.66613575245931</c:v>
              </c:pt>
              <c:pt idx="697">
                <c:v>-89.66854767467204</c:v>
              </c:pt>
              <c:pt idx="698">
                <c:v>-89.67093352727008</c:v>
              </c:pt>
              <c:pt idx="699">
                <c:v>-89.67329368501925</c:v>
              </c:pt>
              <c:pt idx="700">
                <c:v>-89.67562851595162</c:v>
              </c:pt>
              <c:pt idx="701">
                <c:v>-89.67793838154348</c:v>
              </c:pt>
              <c:pt idx="702">
                <c:v>-89.68022363682879</c:v>
              </c:pt>
              <c:pt idx="703">
                <c:v>-89.6824846305372</c:v>
              </c:pt>
              <c:pt idx="704">
                <c:v>-89.68472170525686</c:v>
              </c:pt>
              <c:pt idx="705">
                <c:v>-89.68693519752553</c:v>
              </c:pt>
              <c:pt idx="706">
                <c:v>-89.68912543799809</c:v>
              </c:pt>
              <c:pt idx="707">
                <c:v>-89.6912927515243</c:v>
              </c:pt>
              <c:pt idx="708">
                <c:v>-89.69343745731037</c:v>
              </c:pt>
              <c:pt idx="709">
                <c:v>-89.69555986900907</c:v>
              </c:pt>
              <c:pt idx="710">
                <c:v>-89.69766029487558</c:v>
              </c:pt>
              <c:pt idx="711">
                <c:v>-89.69973903781104</c:v>
              </c:pt>
              <c:pt idx="712">
                <c:v>-89.70179639553852</c:v>
              </c:pt>
              <c:pt idx="713">
                <c:v>-89.70383266068166</c:v>
              </c:pt>
              <c:pt idx="714">
                <c:v>-89.70584812086832</c:v>
              </c:pt>
              <c:pt idx="715">
                <c:v>-89.7078430588187</c:v>
              </c:pt>
              <c:pt idx="716">
                <c:v>-89.70981775249491</c:v>
              </c:pt>
              <c:pt idx="717">
                <c:v>-89.71177247513579</c:v>
              </c:pt>
              <c:pt idx="718">
                <c:v>-89.71370749540844</c:v>
              </c:pt>
              <c:pt idx="719">
                <c:v>-89.71562307744148</c:v>
              </c:pt>
              <c:pt idx="720">
                <c:v>-89.7175194809675</c:v>
              </c:pt>
              <c:pt idx="721">
                <c:v>-89.71939696139525</c:v>
              </c:pt>
              <c:pt idx="722">
                <c:v>-89.72125576988803</c:v>
              </c:pt>
              <c:pt idx="723">
                <c:v>-89.72309615343818</c:v>
              </c:pt>
              <c:pt idx="724">
                <c:v>-89.72491835498076</c:v>
              </c:pt>
              <c:pt idx="725">
                <c:v>-89.72672261344816</c:v>
              </c:pt>
              <c:pt idx="726">
                <c:v>-89.72850916386423</c:v>
              </c:pt>
              <c:pt idx="727">
                <c:v>-89.73027823740122</c:v>
              </c:pt>
              <c:pt idx="728">
                <c:v>-89.73203006147992</c:v>
              </c:pt>
              <c:pt idx="729">
                <c:v>-89.73376485983631</c:v>
              </c:pt>
              <c:pt idx="730">
                <c:v>-89.73548285257665</c:v>
              </c:pt>
              <c:pt idx="731">
                <c:v>-89.73718425624304</c:v>
              </c:pt>
              <c:pt idx="732">
                <c:v>-89.7388692839294</c:v>
              </c:pt>
              <c:pt idx="733">
                <c:v>-89.74053814529843</c:v>
              </c:pt>
              <c:pt idx="734">
                <c:v>-89.7421910466673</c:v>
              </c:pt>
              <c:pt idx="735">
                <c:v>-89.74382819108203</c:v>
              </c:pt>
              <c:pt idx="736">
                <c:v>-89.74544977834374</c:v>
              </c:pt>
              <c:pt idx="737">
                <c:v>-89.74705600511123</c:v>
              </c:pt>
              <c:pt idx="738">
                <c:v>-89.74864706494093</c:v>
              </c:pt>
              <c:pt idx="739">
                <c:v>-89.75022314833735</c:v>
              </c:pt>
              <c:pt idx="740">
                <c:v>-89.75178444283966</c:v>
              </c:pt>
              <c:pt idx="741">
                <c:v>-89.75333113303475</c:v>
              </c:pt>
              <c:pt idx="742">
                <c:v>-89.75486340066838</c:v>
              </c:pt>
              <c:pt idx="743">
                <c:v>-89.75638142462124</c:v>
              </c:pt>
              <c:pt idx="744">
                <c:v>-89.75788538105539</c:v>
              </c:pt>
              <c:pt idx="745">
                <c:v>-89.75937544337512</c:v>
              </c:pt>
              <c:pt idx="746">
                <c:v>-89.76085178234726</c:v>
              </c:pt>
              <c:pt idx="747">
                <c:v>-89.76231456610836</c:v>
              </c:pt>
              <c:pt idx="748">
                <c:v>-89.76376396021894</c:v>
              </c:pt>
              <c:pt idx="749">
                <c:v>-89.76520012772819</c:v>
              </c:pt>
              <c:pt idx="750">
                <c:v>-89.76662322922371</c:v>
              </c:pt>
              <c:pt idx="751">
                <c:v>-89.7680334228231</c:v>
              </c:pt>
              <c:pt idx="752">
                <c:v>-89.76943086428827</c:v>
              </c:pt>
              <c:pt idx="753">
                <c:v>-89.77081570703454</c:v>
              </c:pt>
              <c:pt idx="754">
                <c:v>-89.77218810216105</c:v>
              </c:pt>
              <c:pt idx="755">
                <c:v>-89.77354819850265</c:v>
              </c:pt>
              <c:pt idx="756">
                <c:v>-89.77489614271755</c:v>
              </c:pt>
              <c:pt idx="757">
                <c:v>-89.77623207922666</c:v>
              </c:pt>
              <c:pt idx="758">
                <c:v>-89.77755615034404</c:v>
              </c:pt>
              <c:pt idx="759">
                <c:v>-89.77886849626256</c:v>
              </c:pt>
              <c:pt idx="760">
                <c:v>-89.78016925513698</c:v>
              </c:pt>
              <c:pt idx="761">
                <c:v>-89.78145856305464</c:v>
              </c:pt>
              <c:pt idx="762">
                <c:v>-89.78273655413597</c:v>
              </c:pt>
              <c:pt idx="763">
                <c:v>-89.7840033605301</c:v>
              </c:pt>
              <c:pt idx="764">
                <c:v>-89.78525911246794</c:v>
              </c:pt>
              <c:pt idx="765">
                <c:v>-89.78650393828615</c:v>
              </c:pt>
              <c:pt idx="766">
                <c:v>-89.78773796446173</c:v>
              </c:pt>
              <c:pt idx="767">
                <c:v>-89.78896131565003</c:v>
              </c:pt>
              <c:pt idx="768">
                <c:v>-89.79017411470089</c:v>
              </c:pt>
              <c:pt idx="769">
                <c:v>-89.79137648271418</c:v>
              </c:pt>
              <c:pt idx="770">
                <c:v>-89.79256853905194</c:v>
              </c:pt>
              <c:pt idx="771">
                <c:v>-89.79375040137558</c:v>
              </c:pt>
              <c:pt idx="772">
                <c:v>-89.79492218566118</c:v>
              </c:pt>
              <c:pt idx="773">
                <c:v>-89.79608400624353</c:v>
              </c:pt>
              <c:pt idx="774">
                <c:v>-89.79723597584905</c:v>
              </c:pt>
              <c:pt idx="775">
                <c:v>-89.79837820559992</c:v>
              </c:pt>
              <c:pt idx="776">
                <c:v>-89.79951080506454</c:v>
              </c:pt>
              <c:pt idx="777">
                <c:v>-89.80063388227221</c:v>
              </c:pt>
              <c:pt idx="778">
                <c:v>-89.80174754373094</c:v>
              </c:pt>
              <c:pt idx="779">
                <c:v>-89.80285189447753</c:v>
              </c:pt>
              <c:pt idx="780">
                <c:v>-89.80394703808095</c:v>
              </c:pt>
              <c:pt idx="781">
                <c:v>-89.80503307667038</c:v>
              </c:pt>
              <c:pt idx="782">
                <c:v>-89.80611011095992</c:v>
              </c:pt>
              <c:pt idx="783">
                <c:v>-89.80717824029068</c:v>
              </c:pt>
              <c:pt idx="784">
                <c:v>-89.80823756260854</c:v>
              </c:pt>
              <c:pt idx="785">
                <c:v>-89.80928817454179</c:v>
              </c:pt>
              <c:pt idx="786">
                <c:v>-89.81033017137511</c:v>
              </c:pt>
              <c:pt idx="787">
                <c:v>-89.81136364712688</c:v>
              </c:pt>
              <c:pt idx="788">
                <c:v>-89.81238869449072</c:v>
              </c:pt>
              <c:pt idx="789">
                <c:v>-89.81340540492684</c:v>
              </c:pt>
              <c:pt idx="790">
                <c:v>-89.81441386865697</c:v>
              </c:pt>
              <c:pt idx="791">
                <c:v>-89.81541417468753</c:v>
              </c:pt>
              <c:pt idx="792">
                <c:v>-89.81640641081509</c:v>
              </c:pt>
              <c:pt idx="793">
                <c:v>-89.81739066367426</c:v>
              </c:pt>
              <c:pt idx="794">
                <c:v>-89.81836701872507</c:v>
              </c:pt>
              <c:pt idx="795">
                <c:v>-89.81933556028291</c:v>
              </c:pt>
              <c:pt idx="796">
                <c:v>-89.82029637155192</c:v>
              </c:pt>
              <c:pt idx="797">
                <c:v>-89.82124953464047</c:v>
              </c:pt>
              <c:pt idx="798">
                <c:v>-89.82219513054096</c:v>
              </c:pt>
              <c:pt idx="799">
                <c:v>-89.82313323918787</c:v>
              </c:pt>
              <c:pt idx="800">
                <c:v>-89.82406393947996</c:v>
              </c:pt>
            </c:numLit>
          </c:yVal>
        </c:ser>
        <c:ser>
          <c:idx val="1"/>
          <c:order val="1"/>
          <c:tx>
            <c:v>理想匹配</c:v>
          </c:tx>
          <c:spPr>
            <a:ln xmlns:a="http://schemas.openxmlformats.org/drawingml/2006/main" w="23813">
              <a:solidFill>
                <a:srgbClr val="2F75B5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-89.92247963145424</c:v>
              </c:pt>
              <c:pt idx="1">
                <c:v>-89.92190716140918</c:v>
              </c:pt>
              <c:pt idx="2">
                <c:v>-89.92132898332993</c:v>
              </c:pt>
              <c:pt idx="3">
                <c:v>-89.9207450252714</c:v>
              </c:pt>
              <c:pt idx="4">
                <c:v>-89.92015521418894</c:v>
              </c:pt>
              <c:pt idx="5">
                <c:v>-89.91955947591826</c:v>
              </c:pt>
              <c:pt idx="6">
                <c:v>-89.91895773515516</c:v>
              </c:pt>
              <c:pt idx="7">
                <c:v>-89.91834991543519</c:v>
              </c:pt>
              <c:pt idx="8">
                <c:v>-89.91773593911223</c:v>
              </c:pt>
              <c:pt idx="9">
                <c:v>-89.91711572733728</c:v>
              </c:pt>
              <c:pt idx="10">
                <c:v>-89.9164892000362</c:v>
              </c:pt>
              <c:pt idx="11">
                <c:v>-89.91585627588734</c:v>
              </c:pt>
              <c:pt idx="12">
                <c:v>-89.91521687229887</c:v>
              </c:pt>
              <c:pt idx="13">
                <c:v>-89.9145709053851</c:v>
              </c:pt>
              <c:pt idx="14">
                <c:v>-89.91391828994277</c:v>
              </c:pt>
              <c:pt idx="15">
                <c:v>-89.91325893942636</c:v>
              </c:pt>
              <c:pt idx="16">
                <c:v>-89.91259276592353</c:v>
              </c:pt>
              <c:pt idx="17">
                <c:v>-89.91191968012961</c:v>
              </c:pt>
              <c:pt idx="18">
                <c:v>-89.9112395913212</c:v>
              </c:pt>
              <c:pt idx="19">
                <c:v>-89.91055240733012</c:v>
              </c:pt>
              <c:pt idx="20">
                <c:v>-89.90985803451592</c:v>
              </c:pt>
              <c:pt idx="21">
                <c:v>-89.90915637773827</c:v>
              </c:pt>
              <c:pt idx="22">
                <c:v>-89.9084473403287</c:v>
              </c:pt>
              <c:pt idx="23">
                <c:v>-89.90773082406149</c:v>
              </c:pt>
              <c:pt idx="24">
                <c:v>-89.90700672912405</c:v>
              </c:pt>
              <c:pt idx="25">
                <c:v>-89.90627495408704</c:v>
              </c:pt>
              <c:pt idx="26">
                <c:v>-89.90553539587296</c:v>
              </c:pt>
              <c:pt idx="27">
                <c:v>-89.90478794972505</c:v>
              </c:pt>
              <c:pt idx="28">
                <c:v>-89.90403250917461</c:v>
              </c:pt>
              <c:pt idx="29">
                <c:v>-89.90326896600828</c:v>
              </c:pt>
              <c:pt idx="30">
                <c:v>-89.90249721023416</c:v>
              </c:pt>
              <c:pt idx="31">
                <c:v>-89.90171713004729</c:v>
              </c:pt>
              <c:pt idx="32">
                <c:v>-89.90092861179463</c:v>
              </c:pt>
              <c:pt idx="33">
                <c:v>-89.90013153993858</c:v>
              </c:pt>
              <c:pt idx="34">
                <c:v>-89.8993257970207</c:v>
              </c:pt>
              <c:pt idx="35">
                <c:v>-89.89851126362336</c:v>
              </c:pt>
              <c:pt idx="36">
                <c:v>-89.89768781833173</c:v>
              </c:pt>
              <c:pt idx="37">
                <c:v>-89.89685533769405</c:v>
              </c:pt>
              <c:pt idx="38">
                <c:v>-89.8960136961813</c:v>
              </c:pt>
              <c:pt idx="39">
                <c:v>-89.89516276614614</c:v>
              </c:pt>
              <c:pt idx="40">
                <c:v>-89.89430241778057</c:v>
              </c:pt>
              <c:pt idx="41">
                <c:v>-89.89343251907269</c:v>
              </c:pt>
              <c:pt idx="42">
                <c:v>-89.89255293576274</c:v>
              </c:pt>
              <c:pt idx="43">
                <c:v>-89.89166353129771</c:v>
              </c:pt>
              <c:pt idx="44">
                <c:v>-89.89076416678519</c:v>
              </c:pt>
              <c:pt idx="45">
                <c:v>-89.88985470094609</c:v>
              </c:pt>
              <c:pt idx="46">
                <c:v>-89.88893499006615</c:v>
              </c:pt>
              <c:pt idx="47">
                <c:v>-89.88800488794625</c:v>
              </c:pt>
              <c:pt idx="48">
                <c:v>-89.88706424585196</c:v>
              </c:pt>
              <c:pt idx="49">
                <c:v>-89.88611291246147</c:v>
              </c:pt>
              <c:pt idx="50">
                <c:v>-89.88515073381238</c:v>
              </c:pt>
              <c:pt idx="51">
                <c:v>-89.88417755324733</c:v>
              </c:pt>
              <c:pt idx="52">
                <c:v>-89.88319321135832</c:v>
              </c:pt>
              <c:pt idx="53">
                <c:v>-89.8821975459296</c:v>
              </c:pt>
              <c:pt idx="54">
                <c:v>-89.88119039187934</c:v>
              </c:pt>
              <c:pt idx="55">
                <c:v>-89.88017158119966</c:v>
              </c:pt>
              <c:pt idx="56">
                <c:v>-89.8791409428955</c:v>
              </c:pt>
              <c:pt idx="57">
                <c:v>-89.87809830292183</c:v>
              </c:pt>
              <c:pt idx="58">
                <c:v>-89.87704348411941</c:v>
              </c:pt>
              <c:pt idx="59">
                <c:v>-89.87597630614876</c:v>
              </c:pt>
              <c:pt idx="60">
                <c:v>-89.87489658542299</c:v>
              </c:pt>
              <c:pt idx="61">
                <c:v>-89.87380413503848</c:v>
              </c:pt>
              <c:pt idx="62">
                <c:v>-89.87269876470424</c:v>
              </c:pt>
              <c:pt idx="63">
                <c:v>-89.87158028066905</c:v>
              </c:pt>
              <c:pt idx="64">
                <c:v>-89.87044848564747</c:v>
              </c:pt>
              <c:pt idx="65">
                <c:v>-89.86930317874341</c:v>
              </c:pt>
              <c:pt idx="66">
                <c:v>-89.86814415537215</c:v>
              </c:pt>
              <c:pt idx="67">
                <c:v>-89.86697120718009</c:v>
              </c:pt>
              <c:pt idx="68">
                <c:v>-89.86578412196285</c:v>
              </c:pt>
              <c:pt idx="69">
                <c:v>-89.86458268358105</c:v>
              </c:pt>
              <c:pt idx="70">
                <c:v>-89.86336667187409</c:v>
              </c:pt>
              <c:pt idx="71">
                <c:v>-89.86213586257152</c:v>
              </c:pt>
              <c:pt idx="72">
                <c:v>-89.86089002720261</c:v>
              </c:pt>
              <c:pt idx="73">
                <c:v>-89.85962893300308</c:v>
              </c:pt>
              <c:pt idx="74">
                <c:v>-89.8583523428197</c:v>
              </c:pt>
              <c:pt idx="75">
                <c:v>-89.85706001501262</c:v>
              </c:pt>
              <c:pt idx="76">
                <c:v>-89.85575170335476</c:v>
              </c:pt>
              <c:pt idx="77">
                <c:v>-89.85442715692876</c:v>
              </c:pt>
              <c:pt idx="78">
                <c:v>-89.85308612002154</c:v>
              </c:pt>
              <c:pt idx="79">
                <c:v>-89.85172833201563</c:v>
              </c:pt>
              <c:pt idx="80">
                <c:v>-89.85035352727809</c:v>
              </c:pt>
              <c:pt idx="81">
                <c:v>-89.84896143504605</c:v>
              </c:pt>
              <c:pt idx="82">
                <c:v>-89.84755177930978</c:v>
              </c:pt>
              <c:pt idx="83">
                <c:v>-89.84612427869214</c:v>
              </c:pt>
              <c:pt idx="84">
                <c:v>-89.84467864632522</c:v>
              </c:pt>
              <c:pt idx="85">
                <c:v>-89.84321458972337</c:v>
              </c:pt>
              <c:pt idx="86">
                <c:v>-89.8417318106531</c:v>
              </c:pt>
              <c:pt idx="87">
                <c:v>-89.84023000499951</c:v>
              </c:pt>
              <c:pt idx="88">
                <c:v>-89.83870886262861</c:v>
              </c:pt>
              <c:pt idx="89">
                <c:v>-89.83716806724675</c:v>
              </c:pt>
              <c:pt idx="90">
                <c:v>-89.83560729625539</c:v>
              </c:pt>
              <c:pt idx="91">
                <c:v>-89.83402622060255</c:v>
              </c:pt>
              <c:pt idx="92">
                <c:v>-89.83242450462986</c:v>
              </c:pt>
              <c:pt idx="93">
                <c:v>-89.83080180591544</c:v>
              </c:pt>
              <c:pt idx="94">
                <c:v>-89.82915777511263</c:v>
              </c:pt>
              <c:pt idx="95">
                <c:v>-89.82749205578396</c:v>
              </c:pt>
              <c:pt idx="96">
                <c:v>-89.82580428423093</c:v>
              </c:pt>
              <c:pt idx="97">
                <c:v>-89.82409408931846</c:v>
              </c:pt>
              <c:pt idx="98">
                <c:v>-89.8223610922952</c:v>
              </c:pt>
              <c:pt idx="99">
                <c:v>-89.82060490660793</c:v>
              </c:pt>
              <c:pt idx="100">
                <c:v>-89.81882513771141</c:v>
              </c:pt>
              <c:pt idx="101">
                <c:v>-89.81702138287247</c:v>
              </c:pt>
              <c:pt idx="102">
                <c:v>-89.8151932309688</c:v>
              </c:pt>
              <c:pt idx="103">
                <c:v>-89.8133402622817</c:v>
              </c:pt>
              <c:pt idx="104">
                <c:v>-89.81146204828302</c:v>
              </c:pt>
              <c:pt idx="105">
                <c:v>-89.80955815141631</c:v>
              </c:pt>
              <c:pt idx="106">
                <c:v>-89.80762812487104</c:v>
              </c:pt>
              <c:pt idx="107">
                <c:v>-89.80567151235047</c:v>
              </c:pt>
              <c:pt idx="108">
                <c:v>-89.80368784783344</c:v>
              </c:pt>
              <c:pt idx="109">
                <c:v>-89.80167665532807</c:v>
              </c:pt>
              <c:pt idx="110">
                <c:v>-89.79963744861898</c:v>
              </c:pt>
              <c:pt idx="111">
                <c:v>-89.79756973100707</c:v>
              </c:pt>
              <c:pt idx="112">
                <c:v>-89.79547299504124</c:v>
              </c:pt>
              <c:pt idx="113">
                <c:v>-89.79334672224239</c:v>
              </c:pt>
              <c:pt idx="114">
                <c:v>-89.79119038281911</c:v>
              </c:pt>
              <c:pt idx="115">
                <c:v>-89.789003435375</c:v>
              </c:pt>
              <c:pt idx="116">
                <c:v>-89.78678532660685</c:v>
              </c:pt>
              <c:pt idx="117">
                <c:v>-89.78453549099426</c:v>
              </c:pt>
              <c:pt idx="118">
                <c:v>-89.78225335047935</c:v>
              </c:pt>
              <c:pt idx="119">
                <c:v>-89.77993831413663</c:v>
              </c:pt>
              <c:pt idx="120">
                <c:v>-89.77758977783382</c:v>
              </c:pt>
              <c:pt idx="121">
                <c:v>-89.77520712388072</c:v>
              </c:pt>
              <c:pt idx="122">
                <c:v>-89.77278972066837</c:v>
              </c:pt>
              <c:pt idx="123">
                <c:v>-89.77033692229682</c:v>
              </c:pt>
              <c:pt idx="124">
                <c:v>-89.767848068191</c:v>
              </c:pt>
              <c:pt idx="125">
                <c:v>-89.76532248270499</c:v>
              </c:pt>
              <c:pt idx="126">
                <c:v>-89.76275947471346</c:v>
              </c:pt>
              <c:pt idx="127">
                <c:v>-89.76015833719086</c:v>
              </c:pt>
              <c:pt idx="128">
                <c:v>-89.75751834677659</c:v>
              </c:pt>
              <c:pt idx="129">
                <c:v>-89.7548387633269</c:v>
              </c:pt>
              <c:pt idx="130">
                <c:v>-89.75211882945219</c:v>
              </c:pt>
              <c:pt idx="131">
                <c:v>-89.7493577700397</c:v>
              </c:pt>
              <c:pt idx="132">
                <c:v>-89.74655479176062</c:v>
              </c:pt>
              <c:pt idx="133">
                <c:v>-89.74370908256134</c:v>
              </c:pt>
              <c:pt idx="134">
                <c:v>-89.7408198111383</c:v>
              </c:pt>
              <c:pt idx="135">
                <c:v>-89.73788612639542</c:v>
              </c:pt>
              <c:pt idx="136">
                <c:v>-89.73490715688419</c:v>
              </c:pt>
              <c:pt idx="137">
                <c:v>-89.73188201022487</c:v>
              </c:pt>
              <c:pt idx="138">
                <c:v>-89.72880977250868</c:v>
              </c:pt>
              <c:pt idx="139">
                <c:v>-89.72568950768033</c:v>
              </c:pt>
              <c:pt idx="140">
                <c:v>-89.72252025689987</c:v>
              </c:pt>
              <c:pt idx="141">
                <c:v>-89.71930103788249</c:v>
              </c:pt>
              <c:pt idx="142">
                <c:v>-89.71603084421753</c:v>
              </c:pt>
              <c:pt idx="143">
                <c:v>-89.7127086446626</c:v>
              </c:pt>
              <c:pt idx="144">
                <c:v>-89.70933338241527</c:v>
              </c:pt>
              <c:pt idx="145">
                <c:v>-89.70590397435899</c:v>
              </c:pt>
              <c:pt idx="146">
                <c:v>-89.70241931028315</c:v>
              </c:pt>
              <c:pt idx="147">
                <c:v>-89.69887825207677</c:v>
              </c:pt>
              <c:pt idx="148">
                <c:v>-89.69527963289354</c:v>
              </c:pt>
              <c:pt idx="149">
                <c:v>-89.6916222562884</c:v>
              </c:pt>
              <c:pt idx="150">
                <c:v>-89.6879048953232</c:v>
              </c:pt>
              <c:pt idx="151">
                <c:v>-89.68412629164142</c:v>
              </c:pt>
              <c:pt idx="152">
                <c:v>-89.68028515451027</c:v>
              </c:pt>
              <c:pt idx="153">
                <c:v>-89.67638015982796</c:v>
              </c:pt>
              <c:pt idx="154">
                <c:v>-89.67240994909652</c:v>
              </c:pt>
              <c:pt idx="155">
                <c:v>-89.66837312835698</c:v>
              </c:pt>
              <c:pt idx="156">
                <c:v>-89.66426826708637</c:v>
              </c:pt>
              <c:pt idx="157">
                <c:v>-89.66009389705506</c:v>
              </c:pt>
              <c:pt idx="158">
                <c:v>-89.65584851114171</c:v>
              </c:pt>
              <c:pt idx="159">
                <c:v>-89.65153056210559</c:v>
              </c:pt>
              <c:pt idx="160">
                <c:v>-89.64713846131315</c:v>
              </c:pt>
              <c:pt idx="161">
                <c:v>-89.64267057741762</c:v>
              </c:pt>
              <c:pt idx="162">
                <c:v>-89.6381252349896</c:v>
              </c:pt>
              <c:pt idx="163">
                <c:v>-89.6335007130961</c:v>
              </c:pt>
              <c:pt idx="164">
                <c:v>-89.62879524382643</c:v>
              </c:pt>
              <c:pt idx="165">
                <c:v>-89.62400701076236</c:v>
              </c:pt>
              <c:pt idx="166">
                <c:v>-89.61913414738969</c:v>
              </c:pt>
              <c:pt idx="167">
                <c:v>-89.61417473544964</c:v>
              </c:pt>
              <c:pt idx="168">
                <c:v>-89.60912680322683</c:v>
              </c:pt>
              <c:pt idx="169">
                <c:v>-89.60398832377058</c:v>
              </c:pt>
              <c:pt idx="170">
                <c:v>-89.59875721304766</c:v>
              </c:pt>
              <c:pt idx="171">
                <c:v>-89.5934313280228</c:v>
              </c:pt>
              <c:pt idx="172">
                <c:v>-89.58800846466342</c:v>
              </c:pt>
              <c:pt idx="173">
                <c:v>-89.58248635586588</c:v>
              </c:pt>
              <c:pt idx="174">
                <c:v>-89.57686266929957</c:v>
              </c:pt>
              <c:pt idx="175">
                <c:v>-89.57113500516402</c:v>
              </c:pt>
              <c:pt idx="176">
                <c:v>-89.56530089385657</c:v>
              </c:pt>
              <c:pt idx="177">
                <c:v>-89.559357793546</c:v>
              </c:pt>
              <c:pt idx="178">
                <c:v>-89.55330308764657</c:v>
              </c:pt>
              <c:pt idx="179">
                <c:v>-89.54713408218963</c:v>
              </c:pt>
              <c:pt idx="180">
                <c:v>-89.54084800308709</c:v>
              </c:pt>
              <c:pt idx="181">
                <c:v>-89.534441993281</c:v>
              </c:pt>
              <c:pt idx="182">
                <c:v>-89.52791310977514</c:v>
              </c:pt>
              <c:pt idx="183">
                <c:v>-89.52125832054216</c:v>
              </c:pt>
              <c:pt idx="184">
                <c:v>-89.51447450130061</c:v>
              </c:pt>
              <c:pt idx="185">
                <c:v>-89.50755843215497</c:v>
              </c:pt>
              <c:pt idx="186">
                <c:v>-89.50050679409267</c:v>
              </c:pt>
              <c:pt idx="187">
                <c:v>-89.49331616533122</c:v>
              </c:pt>
              <c:pt idx="188">
                <c:v>-89.48598301750705</c:v>
              </c:pt>
              <c:pt idx="189">
                <c:v>-89.47850371169922</c:v>
              </c:pt>
              <c:pt idx="190">
                <c:v>-89.47087449427902</c:v>
              </c:pt>
              <c:pt idx="191">
                <c:v>-89.46309149257759</c:v>
              </c:pt>
              <c:pt idx="192">
                <c:v>-89.45515071036121</c:v>
              </c:pt>
              <c:pt idx="193">
                <c:v>-89.4470480231052</c:v>
              </c:pt>
              <c:pt idx="194">
                <c:v>-89.43877917305643</c:v>
              </c:pt>
              <c:pt idx="195">
                <c:v>-89.4303397640718</c:v>
              </c:pt>
              <c:pt idx="196">
                <c:v>-89.42172525622385</c:v>
              </c:pt>
              <c:pt idx="197">
                <c:v>-89.41293096015835</c:v>
              </c:pt>
              <c:pt idx="198">
                <c:v>-89.40395203119282</c:v>
              </c:pt>
              <c:pt idx="199">
                <c:v>-89.39478346314176</c:v>
              </c:pt>
              <c:pt idx="200">
                <c:v>-89.38542008185304</c:v>
              </c:pt>
              <c:pt idx="201">
                <c:v>-89.37585653844192</c:v>
              </c:pt>
              <c:pt idx="202">
                <c:v>-89.3660873022037</c:v>
              </c:pt>
              <c:pt idx="203">
                <c:v>-89.35610665318978</c:v>
              </c:pt>
              <c:pt idx="204">
                <c:v>-89.34590867442748</c:v>
              </c:pt>
              <c:pt idx="205">
                <c:v>-89.33548724376409</c:v>
              </c:pt>
              <c:pt idx="206">
                <c:v>-89.32483602531431</c:v>
              </c:pt>
              <c:pt idx="207">
                <c:v>-89.31394846048893</c:v>
              </c:pt>
              <c:pt idx="208">
                <c:v>-89.30281775858036</c:v>
              </c:pt>
              <c:pt idx="209">
                <c:v>-89.29143688688113</c:v>
              </c:pt>
              <c:pt idx="210">
                <c:v>-89.27979856030711</c:v>
              </c:pt>
              <c:pt idx="211">
                <c:v>-89.26789523049773</c:v>
              </c:pt>
              <c:pt idx="212">
                <c:v>-89.25571907436255</c:v>
              </c:pt>
              <c:pt idx="213">
                <c:v>-89.24326198204126</c:v>
              </c:pt>
              <c:pt idx="214">
                <c:v>-89.23051554424305</c:v>
              </c:pt>
              <c:pt idx="215">
                <c:v>-89.21747103892804</c:v>
              </c:pt>
              <c:pt idx="216">
                <c:v>-89.20411941729081</c:v>
              </c:pt>
              <c:pt idx="217">
                <c:v>-89.19045128900504</c:v>
              </c:pt>
              <c:pt idx="218">
                <c:v>-89.1764569066825</c:v>
              </c:pt>
              <c:pt idx="219">
                <c:v>-89.16212614949946</c:v>
              </c:pt>
              <c:pt idx="220">
                <c:v>-89.14744850593809</c:v>
              </c:pt>
              <c:pt idx="221">
                <c:v>-89.13241305558749</c:v>
              </c:pt>
              <c:pt idx="222">
                <c:v>-89.11700844994617</c:v>
              </c:pt>
              <c:pt idx="223">
                <c:v>-89.10122289216022</c:v>
              </c:pt>
              <c:pt idx="224">
                <c:v>-89.08504411563204</c:v>
              </c:pt>
              <c:pt idx="225">
                <c:v>-89.06845936142318</c:v>
              </c:pt>
              <c:pt idx="226">
                <c:v>-89.05145535437617</c:v>
              </c:pt>
              <c:pt idx="227">
                <c:v>-89.03401827786804</c:v>
              </c:pt>
              <c:pt idx="228">
                <c:v>-89.01613374710644</c:v>
              </c:pt>
              <c:pt idx="229">
                <c:v>-88.99778678087074</c:v>
              </c:pt>
              <c:pt idx="230">
                <c:v>-88.97896177159218</c:v>
              </c:pt>
              <c:pt idx="231">
                <c:v>-88.95964245366139</c:v>
              </c:pt>
              <c:pt idx="232">
                <c:v>-88.93981186983977</c:v>
              </c:pt>
              <c:pt idx="233">
                <c:v>-88.91945233564464</c:v>
              </c:pt>
              <c:pt idx="234">
                <c:v>-88.89854540156482</c:v>
              </c:pt>
              <c:pt idx="235">
                <c:v>-88.87707181295536</c:v>
              </c:pt>
              <c:pt idx="236">
                <c:v>-88.85501146744366</c:v>
              </c:pt>
              <c:pt idx="237">
                <c:v>-88.83234336966899</c:v>
              </c:pt>
              <c:pt idx="238">
                <c:v>-88.80904558316111</c:v>
              </c:pt>
              <c:pt idx="239">
                <c:v>-88.78509517914887</c:v>
              </c:pt>
              <c:pt idx="240">
                <c:v>-88.76046818206962</c:v>
              </c:pt>
              <c:pt idx="241">
                <c:v>-88.73513951153323</c:v>
              </c:pt>
              <c:pt idx="242">
                <c:v>-88.7090829204731</c:v>
              </c:pt>
              <c:pt idx="243">
                <c:v>-88.68227092919167</c:v>
              </c:pt>
              <c:pt idx="244">
                <c:v>-88.65467475498482</c:v>
              </c:pt>
              <c:pt idx="245">
                <c:v>-88.62626423699878</c:v>
              </c:pt>
              <c:pt idx="246">
                <c:v>-88.59700775594618</c:v>
              </c:pt>
              <c:pt idx="247">
                <c:v>-88.5668721482691</c:v>
              </c:pt>
              <c:pt idx="248">
                <c:v>-88.53582261430445</c:v>
              </c:pt>
              <c:pt idx="249">
                <c:v>-88.5038226199625</c:v>
              </c:pt>
              <c:pt idx="250">
                <c:v>-88.47083379138469</c:v>
              </c:pt>
              <c:pt idx="251">
                <c:v>-88.43681580199821</c:v>
              </c:pt>
              <c:pt idx="252">
                <c:v>-88.4017262513257</c:v>
              </c:pt>
              <c:pt idx="253">
                <c:v>-88.36552053485094</c:v>
              </c:pt>
              <c:pt idx="254">
                <c:v>-88.32815170416991</c:v>
              </c:pt>
              <c:pt idx="255">
                <c:v>-88.28957031657933</c:v>
              </c:pt>
              <c:pt idx="256">
                <c:v>-88.2497242731789</c:v>
              </c:pt>
              <c:pt idx="257">
                <c:v>-88.20855864445441</c:v>
              </c:pt>
              <c:pt idx="258">
                <c:v>-88.16601548222124</c:v>
              </c:pt>
              <c:pt idx="259">
                <c:v>-88.12203361667616</c:v>
              </c:pt>
              <c:pt idx="260">
                <c:v>-88.07654843718429</c:v>
              </c:pt>
              <c:pt idx="261">
                <c:v>-88.02949165528</c:v>
              </c:pt>
              <c:pt idx="262">
                <c:v>-87.98079104819047</c:v>
              </c:pt>
              <c:pt idx="263">
                <c:v>-87.93037018101803</c:v>
              </c:pt>
              <c:pt idx="264">
                <c:v>-87.87814810550219</c:v>
              </c:pt>
              <c:pt idx="265">
                <c:v>-87.8240390330534</c:v>
              </c:pt>
              <c:pt idx="266">
                <c:v>-87.76795197948921</c:v>
              </c:pt>
              <c:pt idx="267">
                <c:v>-87.70979037861153</c:v>
              </c:pt>
              <c:pt idx="268">
                <c:v>-87.64945166141972</c:v>
              </c:pt>
              <c:pt idx="269">
                <c:v>-87.58682679739329</c:v>
              </c:pt>
              <c:pt idx="270">
                <c:v>-87.52179979383398</c:v>
              </c:pt>
              <c:pt idx="271">
                <c:v>-87.45424714878142</c:v>
              </c:pt>
              <c:pt idx="272">
                <c:v>-87.38403725246023</c:v>
              </c:pt>
              <c:pt idx="273">
                <c:v>-87.3110297315849</c:v>
              </c:pt>
              <c:pt idx="274">
                <c:v>-87.23507473013164</c:v>
              </c:pt>
              <c:pt idx="275">
                <c:v>-87.15601211936311</c:v>
              </c:pt>
              <c:pt idx="276">
                <c:v>-87.07367062894785</c:v>
              </c:pt>
              <c:pt idx="277">
                <c:v>-86.98786688993279</c:v>
              </c:pt>
              <c:pt idx="278">
                <c:v>-86.89840437908191</c:v>
              </c:pt>
              <c:pt idx="279">
                <c:v>-86.80507225265816</c:v>
              </c:pt>
              <c:pt idx="280">
                <c:v>-86.70764405606205</c:v>
              </c:pt>
              <c:pt idx="281">
                <c:v>-86.60587629382117</c:v>
              </c:pt>
              <c:pt idx="282">
                <c:v>-86.49950684219048</c:v>
              </c:pt>
              <c:pt idx="283">
                <c:v>-86.3882531840299</c:v>
              </c:pt>
              <c:pt idx="284">
                <c:v>-86.27181044259349</c:v>
              </c:pt>
              <c:pt idx="285">
                <c:v>-86.14984918733832</c:v>
              </c:pt>
              <c:pt idx="286">
                <c:v>-86.02201298069544</c:v>
              </c:pt>
              <c:pt idx="287">
                <c:v>-85.88791562989611</c:v>
              </c:pt>
              <c:pt idx="288">
                <c:v>-85.74713810218836</c:v>
              </c:pt>
              <c:pt idx="289">
                <c:v>-85.59922505502247</c:v>
              </c:pt>
              <c:pt idx="290">
                <c:v>-85.44368092473147</c:v>
              </c:pt>
              <c:pt idx="291">
                <c:v>-85.27996550773145</c:v>
              </c:pt>
              <c:pt idx="292">
                <c:v>-85.10748895686568</c:v>
              </c:pt>
              <c:pt idx="293">
                <c:v>-84.92560610198471</c:v>
              </c:pt>
              <c:pt idx="294">
                <c:v>-84.73360998755798</c:v>
              </c:pt>
              <c:pt idx="295">
                <c:v>-84.53072450056548</c:v>
              </c:pt>
              <c:pt idx="296">
                <c:v>-84.31609593830969</c:v>
              </c:pt>
              <c:pt idx="297">
                <c:v>-84.08878333725342</c:v>
              </c:pt>
              <c:pt idx="298">
                <c:v>-83.84774734928975</c:v>
              </c:pt>
              <c:pt idx="299">
                <c:v>-83.59183740961423</c:v>
              </c:pt>
              <c:pt idx="300">
                <c:v>-83.31977688872445</c:v>
              </c:pt>
              <c:pt idx="301">
                <c:v>-83.03014585768277</c:v>
              </c:pt>
              <c:pt idx="302">
                <c:v>-82.72136101778973</c:v>
              </c:pt>
              <c:pt idx="303">
                <c:v>-82.39165224943557</c:v>
              </c:pt>
              <c:pt idx="304">
                <c:v>-82.03903511548195</c:v>
              </c:pt>
              <c:pt idx="305">
                <c:v>-81.66127850599023</c:v>
              </c:pt>
              <c:pt idx="306">
                <c:v>-81.25586642593117</c:v>
              </c:pt>
              <c:pt idx="307">
                <c:v>-80.8199526958279</c:v>
              </c:pt>
              <c:pt idx="308">
                <c:v>-80.35030704492313</c:v>
              </c:pt>
              <c:pt idx="309">
                <c:v>-79.84325071179184</c:v>
              </c:pt>
              <c:pt idx="310">
                <c:v>-79.29457920892322</c:v>
              </c:pt>
              <c:pt idx="311">
                <c:v>-78.69946933180476</c:v>
              </c:pt>
              <c:pt idx="312">
                <c:v>-78.05236677061626</c:v>
              </c:pt>
              <c:pt idx="313">
                <c:v>-77.34684978058714</c:v>
              </c:pt>
              <c:pt idx="314">
                <c:v>-76.57546325007007</c:v>
              </c:pt>
              <c:pt idx="315">
                <c:v>-75.72951614132927</c:v>
              </c:pt>
              <c:pt idx="316">
                <c:v>-74.79883365273787</c:v>
              </c:pt>
              <c:pt idx="317">
                <c:v>-73.77145359028692</c:v>
              </c:pt>
              <c:pt idx="318">
                <c:v>-72.63325446616264</c:v>
              </c:pt>
              <c:pt idx="319">
                <c:v>-71.36750108746848</c:v>
              </c:pt>
              <c:pt idx="320">
                <c:v>-69.95429257848069</c:v>
              </c:pt>
              <c:pt idx="321">
                <c:v>-68.36989936868038</c:v>
              </c:pt>
              <c:pt idx="322">
                <c:v>-66.58598254945888</c:v>
              </c:pt>
              <c:pt idx="323">
                <c:v>-64.56870655040197</c:v>
              </c:pt>
              <c:pt idx="324">
                <c:v>-62.27779406091336</c:v>
              </c:pt>
              <c:pt idx="325">
                <c:v>-59.665647294701245</c:v>
              </c:pt>
              <c:pt idx="326">
                <c:v>-56.676798772306945</c:v>
              </c:pt>
              <c:pt idx="327">
                <c:v>-53.24819457827966</c:v>
              </c:pt>
              <c:pt idx="328">
                <c:v>-49.311188253311514</c:v>
              </c:pt>
              <c:pt idx="329">
                <c:v>-44.796619191482435</c:v>
              </c:pt>
              <c:pt idx="330">
                <c:v>-39.64477873073712</c:v>
              </c:pt>
              <c:pt idx="331">
                <c:v>-33.82185529486336</c:v>
              </c:pt>
              <c:pt idx="332">
                <c:v>-27.34248854287217</c:v>
              </c:pt>
              <c:pt idx="333">
                <c:v>-20.293274235281782</c:v>
              </c:pt>
              <c:pt idx="334">
                <c:v>-12.845565989302285</c:v>
              </c:pt>
              <c:pt idx="335">
                <c:v>-5.243605573030922</c:v>
              </c:pt>
              <c:pt idx="336">
                <c:v>2.2364957238589334</c:v>
              </c:pt>
              <c:pt idx="337">
                <c:v>9.342479775678603</c:v>
              </c:pt>
              <c:pt idx="338">
                <c:v>15.890544543326772</c:v>
              </c:pt>
              <c:pt idx="339">
                <c:v>21.781703327796436</c:v>
              </c:pt>
              <c:pt idx="340">
                <c:v>26.991858705291687</c:v>
              </c:pt>
              <c:pt idx="341">
                <c:v>31.54901228327213</c:v>
              </c:pt>
              <c:pt idx="342">
                <c:v>35.510084192378834</c:v>
              </c:pt>
              <c:pt idx="343">
                <c:v>38.94344717467471</c:v>
              </c:pt>
              <c:pt idx="344">
                <c:v>41.918069482961556</c:v>
              </c:pt>
              <c:pt idx="345">
                <c:v>44.497824729846876</c:v>
              </c:pt>
              <c:pt idx="346">
                <c:v>46.739135282556745</c:v>
              </c:pt>
              <c:pt idx="347">
                <c:v>48.690498411669815</c:v>
              </c:pt>
              <c:pt idx="348">
                <c:v>50.39294871725205</c:v>
              </c:pt>
              <c:pt idx="349">
                <c:v>51.88090688117798</c:v>
              </c:pt>
              <c:pt idx="350">
                <c:v>53.1831230498978</c:v>
              </c:pt>
              <c:pt idx="351">
                <c:v>54.32357477108405</c:v>
              </c:pt>
              <c:pt idx="352">
                <c:v>55.32226216949339</c:v>
              </c:pt>
              <c:pt idx="353">
                <c:v>56.19588530608216</c:v>
              </c:pt>
              <c:pt idx="354">
                <c:v>56.95840850690815</c:v>
              </c:pt>
              <c:pt idx="355">
                <c:v>57.62152448642282</c:v>
              </c:pt>
              <c:pt idx="356">
                <c:v>58.195033233025306</c:v>
              </c:pt>
              <c:pt idx="357">
                <c:v>58.68715003878547</c:v>
              </c:pt>
              <c:pt idx="358">
                <c:v>59.104755371847816</c:v>
              </c:pt>
              <c:pt idx="359">
                <c:v>59.45359731356194</c:v>
              </c:pt>
              <c:pt idx="360">
                <c:v>59.73845538124165</c:v>
              </c:pt>
              <c:pt idx="361">
                <c:v>59.96327287772266</c:v>
              </c:pt>
              <c:pt idx="362">
                <c:v>60.131263488785805</c:v>
              </c:pt>
              <c:pt idx="363">
                <c:v>60.24499667730276</c:v>
              </c:pt>
              <c:pt idx="364">
                <c:v>60.306465467802845</c:v>
              </c:pt>
              <c:pt idx="365">
                <c:v>60.317139441170006</c:v>
              </c:pt>
              <c:pt idx="366">
                <c:v>60.27800513204975</c:v>
              </c:pt>
              <c:pt idx="367">
                <c:v>60.18959551133152</c:v>
              </c:pt>
              <c:pt idx="368">
                <c:v>60.05200981749404</c:v>
              </c:pt>
              <c:pt idx="369">
                <c:v>59.86492465317014</c:v>
              </c:pt>
              <c:pt idx="370">
                <c:v>59.62759697056793</c:v>
              </c:pt>
              <c:pt idx="371">
                <c:v>59.33885931861086</c:v>
              </c:pt>
              <c:pt idx="372">
                <c:v>58.99710750624571</c:v>
              </c:pt>
              <c:pt idx="373">
                <c:v>58.60028064386619</c:v>
              </c:pt>
              <c:pt idx="374">
                <c:v>58.14583335486779</c:v>
              </c:pt>
              <c:pt idx="375">
                <c:v>57.63069980233441</c:v>
              </c:pt>
              <c:pt idx="376">
                <c:v>57.051249057066634</c:v>
              </c:pt>
              <c:pt idx="377">
                <c:v>56.40323125382005</c:v>
              </c:pt>
              <c:pt idx="378">
                <c:v>55.681713964197606</c:v>
              </c:pt>
              <c:pt idx="379">
                <c:v>54.88100829110731</c:v>
              </c:pt>
              <c:pt idx="380">
                <c:v>53.99458441551044</c:v>
              </c:pt>
              <c:pt idx="381">
                <c:v>53.01497678458077</c:v>
              </c:pt>
              <c:pt idx="382">
                <c:v>51.93367994509841</c:v>
              </c:pt>
              <c:pt idx="383">
                <c:v>50.741037379850226</c:v>
              </c:pt>
              <c:pt idx="384">
                <c:v>49.42612785861814</c:v>
              </c:pt>
              <c:pt idx="385">
                <c:v>47.97665713202465</c:v>
              </c:pt>
              <c:pt idx="386">
                <c:v>46.378867759379524</c:v>
              </c:pt>
              <c:pt idx="387">
                <c:v>44.61748707224138</c:v>
              </c:pt>
              <c:pt idx="388">
                <c:v>42.675743398910534</c:v>
              </c:pt>
              <c:pt idx="389">
                <c:v>40.53549426630247</c:v>
              </c:pt>
              <c:pt idx="390">
                <c:v>38.17752740511261</c:v>
              </c:pt>
              <c:pt idx="391">
                <c:v>35.58211477925207</c:v>
              </c:pt>
              <c:pt idx="392">
                <c:v>32.729917710453215</c:v>
              </c:pt>
              <c:pt idx="393">
                <c:v>29.603349151898108</c:v>
              </c:pt>
              <c:pt idx="394">
                <c:v>26.188482512618716</c:v>
              </c:pt>
              <c:pt idx="395">
                <c:v>22.477533559358456</c:v>
              </c:pt>
              <c:pt idx="396">
                <c:v>18.47180916200805</c:v>
              </c:pt>
              <c:pt idx="397">
                <c:v>14.184802911381372</c:v>
              </c:pt>
              <c:pt idx="398">
                <c:v>9.644850824297036</c:v>
              </c:pt>
              <c:pt idx="399">
                <c:v>4.896535049808284</c:v>
              </c:pt>
              <c:pt idx="400">
                <c:v>-1.28074974964597E-06</c:v>
              </c:pt>
              <c:pt idx="401">
                <c:v>-4.972336985146956</c:v>
              </c:pt>
              <c:pt idx="402">
                <c:v>-9.941472536724998</c:v>
              </c:pt>
              <c:pt idx="403">
                <c:v>-14.828948867153763</c:v>
              </c:pt>
              <c:pt idx="404">
                <c:v>-19.563848233345617</c:v>
              </c:pt>
              <c:pt idx="405">
                <c:v>-24.088186452951962</c:v>
              </c:pt>
              <c:pt idx="406">
                <c:v>-28.359810330065386</c:v>
              </c:pt>
              <c:pt idx="407">
                <c:v>-32.352735734594106</c:v>
              </c:pt>
              <c:pt idx="408">
                <c:v>-36.05550766976867</c:v>
              </c:pt>
              <c:pt idx="409">
                <c:v>-39.46843474408763</c:v>
              </c:pt>
              <c:pt idx="410">
                <c:v>-42.600485629032775</c:v>
              </c:pt>
              <c:pt idx="411">
                <c:v>-45.466395012552994</c:v>
              </c:pt>
              <c:pt idx="412">
                <c:v>-48.08426337955036</c:v>
              </c:pt>
              <c:pt idx="413">
                <c:v>-50.473732521985156</c:v>
              </c:pt>
              <c:pt idx="414">
                <c:v>-52.65469730746452</c:v>
              </c:pt>
              <c:pt idx="415">
                <c:v>-54.646459604936425</c:v>
              </c:pt>
              <c:pt idx="416">
                <c:v>-56.467218393742726</c:v>
              </c:pt>
              <c:pt idx="417">
                <c:v>-58.13380025007211</c:v>
              </c:pt>
              <c:pt idx="418">
                <c:v>-59.6615528696842</c:v>
              </c:pt>
              <c:pt idx="419">
                <c:v>-61.06434351145484</c:v>
              </c:pt>
              <c:pt idx="420">
                <c:v>-62.35462088372705</c:v>
              </c:pt>
              <c:pt idx="421">
                <c:v>-63.5435120677174</c:v>
              </c:pt>
              <c:pt idx="422">
                <c:v>-64.64093573923041</c:v>
              </c:pt>
              <c:pt idx="423">
                <c:v>-65.65571980152204</c:v>
              </c:pt>
              <c:pt idx="424">
                <c:v>-66.5957162409991</c:v>
              </c:pt>
              <c:pt idx="425">
                <c:v>-67.46790915010105</c:v>
              </c:pt>
              <c:pt idx="426">
                <c:v>-68.27851389387145</c:v>
              </c:pt>
              <c:pt idx="427">
                <c:v>-69.03306667523461</c:v>
              </c:pt>
              <c:pt idx="428">
                <c:v>-69.73650452804996</c:v>
              </c:pt>
              <c:pt idx="429">
                <c:v>-70.39323620999917</c:v>
              </c:pt>
              <c:pt idx="430">
                <c:v>-71.00720469725653</c:v>
              </c:pt>
              <c:pt idx="431">
                <c:v>-71.58194207974628</c:v>
              </c:pt>
              <c:pt idx="432">
                <c:v>-72.12061767136326</c:v>
              </c:pt>
              <c:pt idx="433">
                <c:v>-72.6260801184689</c:v>
              </c:pt>
              <c:pt idx="434">
                <c:v>-73.10089423385186</c:v>
              </c:pt>
              <c:pt idx="435">
                <c:v>-73.54737321580059</c:v>
              </c:pt>
              <c:pt idx="436">
                <c:v>-73.96760684152218</c:v>
              </c:pt>
              <c:pt idx="437">
                <c:v>-74.36348615543679</c:v>
              </c:pt>
              <c:pt idx="438">
                <c:v>-74.73672510874455</c:v>
              </c:pt>
              <c:pt idx="439">
                <c:v>-75.08887954830642</c:v>
              </c:pt>
              <c:pt idx="440">
                <c:v>-75.42136390060234</c:v>
              </c:pt>
              <c:pt idx="441">
                <c:v>-75.7354658504816</c:v>
              </c:pt>
              <c:pt idx="442">
                <c:v>-76.03235927398438</c:v>
              </c:pt>
              <c:pt idx="443">
                <c:v>-76.31311564939571</c:v>
              </c:pt>
              <c:pt idx="444">
                <c:v>-76.57871414022239</c:v>
              </c:pt>
              <c:pt idx="445">
                <c:v>-76.83005051746787</c:v>
              </c:pt>
              <c:pt idx="446">
                <c:v>-77.06794506591238</c:v>
              </c:pt>
              <c:pt idx="447">
                <c:v>-77.29314959952336</c:v>
              </c:pt>
              <c:pt idx="448">
                <c:v>-77.50635369431377</c:v>
              </c:pt>
              <c:pt idx="449">
                <c:v>-77.70819023249534</c:v>
              </c:pt>
              <c:pt idx="450">
                <c:v>-77.8992403392555</c:v>
              </c:pt>
              <c:pt idx="451">
                <c:v>-78.08003778277536</c:v>
              </c:pt>
              <c:pt idx="452">
                <c:v>-78.25107289879143</c:v>
              </c:pt>
              <c:pt idx="453">
                <c:v>-78.41279609300739</c:v>
              </c:pt>
              <c:pt idx="454">
                <c:v>-78.56562096770325</c:v>
              </c:pt>
              <c:pt idx="455">
                <c:v>-78.70992711288159</c:v>
              </c:pt>
              <c:pt idx="456">
                <c:v>-78.84606259703968</c:v>
              </c:pt>
              <c:pt idx="457">
                <c:v>-78.97434618811425</c:v>
              </c:pt>
              <c:pt idx="458">
                <c:v>-79.09506933112836</c:v>
              </c:pt>
              <c:pt idx="459">
                <c:v>-79.20849790558376</c:v>
              </c:pt>
              <c:pt idx="460">
                <c:v>-79.31487378254857</c:v>
              </c:pt>
              <c:pt idx="461">
                <c:v>-79.4144161986425</c:v>
              </c:pt>
              <c:pt idx="462">
                <c:v>-79.50732296168748</c:v>
              </c:pt>
              <c:pt idx="463">
                <c:v>-79.59377150059555</c:v>
              </c:pt>
              <c:pt idx="464">
                <c:v>-79.67391977006264</c:v>
              </c:pt>
              <c:pt idx="465">
                <c:v>-79.74790701882907</c:v>
              </c:pt>
              <c:pt idx="466">
                <c:v>-79.8158544285641</c:v>
              </c:pt>
              <c:pt idx="467">
                <c:v>-79.87786562884295</c:v>
              </c:pt>
              <c:pt idx="468">
                <c:v>-79.93402709216005</c:v>
              </c:pt>
              <c:pt idx="469">
                <c:v>-79.9844084114556</c:v>
              </c:pt>
              <c:pt idx="470">
                <c:v>-80.02906246113949</c:v>
              </c:pt>
              <c:pt idx="471">
                <c:v>-80.0680254411388</c:v>
              </c:pt>
              <c:pt idx="472">
                <c:v>-80.10131680194951</c:v>
              </c:pt>
              <c:pt idx="473">
                <c:v>-80.12893904706803</c:v>
              </c:pt>
              <c:pt idx="474">
                <c:v>-80.15087740744535</c:v>
              </c:pt>
              <c:pt idx="475">
                <c:v>-80.16709938074185</c:v>
              </c:pt>
              <c:pt idx="476">
                <c:v>-80.17755412605416</c:v>
              </c:pt>
              <c:pt idx="477">
                <c:v>-80.1821717024652</c:v>
              </c:pt>
              <c:pt idx="478">
                <c:v>-80.18086213709222</c:v>
              </c:pt>
              <c:pt idx="479">
                <c:v>-80.17351430525862</c:v>
              </c:pt>
              <c:pt idx="480">
                <c:v>-80.15999460186632</c:v>
              </c:pt>
              <c:pt idx="481">
                <c:v>-80.14014537887967</c:v>
              </c:pt>
              <c:pt idx="482">
                <c:v>-80.1137831189741</c:v>
              </c:pt>
              <c:pt idx="483">
                <c:v>-80.08069630956642</c:v>
              </c:pt>
              <c:pt idx="484">
                <c:v>-80.04064297455236</c:v>
              </c:pt>
              <c:pt idx="485">
                <c:v>-79.99334781275819</c:v>
              </c:pt>
              <c:pt idx="486">
                <c:v>-79.93849888210379</c:v>
              </c:pt>
              <c:pt idx="487">
                <c:v>-79.8757437563273</c:v>
              </c:pt>
              <c:pt idx="488">
                <c:v>-79.80468506632035</c:v>
              </c:pt>
              <c:pt idx="489">
                <c:v>-79.72487531999477</c:v>
              </c:pt>
              <c:pt idx="490">
                <c:v>-79.63581087227588</c:v>
              </c:pt>
              <c:pt idx="491">
                <c:v>-79.53692488919097</c:v>
              </c:pt>
              <c:pt idx="492">
                <c:v>-79.4275791156557</c:v>
              </c:pt>
              <c:pt idx="493">
                <c:v>-79.30705421355835</c:v>
              </c:pt>
              <c:pt idx="494">
                <c:v>-79.17453838263707</c:v>
              </c:pt>
              <c:pt idx="495">
                <c:v>-79.02911390818453</c:v>
              </c:pt>
              <c:pt idx="496">
                <c:v>-78.86974119241225</c:v>
              </c:pt>
              <c:pt idx="497">
                <c:v>-78.69523971457308</c:v>
              </c:pt>
              <c:pt idx="498">
                <c:v>-78.50426522071706</c:v>
              </c:pt>
              <c:pt idx="499">
                <c:v>-78.29528225661885</c:v>
              </c:pt>
              <c:pt idx="500">
                <c:v>-78.0665309120651</c:v>
              </c:pt>
              <c:pt idx="501">
                <c:v>-77.8159863210136</c:v>
              </c:pt>
              <c:pt idx="502">
                <c:v>-77.54130903156009</c:v>
              </c:pt>
              <c:pt idx="503">
                <c:v>-77.23978378173693</c:v>
              </c:pt>
              <c:pt idx="504">
                <c:v>-76.90824343469016</c:v>
              </c:pt>
              <c:pt idx="505">
                <c:v>-76.5429737567763</c:v>
              </c:pt>
              <c:pt idx="506">
                <c:v>-76.13959324427984</c:v>
              </c:pt>
              <c:pt idx="507">
                <c:v>-75.69290014145483</c:v>
              </c:pt>
              <c:pt idx="508">
                <c:v>-75.19667588034244</c:v>
              </c:pt>
              <c:pt idx="509">
                <c:v>-74.6434300135963</c:v>
              </c:pt>
              <c:pt idx="510">
                <c:v>-74.02406569898409</c:v>
              </c:pt>
              <c:pt idx="511">
                <c:v>-73.32743599317804</c:v>
              </c:pt>
              <c:pt idx="512">
                <c:v>-72.5397481656778</c:v>
              </c:pt>
              <c:pt idx="513">
                <c:v>-71.64375365920321</c:v>
              </c:pt>
              <c:pt idx="514">
                <c:v>-70.61763157489617</c:v>
              </c:pt>
              <c:pt idx="515">
                <c:v>-69.43342791408526</c:v>
              </c:pt>
              <c:pt idx="516">
                <c:v>-68.05484229767661</c:v>
              </c:pt>
              <c:pt idx="517">
                <c:v>-66.43404499110702</c:v>
              </c:pt>
              <c:pt idx="518">
                <c:v>-64.50704127555903</c:v>
              </c:pt>
              <c:pt idx="519">
                <c:v>-62.186858985537555</c:v>
              </c:pt>
              <c:pt idx="520">
                <c:v>-59.353526444192575</c:v>
              </c:pt>
              <c:pt idx="521">
                <c:v>-55.83956947017377</c:v>
              </c:pt>
              <c:pt idx="522">
                <c:v>-51.41020380845762</c:v>
              </c:pt>
              <c:pt idx="523">
                <c:v>-45.74069575421431</c:v>
              </c:pt>
              <c:pt idx="524">
                <c:v>-38.405871846122125</c:v>
              </c:pt>
              <c:pt idx="525">
                <c:v>-28.931950847562668</c:v>
              </c:pt>
              <c:pt idx="526">
                <c:v>-17.02103741074362</c:v>
              </c:pt>
              <c:pt idx="527">
                <c:v>-3.023396541630189</c:v>
              </c:pt>
              <c:pt idx="528">
                <c:v>11.70887240611468</c:v>
              </c:pt>
              <c:pt idx="529">
                <c:v>25.36742213692788</c:v>
              </c:pt>
              <c:pt idx="530">
                <c:v>36.793078127092095</c:v>
              </c:pt>
              <c:pt idx="531">
                <c:v>45.80834537310955</c:v>
              </c:pt>
              <c:pt idx="532">
                <c:v>52.77687497859375</c:v>
              </c:pt>
              <c:pt idx="533">
                <c:v>58.17313881898852</c:v>
              </c:pt>
              <c:pt idx="534">
                <c:v>62.4032346037298</c:v>
              </c:pt>
              <c:pt idx="535">
                <c:v>65.77231313074911</c:v>
              </c:pt>
              <c:pt idx="536">
                <c:v>68.49991617689467</c:v>
              </c:pt>
              <c:pt idx="537">
                <c:v>70.74262820704071</c:v>
              </c:pt>
              <c:pt idx="538">
                <c:v>72.6128436910831</c:v>
              </c:pt>
              <c:pt idx="539">
                <c:v>74.19227560370071</c:v>
              </c:pt>
              <c:pt idx="540">
                <c:v>75.5412392231326</c:v>
              </c:pt>
              <c:pt idx="541">
                <c:v>76.70495791818806</c:v>
              </c:pt>
              <c:pt idx="542">
                <c:v>77.7178598172302</c:v>
              </c:pt>
              <c:pt idx="543">
                <c:v>78.60653491128427</c:v>
              </c:pt>
              <c:pt idx="544">
                <c:v>79.39179691530744</c:v>
              </c:pt>
              <c:pt idx="545">
                <c:v>80.09014142743315</c:v>
              </c:pt>
              <c:pt idx="546">
                <c:v>80.71479202874305</c:v>
              </c:pt>
              <c:pt idx="547">
                <c:v>81.27646133609463</c:v>
              </c:pt>
              <c:pt idx="548">
                <c:v>81.78391214214324</c:v>
              </c:pt>
              <c:pt idx="549">
                <c:v>82.24437643473345</c:v>
              </c:pt>
              <c:pt idx="550">
                <c:v>82.6638720465</c:v>
              </c:pt>
              <c:pt idx="551">
                <c:v>83.04744463708582</c:v>
              </c:pt>
              <c:pt idx="552">
                <c:v>83.39935456222334</c:v>
              </c:pt>
              <c:pt idx="553">
                <c:v>83.72322260336384</c:v>
              </c:pt>
              <c:pt idx="554">
                <c:v>84.02214466170535</c:v>
              </c:pt>
              <c:pt idx="555">
                <c:v>84.29878280441031</c:v>
              </c:pt>
              <c:pt idx="556">
                <c:v>84.55543812244953</c:v>
              </c:pt>
              <c:pt idx="557">
                <c:v>84.7941094750965</c:v>
              </c:pt>
              <c:pt idx="558">
                <c:v>85.01654119173003</c:v>
              </c:pt>
              <c:pt idx="559">
                <c:v>85.22426206560608</c:v>
              </c:pt>
              <c:pt idx="560">
                <c:v>85.41861742979276</c:v>
              </c:pt>
              <c:pt idx="561">
                <c:v>85.60079569898807</c:v>
              </c:pt>
              <c:pt idx="562">
                <c:v>85.77185045493351</c:v>
              </c:pt>
              <c:pt idx="563">
                <c:v>85.93271892082143</c:v>
              </c:pt>
              <c:pt idx="564">
                <c:v>86.08423749243288</c:v>
              </c:pt>
              <c:pt idx="565">
                <c:v>86.22715485679267</c:v>
              </c:pt>
              <c:pt idx="566">
                <c:v>86.36214312289722</c:v>
              </c:pt>
              <c:pt idx="567">
                <c:v>86.48980730607447</c:v>
              </c:pt>
              <c:pt idx="568">
                <c:v>86.61069344228756</c:v>
              </c:pt>
              <c:pt idx="569">
                <c:v>86.72529555711999</c:v>
              </c:pt>
              <c:pt idx="570">
                <c:v>86.8340616731138</c:v>
              </c:pt>
              <c:pt idx="571">
                <c:v>86.93739900635279</c:v>
              </c:pt>
              <c:pt idx="572">
                <c:v>87.03567847675656</c:v>
              </c:pt>
              <c:pt idx="573">
                <c:v>87.129238635268</c:v>
              </c:pt>
              <c:pt idx="574">
                <c:v>87.21838909378633</c:v>
              </c:pt>
              <c:pt idx="575">
                <c:v>87.30341352959236</c:v>
              </c:pt>
              <c:pt idx="576">
                <c:v>87.38457232444544</c:v>
              </c:pt>
              <c:pt idx="577">
                <c:v>87.46210488901994</c:v>
              </c:pt>
              <c:pt idx="578">
                <c:v>87.53623171549141</c:v>
              </c:pt>
              <c:pt idx="579">
                <c:v>87.60715619456373</c:v>
              </c:pt>
              <c:pt idx="580">
                <c:v>87.67506622781234</c:v>
              </c:pt>
              <c:pt idx="581">
                <c:v>87.74013566168378</c:v>
              </c:pt>
              <c:pt idx="582">
                <c:v>87.80252556569283</c:v>
              </c:pt>
              <c:pt idx="583">
                <c:v>87.86238537417283</c:v>
              </c:pt>
              <c:pt idx="584">
                <c:v>87.91985390823511</c:v>
              </c:pt>
              <c:pt idx="585">
                <c:v>87.97506029231407</c:v>
              </c:pt>
              <c:pt idx="586">
                <c:v>88.02812477774017</c:v>
              </c:pt>
              <c:pt idx="587">
                <c:v>88.07915948413623</c:v>
              </c:pt>
              <c:pt idx="588">
                <c:v>88.12826906802177</c:v>
              </c:pt>
              <c:pt idx="589">
                <c:v>88.17555132681382</c:v>
              </c:pt>
              <c:pt idx="590">
                <c:v>88.22109774537053</c:v>
              </c:pt>
              <c:pt idx="591">
                <c:v>88.26499399134211</c:v>
              </c:pt>
              <c:pt idx="592">
                <c:v>88.30732036482249</c:v>
              </c:pt>
              <c:pt idx="593">
                <c:v>88.34815220713416</c:v>
              </c:pt>
              <c:pt idx="594">
                <c:v>88.38756027300528</c:v>
              </c:pt>
              <c:pt idx="595">
                <c:v>88.42561106989574</c:v>
              </c:pt>
              <c:pt idx="596">
                <c:v>88.46236716779973</c:v>
              </c:pt>
              <c:pt idx="597">
                <c:v>88.49788748246897</c:v>
              </c:pt>
              <c:pt idx="598">
                <c:v>88.53222753467549</c:v>
              </c:pt>
              <c:pt idx="599">
                <c:v>88.56543968783441</c:v>
              </c:pt>
              <c:pt idx="600">
                <c:v>88.59757336606576</c:v>
              </c:pt>
              <c:pt idx="601">
                <c:v>88.6286752545378</c:v>
              </c:pt>
              <c:pt idx="602">
                <c:v>88.65878948374751</c:v>
              </c:pt>
              <c:pt idx="603">
                <c:v>88.68795779921535</c:v>
              </c:pt>
              <c:pt idx="604">
                <c:v>88.71621971791917</c:v>
              </c:pt>
              <c:pt idx="605">
                <c:v>88.74361267265792</c:v>
              </c:pt>
              <c:pt idx="606">
                <c:v>88.77017214541462</c:v>
              </c:pt>
              <c:pt idx="607">
                <c:v>88.79593179067946</c:v>
              </c:pt>
              <c:pt idx="608">
                <c:v>88.8209235496038</c:v>
              </c:pt>
              <c:pt idx="609">
                <c:v>88.84517775576477</c:v>
              </c:pt>
              <c:pt idx="610">
                <c:v>88.86872323325125</c:v>
              </c:pt>
              <c:pt idx="611">
                <c:v>88.8915873877108</c:v>
              </c:pt>
              <c:pt idx="612">
                <c:v>88.91379629093684</c:v>
              </c:pt>
              <c:pt idx="613">
                <c:v>88.93537475952301</c:v>
              </c:pt>
              <c:pt idx="614">
                <c:v>88.95634642806463</c:v>
              </c:pt>
              <c:pt idx="615">
                <c:v>88.97673381733772</c:v>
              </c:pt>
              <c:pt idx="616">
                <c:v>88.99655839785537</c:v>
              </c:pt>
              <c:pt idx="617">
                <c:v>89.01584064915922</c:v>
              </c:pt>
              <c:pt idx="618">
                <c:v>89.03460011517521</c:v>
              </c:pt>
              <c:pt idx="619">
                <c:v>89.05285545593442</c:v>
              </c:pt>
              <c:pt idx="620">
                <c:v>89.07062449593286</c:v>
              </c:pt>
              <c:pt idx="621">
                <c:v>89.08792426938098</c:v>
              </c:pt>
              <c:pt idx="622">
                <c:v>89.10477106257288</c:v>
              </c:pt>
              <c:pt idx="623">
                <c:v>89.12118045358584</c:v>
              </c:pt>
              <c:pt idx="624">
                <c:v>89.13716734950408</c:v>
              </c:pt>
              <c:pt idx="625">
                <c:v>89.15274602134289</c:v>
              </c:pt>
              <c:pt idx="626">
                <c:v>89.16793013683775</c:v>
              </c:pt>
              <c:pt idx="627">
                <c:v>89.18273279124648</c:v>
              </c:pt>
              <c:pt idx="628">
                <c:v>89.19716653630563</c:v>
              </c:pt>
              <c:pt idx="629">
                <c:v>89.21124340746539</c:v>
              </c:pt>
              <c:pt idx="630">
                <c:v>89.2249749495219</c:v>
              </c:pt>
              <c:pt idx="631">
                <c:v>89.23837224075584</c:v>
              </c:pt>
              <c:pt idx="632">
                <c:v>89.25144591567552</c:v>
              </c:pt>
              <c:pt idx="633">
                <c:v>89.26420618645972</c:v>
              </c:pt>
              <c:pt idx="634">
                <c:v>89.27666286318197</c:v>
              </c:pt>
              <c:pt idx="635">
                <c:v>89.28882537290119</c:v>
              </c:pt>
              <c:pt idx="636">
                <c:v>89.30070277768542</c:v>
              </c:pt>
              <c:pt idx="637">
                <c:v>89.31230379164205</c:v>
              </c:pt>
              <c:pt idx="638">
                <c:v>89.32363679701562</c:v>
              </c:pt>
              <c:pt idx="639">
                <c:v>89.33470985941123</c:v>
              </c:pt>
              <c:pt idx="640">
                <c:v>89.34553074219878</c:v>
              </c:pt>
              <c:pt idx="641">
                <c:v>89.35610692014929</c:v>
              </c:pt>
              <c:pt idx="642">
                <c:v>89.36644559234904</c:v>
              </c:pt>
              <c:pt idx="643">
                <c:v>89.37655369443645</c:v>
              </c:pt>
              <c:pt idx="644">
                <c:v>89.3864379102018</c:v>
              </c:pt>
              <c:pt idx="645">
                <c:v>89.3961046825881</c:v>
              </c:pt>
              <c:pt idx="646">
                <c:v>89.40556022412937</c:v>
              </c:pt>
              <c:pt idx="647">
                <c:v>89.41481052685798</c:v>
              </c:pt>
              <c:pt idx="648">
                <c:v>89.42386137171293</c:v>
              </c:pt>
              <c:pt idx="649">
                <c:v>89.43271833747795</c:v>
              </c:pt>
              <c:pt idx="650">
                <c:v>89.44138680927621</c:v>
              </c:pt>
              <c:pt idx="651">
                <c:v>89.44987198664643</c:v>
              </c:pt>
              <c:pt idx="652">
                <c:v>89.4581788912253</c:v>
              </c:pt>
              <c:pt idx="653">
                <c:v>89.46631237405649</c:v>
              </c:pt>
              <c:pt idx="654">
                <c:v>89.47427712254878</c:v>
              </c:pt>
              <c:pt idx="655">
                <c:v>89.48207766710185</c:v>
              </c:pt>
              <c:pt idx="656">
                <c:v>89.48971838741757</c:v>
              </c:pt>
              <c:pt idx="657">
                <c:v>89.49720351851467</c:v>
              </c:pt>
              <c:pt idx="658">
                <c:v>89.50453715646198</c:v>
              </c:pt>
              <c:pt idx="659">
                <c:v>89.51172326384706</c:v>
              </c:pt>
              <c:pt idx="660">
                <c:v>89.51876567499113</c:v>
              </c:pt>
              <c:pt idx="661">
                <c:v>89.52566810092748</c:v>
              </c:pt>
              <c:pt idx="662">
                <c:v>89.53243413415245</c:v>
              </c:pt>
              <c:pt idx="663">
                <c:v>89.53906725316305</c:v>
              </c:pt>
              <c:pt idx="664">
                <c:v>89.54557082679177</c:v>
              </c:pt>
              <c:pt idx="665">
                <c:v>89.551948118347</c:v>
              </c:pt>
              <c:pt idx="666">
                <c:v>89.55820228957288</c:v>
              </c:pt>
              <c:pt idx="667">
                <c:v>89.56433640443399</c:v>
              </c:pt>
              <c:pt idx="668">
                <c:v>89.57035343273567</c:v>
              </c:pt>
              <c:pt idx="669">
                <c:v>89.57625625358749</c:v>
              </c:pt>
              <c:pt idx="670">
                <c:v>89.5820476587182</c:v>
              </c:pt>
              <c:pt idx="671">
                <c:v>89.587730355649</c:v>
              </c:pt>
              <c:pt idx="672">
                <c:v>89.5933069707316</c:v>
              </c:pt>
              <c:pt idx="673">
                <c:v>89.59878005205931</c:v>
              </c:pt>
              <c:pt idx="674">
                <c:v>89.60415207225554</c:v>
              </c:pt>
              <c:pt idx="675">
                <c:v>89.60942543114605</c:v>
              </c:pt>
              <c:pt idx="676">
                <c:v>89.61460245832133</c:v>
              </c:pt>
              <c:pt idx="677">
                <c:v>89.61968541559348</c:v>
              </c:pt>
              <c:pt idx="678">
                <c:v>89.62467649935247</c:v>
              </c:pt>
              <c:pt idx="679">
                <c:v>89.62957784282729</c:v>
              </c:pt>
              <c:pt idx="680">
                <c:v>89.6343915182553</c:v>
              </c:pt>
              <c:pt idx="681">
                <c:v>89.63911953896499</c:v>
              </c:pt>
              <c:pt idx="682">
                <c:v>89.6437638613764</c:v>
              </c:pt>
              <c:pt idx="683">
                <c:v>89.64832638692066</c:v>
              </c:pt>
              <c:pt idx="684">
                <c:v>89.6528089638857</c:v>
              </c:pt>
              <c:pt idx="685">
                <c:v>89.65721338918873</c:v>
              </c:pt>
              <c:pt idx="686">
                <c:v>89.66154141007995</c:v>
              </c:pt>
              <c:pt idx="687">
                <c:v>89.66579472578073</c:v>
              </c:pt>
              <c:pt idx="688">
                <c:v>89.66997498905843</c:v>
              </c:pt>
              <c:pt idx="689">
                <c:v>89.67408380774108</c:v>
              </c:pt>
              <c:pt idx="690">
                <c:v>89.67812274617468</c:v>
              </c:pt>
              <c:pt idx="691">
                <c:v>89.68209332662511</c:v>
              </c:pt>
              <c:pt idx="692">
                <c:v>89.68599703062793</c:v>
              </c:pt>
              <c:pt idx="693">
                <c:v>89.6898353002869</c:v>
              </c:pt>
              <c:pt idx="694">
                <c:v>89.6936095395251</c:v>
              </c:pt>
              <c:pt idx="695">
                <c:v>89.69732111528936</c:v>
              </c:pt>
              <c:pt idx="696">
                <c:v>89.70097135871043</c:v>
              </c:pt>
              <c:pt idx="697">
                <c:v>89.70456156622119</c:v>
              </c:pt>
              <c:pt idx="698">
                <c:v>89.70809300063324</c:v>
              </c:pt>
              <c:pt idx="699">
                <c:v>89.71156689217598</c:v>
              </c:pt>
              <c:pt idx="700">
                <c:v>89.71498443949716</c:v>
              </c:pt>
              <c:pt idx="701">
                <c:v>89.71834681062792</c:v>
              </c:pt>
              <c:pt idx="702">
                <c:v>89.72165514391402</c:v>
              </c:pt>
              <c:pt idx="703">
                <c:v>89.72491054891351</c:v>
              </c:pt>
              <c:pt idx="704">
                <c:v>89.72811410726331</c:v>
              </c:pt>
              <c:pt idx="705">
                <c:v>89.73126687351481</c:v>
              </c:pt>
              <c:pt idx="706">
                <c:v>89.73436987594098</c:v>
              </c:pt>
              <c:pt idx="707">
                <c:v>89.73742411731514</c:v>
              </c:pt>
              <c:pt idx="708">
                <c:v>89.74043057566337</c:v>
              </c:pt>
              <c:pt idx="709">
                <c:v>89.74339020499008</c:v>
              </c:pt>
              <c:pt idx="710">
                <c:v>89.74630393598024</c:v>
              </c:pt>
              <c:pt idx="711">
                <c:v>89.74917267667641</c:v>
              </c:pt>
              <c:pt idx="712">
                <c:v>89.75199731313398</c:v>
              </c:pt>
              <c:pt idx="713">
                <c:v>89.75477871005354</c:v>
              </c:pt>
              <c:pt idx="714">
                <c:v>89.75751771139282</c:v>
              </c:pt>
              <c:pt idx="715">
                <c:v>89.76021514095758</c:v>
              </c:pt>
              <c:pt idx="716">
                <c:v>89.76287180297356</c:v>
              </c:pt>
              <c:pt idx="717">
                <c:v>89.76548848263889</c:v>
              </c:pt>
              <c:pt idx="718">
                <c:v>89.76806594665936</c:v>
              </c:pt>
              <c:pt idx="719">
                <c:v>89.77060494376495</c:v>
              </c:pt>
              <c:pt idx="720">
                <c:v>89.77310620521077</c:v>
              </c:pt>
              <c:pt idx="721">
                <c:v>89.77557044526101</c:v>
              </c:pt>
              <c:pt idx="722">
                <c:v>89.77799836165778</c:v>
              </c:pt>
              <c:pt idx="723">
                <c:v>89.7803906360745</c:v>
              </c:pt>
              <c:pt idx="724">
                <c:v>89.78274793455536</c:v>
              </c:pt>
              <c:pt idx="725">
                <c:v>89.78507090794027</c:v>
              </c:pt>
              <c:pt idx="726">
                <c:v>89.78736019227708</c:v>
              </c:pt>
              <c:pt idx="727">
                <c:v>89.7896164092198</c:v>
              </c:pt>
              <c:pt idx="728">
                <c:v>89.79184016641571</c:v>
              </c:pt>
              <c:pt idx="729">
                <c:v>89.79403205787911</c:v>
              </c:pt>
              <c:pt idx="730">
                <c:v>89.79619266435448</c:v>
              </c:pt>
              <c:pt idx="731">
                <c:v>89.79832255366767</c:v>
              </c:pt>
              <c:pt idx="732">
                <c:v>89.8004222810668</c:v>
              </c:pt>
              <c:pt idx="733">
                <c:v>89.80249238955271</c:v>
              </c:pt>
              <c:pt idx="734">
                <c:v>89.8045334101988</c:v>
              </c:pt>
              <c:pt idx="735">
                <c:v>89.80654586246195</c:v>
              </c:pt>
              <c:pt idx="736">
                <c:v>89.80853025448343</c:v>
              </c:pt>
              <c:pt idx="737">
                <c:v>89.81048708338118</c:v>
              </c:pt>
              <c:pt idx="738">
                <c:v>89.81241683553293</c:v>
              </c:pt>
              <c:pt idx="739">
                <c:v>89.81431998685133</c:v>
              </c:pt>
              <c:pt idx="740">
                <c:v>89.81619700305062</c:v>
              </c:pt>
              <c:pt idx="741">
                <c:v>89.81804833990547</c:v>
              </c:pt>
              <c:pt idx="742">
                <c:v>89.81987444350227</c:v>
              </c:pt>
              <c:pt idx="743">
                <c:v>89.821675750483</c:v>
              </c:pt>
              <c:pt idx="744">
                <c:v>89.823452688282</c:v>
              </c:pt>
              <c:pt idx="745">
                <c:v>89.82520567535592</c:v>
              </c:pt>
              <c:pt idx="746">
                <c:v>89.82693512140683</c:v>
              </c:pt>
              <c:pt idx="747">
                <c:v>89.82864142759927</c:v>
              </c:pt>
              <c:pt idx="748">
                <c:v>89.83032498677056</c:v>
              </c:pt>
              <c:pt idx="749">
                <c:v>89.83198618363555</c:v>
              </c:pt>
              <c:pt idx="750">
                <c:v>89.83362539498538</c:v>
              </c:pt>
              <c:pt idx="751">
                <c:v>89.83524298988054</c:v>
              </c:pt>
              <c:pt idx="752">
                <c:v>89.83683932983853</c:v>
              </c:pt>
              <c:pt idx="753">
                <c:v>89.83841476901625</c:v>
              </c:pt>
              <c:pt idx="754">
                <c:v>89.83996965438737</c:v>
              </c:pt>
              <c:pt idx="755">
                <c:v>89.84150432591451</c:v>
              </c:pt>
              <c:pt idx="756">
                <c:v>89.84301911671704</c:v>
              </c:pt>
              <c:pt idx="757">
                <c:v>89.84451435323368</c:v>
              </c:pt>
              <c:pt idx="758">
                <c:v>89.84599035538118</c:v>
              </c:pt>
              <c:pt idx="759">
                <c:v>89.8474474367084</c:v>
              </c:pt>
              <c:pt idx="760">
                <c:v>89.848885904546</c:v>
              </c:pt>
              <c:pt idx="761">
                <c:v>89.85030606015228</c:v>
              </c:pt>
              <c:pt idx="762">
                <c:v>89.85170819885506</c:v>
              </c:pt>
              <c:pt idx="763">
                <c:v>89.85309261018976</c:v>
              </c:pt>
              <c:pt idx="764">
                <c:v>89.8544595780335</c:v>
              </c:pt>
              <c:pt idx="765">
                <c:v>89.85580938073585</c:v>
              </c:pt>
              <c:pt idx="766">
                <c:v>89.8571422912461</c:v>
              </c:pt>
              <c:pt idx="767">
                <c:v>89.85845857723689</c:v>
              </c:pt>
              <c:pt idx="768">
                <c:v>89.85975850122485</c:v>
              </c:pt>
              <c:pt idx="769">
                <c:v>89.86104232068797</c:v>
              </c:pt>
              <c:pt idx="770">
                <c:v>89.86231028817977</c:v>
              </c:pt>
              <c:pt idx="771">
                <c:v>89.8635626514405</c:v>
              </c:pt>
              <c:pt idx="772">
                <c:v>89.86479965350574</c:v>
              </c:pt>
              <c:pt idx="773">
                <c:v>89.86602153281139</c:v>
              </c:pt>
              <c:pt idx="774">
                <c:v>89.86722852329717</c:v>
              </c:pt>
              <c:pt idx="775">
                <c:v>89.86842085450611</c:v>
              </c:pt>
              <c:pt idx="776">
                <c:v>89.86959875168267</c:v>
              </c:pt>
              <c:pt idx="777">
                <c:v>89.87076243586719</c:v>
              </c:pt>
              <c:pt idx="778">
                <c:v>89.871912123989</c:v>
              </c:pt>
              <c:pt idx="779">
                <c:v>89.87304802895656</c:v>
              </c:pt>
              <c:pt idx="780">
                <c:v>89.87417035974525</c:v>
              </c:pt>
              <c:pt idx="781">
                <c:v>89.87527932148329</c:v>
              </c:pt>
              <c:pt idx="782">
                <c:v>89.87637511553538</c:v>
              </c:pt>
              <c:pt idx="783">
                <c:v>89.8774579395839</c:v>
              </c:pt>
              <c:pt idx="784">
                <c:v>89.87852798770881</c:v>
              </c:pt>
              <c:pt idx="785">
                <c:v>89.8795854504647</c:v>
              </c:pt>
              <c:pt idx="786">
                <c:v>89.8806305149566</c:v>
              </c:pt>
              <c:pt idx="787">
                <c:v>89.88166336491348</c:v>
              </c:pt>
              <c:pt idx="788">
                <c:v>89.88268418076026</c:v>
              </c:pt>
              <c:pt idx="789">
                <c:v>89.8836931396878</c:v>
              </c:pt>
              <c:pt idx="790">
                <c:v>89.88469041572138</c:v>
              </c:pt>
              <c:pt idx="791">
                <c:v>89.88567617978714</c:v>
              </c:pt>
              <c:pt idx="792">
                <c:v>89.88665059977762</c:v>
              </c:pt>
              <c:pt idx="793">
                <c:v>89.88761384061476</c:v>
              </c:pt>
              <c:pt idx="794">
                <c:v>89.88856606431229</c:v>
              </c:pt>
              <c:pt idx="795">
                <c:v>89.88950743003585</c:v>
              </c:pt>
              <c:pt idx="796">
                <c:v>89.89043809416235</c:v>
              </c:pt>
              <c:pt idx="797">
                <c:v>89.89135821033727</c:v>
              </c:pt>
              <c:pt idx="798">
                <c:v>89.89226792953119</c:v>
              </c:pt>
              <c:pt idx="799">
                <c:v>89.89316740009438</c:v>
              </c:pt>
              <c:pt idx="800">
                <c:v>89.89405676781068</c:v>
              </c:pt>
            </c:numLit>
          </c:yVal>
        </c:ser>
        <c:ser>
          <c:idx val="2"/>
          <c:order val="2"/>
          <c:tx>
            <c:v>有损匹配</c:v>
          </c:tx>
          <c:spPr>
            <a:ln xmlns:a="http://schemas.openxmlformats.org/drawingml/2006/main" w="23813">
              <a:solidFill>
                <a:srgbClr val="ED7D31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-77.89836041685763</c:v>
              </c:pt>
              <c:pt idx="1">
                <c:v>-77.87060060391488</c:v>
              </c:pt>
              <c:pt idx="2">
                <c:v>-77.84270889479733</c:v>
              </c:pt>
              <c:pt idx="3">
                <c:v>-77.8146843043924</c:v>
              </c:pt>
              <c:pt idx="4">
                <c:v>-77.78652583737217</c:v>
              </c:pt>
              <c:pt idx="5">
                <c:v>-77.7582324880561</c:v>
              </c:pt>
              <c:pt idx="6">
                <c:v>-77.72980324027247</c:v>
              </c:pt>
              <c:pt idx="7">
                <c:v>-77.70123706721752</c:v>
              </c:pt>
              <c:pt idx="8">
                <c:v>-77.67253293131124</c:v>
              </c:pt>
              <c:pt idx="9">
                <c:v>-77.64368978405207</c:v>
              </c:pt>
              <c:pt idx="10">
                <c:v>-77.61470656586737</c:v>
              </c:pt>
              <c:pt idx="11">
                <c:v>-77.58558220596417</c:v>
              </c:pt>
              <c:pt idx="12">
                <c:v>-77.5563156221743</c:v>
              </c:pt>
              <c:pt idx="13">
                <c:v>-77.52690572079933</c:v>
              </c:pt>
              <c:pt idx="14">
                <c:v>-77.4973513964518</c:v>
              </c:pt>
              <c:pt idx="15">
                <c:v>-77.46765153189362</c:v>
              </c:pt>
              <c:pt idx="16">
                <c:v>-77.43780499787249</c:v>
              </c:pt>
              <c:pt idx="17">
                <c:v>-77.40781065295508</c:v>
              </c:pt>
              <c:pt idx="18">
                <c:v>-77.37766734335713</c:v>
              </c:pt>
              <c:pt idx="19">
                <c:v>-77.34737390277094</c:v>
              </c:pt>
              <c:pt idx="20">
                <c:v>-77.31692915219068</c:v>
              </c:pt>
              <c:pt idx="21">
                <c:v>-77.2863318997325</c:v>
              </c:pt>
              <c:pt idx="22">
                <c:v>-77.25558094045437</c:v>
              </c:pt>
              <c:pt idx="23">
                <c:v>-77.22467505617007</c:v>
              </c:pt>
              <c:pt idx="24">
                <c:v>-77.1936130152625</c:v>
              </c:pt>
              <c:pt idx="25">
                <c:v>-77.16239357249144</c:v>
              </c:pt>
              <c:pt idx="26">
                <c:v>-77.13101546879984</c:v>
              </c:pt>
              <c:pt idx="27">
                <c:v>-77.09947743111537</c:v>
              </c:pt>
              <c:pt idx="28">
                <c:v>-77.0677781721489</c:v>
              </c:pt>
              <c:pt idx="29">
                <c:v>-77.03591639019001</c:v>
              </c:pt>
              <c:pt idx="30">
                <c:v>-77.00389076889817</c:v>
              </c:pt>
              <c:pt idx="31">
                <c:v>-76.97169997708991</c:v>
              </c:pt>
              <c:pt idx="32">
                <c:v>-76.93934266852382</c:v>
              </c:pt>
              <c:pt idx="33">
                <c:v>-76.90681748167947</c:v>
              </c:pt>
              <c:pt idx="34">
                <c:v>-76.87412303953448</c:v>
              </c:pt>
              <c:pt idx="35">
                <c:v>-76.84125794933577</c:v>
              </c:pt>
              <c:pt idx="36">
                <c:v>-76.80822080236791</c:v>
              </c:pt>
              <c:pt idx="37">
                <c:v>-76.7750101737176</c:v>
              </c:pt>
              <c:pt idx="38">
                <c:v>-76.74162462203154</c:v>
              </c:pt>
              <c:pt idx="39">
                <c:v>-76.70806268927318</c:v>
              </c:pt>
              <c:pt idx="40">
                <c:v>-76.67432290047223</c:v>
              </c:pt>
              <c:pt idx="41">
                <c:v>-76.64040376347151</c:v>
              </c:pt>
              <c:pt idx="42">
                <c:v>-76.60630376866759</c:v>
              </c:pt>
              <c:pt idx="43">
                <c:v>-76.57202138874797</c:v>
              </c:pt>
              <c:pt idx="44">
                <c:v>-76.53755507842278</c:v>
              </c:pt>
              <c:pt idx="45">
                <c:v>-76.50290327415148</c:v>
              </c:pt>
              <c:pt idx="46">
                <c:v>-76.46806439386415</c:v>
              </c:pt>
              <c:pt idx="47">
                <c:v>-76.43303683667862</c:v>
              </c:pt>
              <c:pt idx="48">
                <c:v>-76.39781898261108</c:v>
              </c:pt>
              <c:pt idx="49">
                <c:v>-76.3624091922823</c:v>
              </c:pt>
              <c:pt idx="50">
                <c:v>-76.32680580661744</c:v>
              </c:pt>
              <c:pt idx="51">
                <c:v>-76.29100714654</c:v>
              </c:pt>
              <c:pt idx="52">
                <c:v>-76.25501151266228</c:v>
              </c:pt>
              <c:pt idx="53">
                <c:v>-76.21881718496577</c:v>
              </c:pt>
              <c:pt idx="54">
                <c:v>-76.18242242247949</c:v>
              </c:pt>
              <c:pt idx="55">
                <c:v>-76.14582546294983</c:v>
              </c:pt>
              <c:pt idx="56">
                <c:v>-76.10902452250461</c:v>
              </c:pt>
              <c:pt idx="57">
                <c:v>-76.07201779531104</c:v>
              </c:pt>
              <c:pt idx="58">
                <c:v>-76.0348034532263</c:v>
              </c:pt>
              <c:pt idx="59">
                <c:v>-75.9973796454417</c:v>
              </c:pt>
              <c:pt idx="60">
                <c:v>-75.95974449811997</c:v>
              </c:pt>
              <c:pt idx="61">
                <c:v>-75.92189611402578</c:v>
              </c:pt>
              <c:pt idx="62">
                <c:v>-75.88383257214787</c:v>
              </c:pt>
              <c:pt idx="63">
                <c:v>-75.8455519273149</c:v>
              </c:pt>
              <c:pt idx="64">
                <c:v>-75.8070522098029</c:v>
              </c:pt>
              <c:pt idx="65">
                <c:v>-75.76833142493548</c:v>
              </c:pt>
              <c:pt idx="66">
                <c:v>-75.7293875526758</c:v>
              </c:pt>
              <c:pt idx="67">
                <c:v>-75.69021854720997</c:v>
              </c:pt>
              <c:pt idx="68">
                <c:v>-75.650822336523</c:v>
              </c:pt>
              <c:pt idx="69">
                <c:v>-75.61119682196579</c:v>
              </c:pt>
              <c:pt idx="70">
                <c:v>-75.57133987781256</c:v>
              </c:pt>
              <c:pt idx="71">
                <c:v>-75.53124935081071</c:v>
              </c:pt>
              <c:pt idx="72">
                <c:v>-75.49092305972003</c:v>
              </c:pt>
              <c:pt idx="73">
                <c:v>-75.45035879484439</c:v>
              </c:pt>
              <c:pt idx="74">
                <c:v>-75.40955431755171</c:v>
              </c:pt>
              <c:pt idx="75">
                <c:v>-75.36850735978514</c:v>
              </c:pt>
              <c:pt idx="76">
                <c:v>-75.32721562356457</c:v>
              </c:pt>
              <c:pt idx="77">
                <c:v>-75.2856767804767</c:v>
              </c:pt>
              <c:pt idx="78">
                <c:v>-75.24388847115516</c:v>
              </c:pt>
              <c:pt idx="79">
                <c:v>-75.20184830474993</c:v>
              </c:pt>
              <c:pt idx="80">
                <c:v>-75.15955385838491</c:v>
              </c:pt>
              <c:pt idx="81">
                <c:v>-75.11700267660459</c:v>
              </c:pt>
              <c:pt idx="82">
                <c:v>-75.07419227080977</c:v>
              </c:pt>
              <c:pt idx="83">
                <c:v>-75.03112011867888</c:v>
              </c:pt>
              <c:pt idx="84">
                <c:v>-74.98778366358037</c:v>
              </c:pt>
              <c:pt idx="85">
                <c:v>-74.94418031396938</c:v>
              </c:pt>
              <c:pt idx="86">
                <c:v>-74.90030744277368</c:v>
              </c:pt>
              <c:pt idx="87">
                <c:v>-74.85616238676535</c:v>
              </c:pt>
              <c:pt idx="88">
                <c:v>-74.81174244591928</c:v>
              </c:pt>
              <c:pt idx="89">
                <c:v>-74.76704488275746</c:v>
              </c:pt>
              <c:pt idx="90">
                <c:v>-74.72206692167897</c:v>
              </c:pt>
              <c:pt idx="91">
                <c:v>-74.676805748276</c:v>
              </c:pt>
              <c:pt idx="92">
                <c:v>-74.63125850863398</c:v>
              </c:pt>
              <c:pt idx="93">
                <c:v>-74.58542230861727</c:v>
              </c:pt>
              <c:pt idx="94">
                <c:v>-74.5392942131376</c:v>
              </c:pt>
              <c:pt idx="95">
                <c:v>-74.49287124540811</c:v>
              </c:pt>
              <c:pt idx="96">
                <c:v>-74.4461503861799</c:v>
              </c:pt>
              <c:pt idx="97">
                <c:v>-74.39912857296079</c:v>
              </c:pt>
              <c:pt idx="98">
                <c:v>-74.35180269921764</c:v>
              </c:pt>
              <c:pt idx="99">
                <c:v>-74.3041696135607</c:v>
              </c:pt>
              <c:pt idx="100">
                <c:v>-74.2562261189087</c:v>
              </c:pt>
              <c:pt idx="101">
                <c:v>-74.20796897163599</c:v>
              </c:pt>
              <c:pt idx="102">
                <c:v>-74.1593948806989</c:v>
              </c:pt>
              <c:pt idx="103">
                <c:v>-74.11050050674395</c:v>
              </c:pt>
              <c:pt idx="104">
                <c:v>-74.06128246119405</c:v>
              </c:pt>
              <c:pt idx="105">
                <c:v>-74.01173730531409</c:v>
              </c:pt>
              <c:pt idx="106">
                <c:v>-73.96186154925576</c:v>
              </c:pt>
              <c:pt idx="107">
                <c:v>-73.91165165107826</c:v>
              </c:pt>
              <c:pt idx="108">
                <c:v>-73.86110401574861</c:v>
              </c:pt>
              <c:pt idx="109">
                <c:v>-73.81021499411652</c:v>
              </c:pt>
              <c:pt idx="110">
                <c:v>-73.7589808818662</c:v>
              </c:pt>
              <c:pt idx="111">
                <c:v>-73.70739791844274</c:v>
              </c:pt>
              <c:pt idx="112">
                <c:v>-73.6554622859549</c:v>
              </c:pt>
              <c:pt idx="113">
                <c:v>-73.60317010804872</c:v>
              </c:pt>
              <c:pt idx="114">
                <c:v>-73.55051744875688</c:v>
              </c:pt>
              <c:pt idx="115">
                <c:v>-73.49750031131944</c:v>
              </c:pt>
              <c:pt idx="116">
                <c:v>-73.444114636976</c:v>
              </c:pt>
              <c:pt idx="117">
                <c:v>-73.39035630372938</c:v>
              </c:pt>
              <c:pt idx="118">
                <c:v>-73.33622112507852</c:v>
              </c:pt>
              <c:pt idx="119">
                <c:v>-73.2817048487206</c:v>
              </c:pt>
              <c:pt idx="120">
                <c:v>-73.22680315522241</c:v>
              </c:pt>
              <c:pt idx="121">
                <c:v>-73.17151165665811</c:v>
              </c:pt>
              <c:pt idx="122">
                <c:v>-73.11582589521274</c:v>
              </c:pt>
              <c:pt idx="123">
                <c:v>-73.05974134175344</c:v>
              </c:pt>
              <c:pt idx="124">
                <c:v>-73.00325339436242</c:v>
              </c:pt>
              <c:pt idx="125">
                <c:v>-72.94635737683572</c:v>
              </c:pt>
              <c:pt idx="126">
                <c:v>-72.88904853714193</c:v>
              </c:pt>
              <c:pt idx="127">
                <c:v>-72.83132204584479</c:v>
              </c:pt>
              <c:pt idx="128">
                <c:v>-72.77317299448372</c:v>
              </c:pt>
              <c:pt idx="129">
                <c:v>-72.71459639391358</c:v>
              </c:pt>
              <c:pt idx="130">
                <c:v>-72.65558717260318</c:v>
              </c:pt>
              <c:pt idx="131">
                <c:v>-72.5961401748899</c:v>
              </c:pt>
              <c:pt idx="132">
                <c:v>-72.5362501591878</c:v>
              </c:pt>
              <c:pt idx="133">
                <c:v>-72.47591179615245</c:v>
              </c:pt>
              <c:pt idx="134">
                <c:v>-72.41511966679485</c:v>
              </c:pt>
              <c:pt idx="135">
                <c:v>-72.35386826054922</c:v>
              </c:pt>
              <c:pt idx="136">
                <c:v>-72.29215197328809</c:v>
              </c:pt>
              <c:pt idx="137">
                <c:v>-72.22996510528647</c:v>
              </c:pt>
              <c:pt idx="138">
                <c:v>-72.16730185913192</c:v>
              </c:pt>
              <c:pt idx="139">
                <c:v>-72.10415633757943</c:v>
              </c:pt>
              <c:pt idx="140">
                <c:v>-72.04052254134862</c:v>
              </c:pt>
              <c:pt idx="141">
                <c:v>-71.9763943668632</c:v>
              </c:pt>
              <c:pt idx="142">
                <c:v>-71.91176560392879</c:v>
              </c:pt>
              <c:pt idx="143">
                <c:v>-71.84662993334875</c:v>
              </c:pt>
              <c:pt idx="144">
                <c:v>-71.78098092447495</c:v>
              </c:pt>
              <c:pt idx="145">
                <c:v>-71.71481203269312</c:v>
              </c:pt>
              <c:pt idx="146">
                <c:v>-71.64811659683716</c:v>
              </c:pt>
              <c:pt idx="147">
                <c:v>-71.58088783653554</c:v>
              </c:pt>
              <c:pt idx="148">
                <c:v>-71.51311884948345</c:v>
              </c:pt>
              <c:pt idx="149">
                <c:v>-71.44480260863708</c:v>
              </c:pt>
              <c:pt idx="150">
                <c:v>-71.37593195933466</c:v>
              </c:pt>
              <c:pt idx="151">
                <c:v>-71.30649961633272</c:v>
              </c:pt>
              <c:pt idx="152">
                <c:v>-71.23649816076177</c:v>
              </c:pt>
              <c:pt idx="153">
                <c:v>-71.16592003699603</c:v>
              </c:pt>
              <c:pt idx="154">
                <c:v>-71.09475754943388</c:v>
              </c:pt>
              <c:pt idx="155">
                <c:v>-71.02300285918693</c:v>
              </c:pt>
              <c:pt idx="156">
                <c:v>-70.95064798067561</c:v>
              </c:pt>
              <c:pt idx="157">
                <c:v>-70.87768477812479</c:v>
              </c:pt>
              <c:pt idx="158">
                <c:v>-70.8041049619627</c:v>
              </c:pt>
              <c:pt idx="159">
                <c:v>-70.729900085111</c:v>
              </c:pt>
              <c:pt idx="160">
                <c:v>-70.6550615391703</c:v>
              </c:pt>
              <c:pt idx="161">
                <c:v>-70.57958055049286</c:v>
              </c:pt>
              <c:pt idx="162">
                <c:v>-70.50344817614038</c:v>
              </c:pt>
              <c:pt idx="163">
                <c:v>-70.42665529972368</c:v>
              </c:pt>
              <c:pt idx="164">
                <c:v>-70.34919262711772</c:v>
              </c:pt>
              <c:pt idx="165">
                <c:v>-70.27105068205042</c:v>
              </c:pt>
              <c:pt idx="166">
                <c:v>-70.19221980155973</c:v>
              </c:pt>
              <c:pt idx="167">
                <c:v>-70.11269013131266</c:v>
              </c:pt>
              <c:pt idx="168">
                <c:v>-70.03245162078792</c:v>
              </c:pt>
              <c:pt idx="169">
                <c:v>-69.95149401830588</c:v>
              </c:pt>
              <c:pt idx="170">
                <c:v>-69.86980686591295</c:v>
              </c:pt>
              <c:pt idx="171">
                <c:v>-69.78737949410797</c:v>
              </c:pt>
              <c:pt idx="172">
                <c:v>-69.7042010164058</c:v>
              </c:pt>
              <c:pt idx="173">
                <c:v>-69.62026032373412</c:v>
              </c:pt>
              <c:pt idx="174">
                <c:v>-69.53554607865718</c:v>
              </c:pt>
              <c:pt idx="175">
                <c:v>-69.45004670941802</c:v>
              </c:pt>
              <c:pt idx="176">
                <c:v>-69.36375040379586</c:v>
              </c:pt>
              <c:pt idx="177">
                <c:v>-69.27664510277103</c:v>
              </c:pt>
              <c:pt idx="178">
                <c:v>-69.18871849398761</c:v>
              </c:pt>
              <c:pt idx="179">
                <c:v>-69.09995800501082</c:v>
              </c:pt>
              <c:pt idx="180">
                <c:v>-69.01035079636985</c:v>
              </c:pt>
              <c:pt idx="181">
                <c:v>-68.91988375437502</c:v>
              </c:pt>
              <c:pt idx="182">
                <c:v>-68.8285434837076</c:v>
              </c:pt>
              <c:pt idx="183">
                <c:v>-68.7363162997681</c:v>
              </c:pt>
              <c:pt idx="184">
                <c:v>-68.64318822077571</c:v>
              </c:pt>
              <c:pt idx="185">
                <c:v>-68.54914495961329</c:v>
              </c:pt>
              <c:pt idx="186">
                <c:v>-68.45417191539909</c:v>
              </c:pt>
              <c:pt idx="187">
                <c:v>-68.35825416478711</c:v>
              </c:pt>
              <c:pt idx="188">
                <c:v>-68.26137645297727</c:v>
              </c:pt>
              <c:pt idx="189">
                <c:v>-68.16352318442425</c:v>
              </c:pt>
              <c:pt idx="190">
                <c:v>-68.06467841323978</c:v>
              </c:pt>
              <c:pt idx="191">
                <c:v>-67.96482583327071</c:v>
              </c:pt>
              <c:pt idx="192">
                <c:v>-67.86394876784247</c:v>
              </c:pt>
              <c:pt idx="193">
                <c:v>-67.76203015915766</c:v>
              </c:pt>
              <c:pt idx="194">
                <c:v>-67.65905255732888</c:v>
              </c:pt>
              <c:pt idx="195">
                <c:v>-67.55499810904027</c:v>
              </c:pt>
              <c:pt idx="196">
                <c:v>-67.44984854581992</c:v>
              </c:pt>
              <c:pt idx="197">
                <c:v>-67.34358517190215</c:v>
              </c:pt>
              <c:pt idx="198">
                <c:v>-67.23618885167565</c:v>
              </c:pt>
              <c:pt idx="199">
                <c:v>-67.12763999668856</c:v>
              </c:pt>
              <c:pt idx="200">
                <c:v>-67.01791855220112</c:v>
              </c:pt>
              <c:pt idx="201">
                <c:v>-66.90700398326382</c:v>
              </c:pt>
              <c:pt idx="202">
                <c:v>-66.79487526030509</c:v>
              </c:pt>
              <c:pt idx="203">
                <c:v>-66.68151084420307</c:v>
              </c:pt>
              <c:pt idx="204">
                <c:v>-66.56688867083072</c:v>
              </c:pt>
              <c:pt idx="205">
                <c:v>-66.45098613503984</c:v>
              </c:pt>
              <c:pt idx="206">
                <c:v>-66.33378007407252</c:v>
              </c:pt>
              <c:pt idx="207">
                <c:v>-66.21524675037178</c:v>
              </c:pt>
              <c:pt idx="208">
                <c:v>-66.09536183376363</c:v>
              </c:pt>
              <c:pt idx="209">
                <c:v>-65.97410038299164</c:v>
              </c:pt>
              <c:pt idx="210">
                <c:v>-65.85143682657285</c:v>
              </c:pt>
              <c:pt idx="211">
                <c:v>-65.72734494294468</c:v>
              </c:pt>
              <c:pt idx="212">
                <c:v>-65.60179783988151</c:v>
              </c:pt>
              <c:pt idx="213">
                <c:v>-65.4747679331396</c:v>
              </c:pt>
              <c:pt idx="214">
                <c:v>-65.34622692430688</c:v>
              </c:pt>
              <c:pt idx="215">
                <c:v>-65.21614577781935</c:v>
              </c:pt>
              <c:pt idx="216">
                <c:v>-65.08449469710992</c:v>
              </c:pt>
              <c:pt idx="217">
                <c:v>-64.95124309985327</c:v>
              </c:pt>
              <c:pt idx="218">
                <c:v>-64.8163595922701</c:v>
              </c:pt>
              <c:pt idx="219">
                <c:v>-64.67981194244305</c:v>
              </c:pt>
              <c:pt idx="220">
                <c:v>-64.54156705261495</c:v>
              </c:pt>
              <c:pt idx="221">
                <c:v>-64.40159093041098</c:v>
              </c:pt>
              <c:pt idx="222">
                <c:v>-64.25984865895131</c:v>
              </c:pt>
              <c:pt idx="223">
                <c:v>-64.11630436579661</c:v>
              </c:pt>
              <c:pt idx="224">
                <c:v>-63.97092119067993</c:v>
              </c:pt>
              <c:pt idx="225">
                <c:v>-63.82366125197538</c:v>
              </c:pt>
              <c:pt idx="226">
                <c:v>-63.674485611841085</c:v>
              </c:pt>
              <c:pt idx="227">
                <c:v>-63.52335423998617</c:v>
              </c:pt>
              <c:pt idx="228">
                <c:v>-63.37022597599131</c:v>
              </c:pt>
              <c:pt idx="229">
                <c:v>-63.215058490136784</c:v>
              </c:pt>
              <c:pt idx="230">
                <c:v>-63.057808242649855</c:v>
              </c:pt>
              <c:pt idx="231">
                <c:v>-62.89843044132226</c:v>
              </c:pt>
              <c:pt idx="232">
                <c:v>-62.73687899741171</c:v>
              </c:pt>
              <c:pt idx="233">
                <c:v>-62.573106479761606</c:v>
              </c:pt>
              <c:pt idx="234">
                <c:v>-62.407064067050015</c:v>
              </c:pt>
              <c:pt idx="235">
                <c:v>-62.23870149809592</c:v>
              </c:pt>
              <c:pt idx="236">
                <c:v>-62.067967020128506</c:v>
              </c:pt>
              <c:pt idx="237">
                <c:v>-61.89480733493144</c:v>
              </c:pt>
              <c:pt idx="238">
                <c:v>-61.71916754276935</c:v>
              </c:pt>
              <c:pt idx="239">
                <c:v>-61.54099108399785</c:v>
              </c:pt>
              <c:pt idx="240">
                <c:v>-61.36021967825255</c:v>
              </c:pt>
              <c:pt idx="241">
                <c:v>-61.1767932611088</c:v>
              </c:pt>
              <c:pt idx="242">
                <c:v>-60.990649918108346</c:v>
              </c:pt>
              <c:pt idx="243">
                <c:v>-60.801725816021666</c:v>
              </c:pt>
              <c:pt idx="244">
                <c:v>-60.609955131241</c:v>
              </c:pt>
              <c:pt idx="245">
                <c:v>-60.41526997516447</c:v>
              </c:pt>
              <c:pt idx="246">
                <c:v>-60.21760031644578</c:v>
              </c:pt>
              <c:pt idx="247">
                <c:v>-60.016873899971834</c:v>
              </c:pt>
              <c:pt idx="248">
                <c:v>-59.81301616242472</c:v>
              </c:pt>
              <c:pt idx="249">
                <c:v>-59.6059501442779</c:v>
              </c:pt>
              <c:pt idx="250">
                <c:v>-59.39559639808005</c:v>
              </c:pt>
              <c:pt idx="251">
                <c:v>-59.1818728928601</c:v>
              </c:pt>
              <c:pt idx="252">
                <c:v>-58.964694914491155</c:v>
              </c:pt>
              <c:pt idx="253">
                <c:v>-58.74397496184807</c:v>
              </c:pt>
              <c:pt idx="254">
                <c:v>-58.519622638575555</c:v>
              </c:pt>
              <c:pt idx="255">
                <c:v>-58.29154454028657</c:v>
              </c:pt>
              <c:pt idx="256">
                <c:v>-58.05964413701914</c:v>
              </c:pt>
              <c:pt idx="257">
                <c:v>-57.82382165073454</c:v>
              </c:pt>
              <c:pt idx="258">
                <c:v>-57.583973927689804</c:v>
              </c:pt>
              <c:pt idx="259">
                <c:v>-57.3399943054664</c:v>
              </c:pt>
              <c:pt idx="260">
                <c:v>-57.0917724744588</c:v>
              </c:pt>
              <c:pt idx="261">
                <c:v>-56.83919433362055</c:v>
              </c:pt>
              <c:pt idx="262">
                <c:v>-56.582141840258316</c:v>
              </c:pt>
              <c:pt idx="263">
                <c:v>-56.320492853662614</c:v>
              </c:pt>
              <c:pt idx="264">
                <c:v>-56.05412097237833</c:v>
              </c:pt>
              <c:pt idx="265">
                <c:v>-55.78289536489676</c:v>
              </c:pt>
              <c:pt idx="266">
                <c:v>-55.50668059358141</c:v>
              </c:pt>
              <c:pt idx="267">
                <c:v>-55.22533643162823</c:v>
              </c:pt>
              <c:pt idx="268">
                <c:v>-54.93871767286102</c:v>
              </c:pt>
              <c:pt idx="269">
                <c:v>-54.64667393420867</c:v>
              </c:pt>
              <c:pt idx="270">
                <c:v>-54.349049450692014</c:v>
              </c:pt>
              <c:pt idx="271">
                <c:v>-54.04568286277066</c:v>
              </c:pt>
              <c:pt idx="272">
                <c:v>-53.73640699595004</c:v>
              </c:pt>
              <c:pt idx="273">
                <c:v>-53.421048632539474</c:v>
              </c:pt>
              <c:pt idx="274">
                <c:v>-53.09942827550903</c:v>
              </c:pt>
              <c:pt idx="275">
                <c:v>-52.771359904443344</c:v>
              </c:pt>
              <c:pt idx="276">
                <c:v>-52.436650723599115</c:v>
              </c:pt>
              <c:pt idx="277">
                <c:v>-52.09510090218295</c:v>
              </c:pt>
              <c:pt idx="278">
                <c:v>-51.74650330698257</c:v>
              </c:pt>
              <c:pt idx="279">
                <c:v>-51.39064322761474</c:v>
              </c:pt>
              <c:pt idx="280">
                <c:v>-51.027298094693485</c:v>
              </c:pt>
              <c:pt idx="281">
                <c:v>-50.656237191378864</c:v>
              </c:pt>
              <c:pt idx="282">
                <c:v>-50.27722135884904</c:v>
              </c:pt>
              <c:pt idx="283">
                <c:v>-49.89000269641787</c:v>
              </c:pt>
              <c:pt idx="284">
                <c:v>-49.49432425715033</c:v>
              </c:pt>
              <c:pt idx="285">
                <c:v>-49.08991974005137</c:v>
              </c:pt>
              <c:pt idx="286">
                <c:v>-48.67651318011055</c:v>
              </c:pt>
              <c:pt idx="287">
                <c:v>-48.25381863769339</c:v>
              </c:pt>
              <c:pt idx="288">
                <c:v>-47.82153988913121</c:v>
              </c:pt>
              <c:pt idx="289">
                <c:v>-47.37937012061199</c:v>
              </c:pt>
              <c:pt idx="290">
                <c:v>-46.9269916278599</c:v>
              </c:pt>
              <c:pt idx="291">
                <c:v>-46.464075524536064</c:v>
              </c:pt>
              <c:pt idx="292">
                <c:v>-45.990281462679945</c:v>
              </c:pt>
              <c:pt idx="293">
                <c:v>-45.50525736913266</c:v>
              </c:pt>
              <c:pt idx="294">
                <c:v>-45.00863920236556</c:v>
              </c:pt>
              <c:pt idx="295">
                <c:v>-44.50005073488304</c:v>
              </c:pt>
              <c:pt idx="296">
                <c:v>-43.97910336701888</c:v>
              </c:pt>
              <c:pt idx="297">
                <c:v>-43.44539597882631</c:v>
              </c:pt>
              <c:pt idx="298">
                <c:v>-42.89851482760468</c:v>
              </c:pt>
              <c:pt idx="299">
                <c:v>-42.33803349962882</c:v>
              </c:pt>
              <c:pt idx="300">
                <c:v>-41.76351292572508</c:v>
              </c:pt>
              <c:pt idx="301">
                <c:v>-41.17450147152309</c:v>
              </c:pt>
              <c:pt idx="302">
                <c:v>-40.57053511451341</c:v>
              </c:pt>
              <c:pt idx="303">
                <c:v>-39.95113772141855</c:v>
              </c:pt>
              <c:pt idx="304">
                <c:v>-39.31582144091985</c:v>
              </c:pt>
              <c:pt idx="305">
                <c:v>-38.664087228309945</c:v>
              </c:pt>
              <c:pt idx="306">
                <c:v>-37.99542552038935</c:v>
              </c:pt>
              <c:pt idx="307">
                <c:v>-37.309317080599634</c:v>
              </c:pt>
              <c:pt idx="308">
                <c:v>-36.60523403621266</c:v>
              </c:pt>
              <c:pt idx="309">
                <c:v>-35.882641131203144</c:v>
              </c:pt>
              <c:pt idx="310">
                <c:v>-35.14099722013047</c:v>
              </c:pt>
              <c:pt idx="311">
                <c:v>-34.379757030116245</c:v>
              </c:pt>
              <c:pt idx="312">
                <c:v>-33.5983732195019</c:v>
              </c:pt>
              <c:pt idx="313">
                <c:v>-32.79629876302132</c:v>
              </c:pt>
              <c:pt idx="314">
                <c:v>-31.97298969432937</c:v>
              </c:pt>
              <c:pt idx="315">
                <c:v>-31.12790823716827</c:v>
              </c:pt>
              <c:pt idx="316">
                <c:v>-30.260526356340353</c:v>
              </c:pt>
              <c:pt idx="317">
                <c:v>-29.370329758736926</c:v>
              </c:pt>
              <c:pt idx="318">
                <c:v>-28.456822372832747</c:v>
              </c:pt>
              <c:pt idx="319">
                <c:v>-27.51953133200823</c:v>
              </c:pt>
              <c:pt idx="320">
                <c:v>-26.558012482627873</c:v>
              </c:pt>
              <c:pt idx="321">
                <c:v>-25.571856431777316</c:v>
              </c:pt>
              <c:pt idx="322">
                <c:v>-24.56069514165961</c:v>
              </c:pt>
              <c:pt idx="323">
                <c:v>-23.524209067694105</c:v>
              </c:pt>
              <c:pt idx="324">
                <c:v>-22.462134825078472</c:v>
              </c:pt>
              <c:pt idx="325">
                <c:v>-21.374273354076372</c:v>
              </c:pt>
              <c:pt idx="326">
                <c:v>-20.26049853706402</c:v>
              </c:pt>
              <c:pt idx="327">
                <c:v>-19.120766201011666</c:v>
              </c:pt>
              <c:pt idx="328">
                <c:v>-17.955123417260634</c:v>
              </c:pt>
              <c:pt idx="329">
                <c:v>-16.763717987005638</c:v>
              </c:pt>
              <c:pt idx="330">
                <c:v>-15.546807975803478</c:v>
              </c:pt>
              <c:pt idx="331">
                <c:v>-14.304771135243508</c:v>
              </c:pt>
              <c:pt idx="332">
                <c:v>-13.038114024786388</c:v>
              </c:pt>
              <c:pt idx="333">
                <c:v>-11.74748062378144</c:v>
              </c:pt>
              <c:pt idx="334">
                <c:v>-10.433660203741889</c:v>
              </c:pt>
              <c:pt idx="335">
                <c:v>-9.09759421607246</c:v>
              </c:pt>
              <c:pt idx="336">
                <c:v>-7.740381942203684</c:v>
              </c:pt>
              <c:pt idx="337">
                <c:v>-6.363284653419385</c:v>
              </c:pt>
              <c:pt idx="338">
                <c:v>-4.967728038036821</c:v>
              </c:pt>
              <c:pt idx="339">
                <c:v>-3.5553026754253785</c:v>
              </c:pt>
              <c:pt idx="340">
                <c:v>-2.12776237041622</c:v>
              </c:pt>
              <c:pt idx="341">
                <c:v>-0.6870202082424522</c:v>
              </c:pt>
              <c:pt idx="342">
                <c:v>0.7648577514342833</c:v>
              </c:pt>
              <c:pt idx="343">
                <c:v>2.2256611539159348</c:v>
              </c:pt>
              <c:pt idx="344">
                <c:v>3.6930463378550176</c:v>
              </c:pt>
              <c:pt idx="345">
                <c:v>5.164549486266893</c:v>
              </c:pt>
              <c:pt idx="346">
                <c:v>6.6376017109002445</c:v>
              </c:pt>
              <c:pt idx="347">
                <c:v>8.109545761038255</c:v>
              </c:pt>
              <c:pt idx="348">
                <c:v>9.577653975856713</c:v>
              </c:pt>
              <c:pt idx="349">
                <c:v>11.039147039406933</c:v>
              </c:pt>
              <c:pt idx="350">
                <c:v>12.491213052907295</c:v>
              </c:pt>
              <c:pt idx="351">
                <c:v>13.931026412496232</c:v>
              </c:pt>
              <c:pt idx="352">
                <c:v>15.35576597397215</c:v>
              </c:pt>
              <c:pt idx="353">
                <c:v>16.762631999045556</c:v>
              </c:pt>
              <c:pt idx="354">
                <c:v>18.148861408927736</c:v>
              </c:pt>
              <c:pt idx="355">
                <c:v>19.511740918592587</c:v>
              </c:pt>
              <c:pt idx="356">
                <c:v>20.848617684631737</c:v>
              </c:pt>
              <c:pt idx="357">
                <c:v>22.156907167501164</c:v>
              </c:pt>
              <c:pt idx="358">
                <c:v>23.43409798024572</c:v>
              </c:pt>
              <c:pt idx="359">
                <c:v>24.677753565744926</c:v>
              </c:pt>
              <c:pt idx="360">
                <c:v>25.88551060934327</c:v>
              </c:pt>
              <c:pt idx="361">
                <c:v>27.05507414888244</c:v>
              </c:pt>
              <c:pt idx="362">
                <c:v>28.184209387649084</c:v>
              </c:pt>
              <c:pt idx="363">
                <c:v>29.270730244637047</c:v>
              </c:pt>
              <c:pt idx="364">
                <c:v>30.312484690120087</c:v>
              </c:pt>
              <c:pt idx="365">
                <c:v>31.30733691206954</c:v>
              </c:pt>
              <c:pt idx="366">
                <c:v>32.25314634057288</c:v>
              </c:pt>
              <c:pt idx="367">
                <c:v>33.14774352401077</c:v>
              </c:pt>
              <c:pt idx="368">
                <c:v>33.98890280287237</c:v>
              </c:pt>
              <c:pt idx="369">
                <c:v>34.77431166658783</c:v>
              </c:pt>
              <c:pt idx="370">
                <c:v>35.50153660645582</c:v>
              </c:pt>
              <c:pt idx="371">
                <c:v>36.167985195820634</c:v>
              </c:pt>
              <c:pt idx="372">
                <c:v>36.77086403884689</c:v>
              </c:pt>
              <c:pt idx="373">
                <c:v>37.307132134508606</c:v>
              </c:pt>
              <c:pt idx="374">
                <c:v>37.77344910663104</c:v>
              </c:pt>
              <c:pt idx="375">
                <c:v>38.166117660182174</c:v>
              </c:pt>
              <c:pt idx="376">
                <c:v>38.48101954807534</c:v>
              </c:pt>
              <c:pt idx="377">
                <c:v>38.71354428661864</c:v>
              </c:pt>
              <c:pt idx="378">
                <c:v>38.85850986485741</c:v>
              </c:pt>
              <c:pt idx="379">
                <c:v>38.91007478996987</c:v>
              </c:pt>
              <c:pt idx="380">
                <c:v>38.861641053220474</c:v>
              </c:pt>
              <c:pt idx="381">
                <c:v>38.705748072839064</c:v>
              </c:pt>
              <c:pt idx="382">
                <c:v>38.43395849665262</c:v>
              </c:pt>
              <c:pt idx="383">
                <c:v>38.036738111031276</c:v>
              </c:pt>
              <c:pt idx="384">
                <c:v>37.50333426517906</c:v>
              </c:pt>
              <c:pt idx="385">
                <c:v>36.821660543861796</c:v>
              </c:pt>
              <c:pt idx="386">
                <c:v>35.97820039052221</c:v>
              </c:pt>
              <c:pt idx="387">
                <c:v>34.957949597777024</c:v>
              </c:pt>
              <c:pt idx="388">
                <c:v>33.74442770803107</c:v>
              </c:pt>
              <c:pt idx="389">
                <c:v>32.31980195800852</c:v>
              </c:pt>
              <c:pt idx="390">
                <c:v>30.665184506921598</c:v>
              </c:pt>
              <c:pt idx="391">
                <c:v>28.761183076729147</c:v>
              </c:pt>
              <c:pt idx="392">
                <c:v>26.588802974706827</c:v>
              </c:pt>
              <c:pt idx="393">
                <c:v>24.130806446799102</c:v>
              </c:pt>
              <c:pt idx="394">
                <c:v>21.37361866595982</c:v>
              </c:pt>
              <c:pt idx="395">
                <c:v>18.309806821205754</c:v>
              </c:pt>
              <c:pt idx="396">
                <c:v>14.94102609639104</c:v>
              </c:pt>
              <c:pt idx="397">
                <c:v>11.281112730548765</c:v>
              </c:pt>
              <c:pt idx="398">
                <c:v>7.358737709917242</c:v>
              </c:pt>
              <c:pt idx="399">
                <c:v>3.2188094619962477</c:v>
              </c:pt>
              <c:pt idx="400">
                <c:v>-1.078210909098072</c:v>
              </c:pt>
              <c:pt idx="401">
                <c:v>-5.459590712323702</c:v>
              </c:pt>
              <c:pt idx="402">
                <c:v>-9.846022565536213</c:v>
              </c:pt>
              <c:pt idx="403">
                <c:v>-14.158740377404415</c:v>
              </c:pt>
              <c:pt idx="404">
                <c:v>-18.32651840360978</c:v>
              </c:pt>
              <c:pt idx="405">
                <c:v>-22.291063261012095</c:v>
              </c:pt>
              <c:pt idx="406">
                <c:v>-26.00991262148651</c:v>
              </c:pt>
              <c:pt idx="407">
                <c:v>-29.45677543607966</c:v>
              </c:pt>
              <c:pt idx="408">
                <c:v>-32.619894286376585</c:v>
              </c:pt>
              <c:pt idx="409">
                <c:v>-35.499281738674995</c:v>
              </c:pt>
              <c:pt idx="410">
                <c:v>-38.10361804966752</c:v>
              </c:pt>
              <c:pt idx="411">
                <c:v>-40.447357748775566</c:v>
              </c:pt>
              <c:pt idx="412">
                <c:v>-42.5483295706172</c:v>
              </c:pt>
              <c:pt idx="413">
                <c:v>-44.425911809485115</c:v>
              </c:pt>
              <c:pt idx="414">
                <c:v>-46.0997437667756</c:v>
              </c:pt>
              <c:pt idx="415">
                <c:v>-47.588879288451906</c:v>
              </c:pt>
              <c:pt idx="416">
                <c:v>-48.91127647755748</c:v>
              </c:pt>
              <c:pt idx="417">
                <c:v>-50.08352780574968</c:v>
              </c:pt>
              <c:pt idx="418">
                <c:v>-51.12075329457046</c:v>
              </c:pt>
              <c:pt idx="419">
                <c:v>-52.03659865283359</c:v>
              </c:pt>
              <c:pt idx="420">
                <c:v>-52.84329688923185</c:v>
              </c:pt>
              <c:pt idx="421">
                <c:v>-53.55176498978189</c:v>
              </c:pt>
              <c:pt idx="422">
                <c:v>-54.17171691661894</c:v>
              </c:pt>
              <c:pt idx="423">
                <c:v>-54.71178103680072</c:v>
              </c:pt>
              <c:pt idx="424">
                <c:v>-55.17961478942083</c:v>
              </c:pt>
              <c:pt idx="425">
                <c:v>-55.58201253280271</c:v>
              </c:pt>
              <c:pt idx="426">
                <c:v>-55.92500454634256</c:v>
              </c:pt>
              <c:pt idx="427">
                <c:v>-56.21394644069104</c:v>
              </c:pt>
              <c:pt idx="428">
                <c:v>-56.45359900442543</c:v>
              </c:pt>
              <c:pt idx="429">
                <c:v>-56.64819895863262</c:v>
              </c:pt>
              <c:pt idx="430">
                <c:v>-56.801521321037896</c:v>
              </c:pt>
              <c:pt idx="431">
                <c:v>-56.916934178248326</c:v>
              </c:pt>
              <c:pt idx="432">
                <c:v>-56.997446680449634</c:v>
              </c:pt>
              <c:pt idx="433">
                <c:v>-57.045751041882866</c:v>
              </c:pt>
              <c:pt idx="434">
                <c:v>-57.06425927436361</c:v>
              </c:pt>
              <c:pt idx="435">
                <c:v>-57.05513531365072</c:v>
              </c:pt>
              <c:pt idx="436">
                <c:v>-57.02032312804145</c:v>
              </c:pt>
              <c:pt idx="437">
                <c:v>-56.961571329937975</c:v>
              </c:pt>
              <c:pt idx="438">
                <c:v>-56.880454747015335</c:v>
              </c:pt>
              <c:pt idx="439">
                <c:v>-56.77839335124819</c:v>
              </c:pt>
              <c:pt idx="440">
                <c:v>-56.65666889187584</c:v>
              </c:pt>
              <c:pt idx="441">
                <c:v>-56.516439532280145</c:v>
              </c:pt>
              <c:pt idx="442">
                <c:v>-56.35875275039885</c:v>
              </c:pt>
              <c:pt idx="443">
                <c:v>-56.18455672718227</c:v>
              </c:pt>
              <c:pt idx="444">
                <c:v>-55.99471041716344</c:v>
              </c:pt>
              <c:pt idx="445">
                <c:v>-55.78999246895733</c:v>
              </c:pt>
              <c:pt idx="446">
                <c:v>-55.57110914082286</c:v>
              </c:pt>
              <c:pt idx="447">
                <c:v>-55.33870133694803</c:v>
              </c:pt>
              <c:pt idx="448">
                <c:v>-55.09335087332534</c:v>
              </c:pt>
              <c:pt idx="449">
                <c:v>-54.83558606765444</c:v>
              </c:pt>
              <c:pt idx="450">
                <c:v>-54.56588673530226</c:v>
              </c:pt>
              <c:pt idx="451">
                <c:v>-54.28468866264688</c:v>
              </c:pt>
              <c:pt idx="452">
                <c:v>-53.99238761994833</c:v>
              </c:pt>
              <c:pt idx="453">
                <c:v>-53.68934296792888</c:v>
              </c:pt>
              <c:pt idx="454">
                <c:v>-53.375880905418</c:v>
              </c:pt>
              <c:pt idx="455">
                <c:v>-53.05229739948113</c:v>
              </c:pt>
              <c:pt idx="456">
                <c:v>-52.71886083434756</c:v>
              </c:pt>
              <c:pt idx="457">
                <c:v>-52.37581441100454</c:v>
              </c:pt>
              <c:pt idx="458">
                <c:v>-52.02337832548015</c:v>
              </c:pt>
              <c:pt idx="459">
                <c:v>-51.66175175050584</c:v>
              </c:pt>
              <c:pt idx="460">
                <c:v>-51.29111464232431</c:v>
              </c:pt>
              <c:pt idx="461">
                <c:v>-50.91162939187808</c:v>
              </c:pt>
              <c:pt idx="462">
                <c:v>-50.5234423374137</c:v>
              </c:pt>
              <c:pt idx="463">
                <c:v>-50.12668515358592</c:v>
              </c:pt>
              <c:pt idx="464">
                <c:v>-49.72147613044655</c:v>
              </c:pt>
              <c:pt idx="465">
                <c:v>-49.307921354258404</c:v>
              </c:pt>
              <c:pt idx="466">
                <c:v>-48.88611580068494</c:v>
              </c:pt>
              <c:pt idx="467">
                <c:v>-48.45614434984902</c:v>
              </c:pt>
              <c:pt idx="468">
                <c:v>-48.0180827316699</c:v>
              </c:pt>
              <c:pt idx="469">
                <c:v>-47.57199840899683</c:v>
              </c:pt>
              <c:pt idx="470">
                <c:v>-47.117951405299905</c:v>
              </c:pt>
              <c:pt idx="471">
                <c:v>-46.655995082908255</c:v>
              </c:pt>
              <c:pt idx="472">
                <c:v>-46.18617687720364</c:v>
              </c:pt>
              <c:pt idx="473">
                <c:v>-45.708538991564986</c:v>
              </c:pt>
              <c:pt idx="474">
                <c:v>-45.223119057404034</c:v>
              </c:pt>
              <c:pt idx="475">
                <c:v>-44.72995076309946</c:v>
              </c:pt>
              <c:pt idx="476">
                <c:v>-44.229064455303764</c:v>
              </c:pt>
              <c:pt idx="477">
                <c:v>-43.72048771564615</c:v>
              </c:pt>
              <c:pt idx="478">
                <c:v>-43.204245915556896</c:v>
              </c:pt>
              <c:pt idx="479">
                <c:v>-42.68036275158879</c:v>
              </c:pt>
              <c:pt idx="480">
                <c:v>-42.14886076335662</c:v>
              </c:pt>
              <c:pt idx="481">
                <c:v>-41.60976183589441</c:v>
              </c:pt>
              <c:pt idx="482">
                <c:v>-41.06308768801868</c:v>
              </c:pt>
              <c:pt idx="483">
                <c:v>-40.50886034802736</c:v>
              </c:pt>
              <c:pt idx="484">
                <c:v>-39.9471026178474</c:v>
              </c:pt>
              <c:pt idx="485">
                <c:v>-39.377838526514665</c:v>
              </c:pt>
              <c:pt idx="486">
                <c:v>-38.801093773691065</c:v>
              </c:pt>
              <c:pt idx="487">
                <c:v>-38.21689616372561</c:v>
              </c:pt>
              <c:pt idx="488">
                <c:v>-37.62527603055694</c:v>
              </c:pt>
              <c:pt idx="489">
                <c:v>-37.026266653597176</c:v>
              </c:pt>
              <c:pt idx="490">
                <c:v>-36.41990466458562</c:v>
              </c:pt>
              <c:pt idx="491">
                <c:v>-35.80623044516924</c:v>
              </c:pt>
              <c:pt idx="492">
                <c:v>-35.18528851489328</c:v>
              </c:pt>
              <c:pt idx="493">
                <c:v>-34.557127909065926</c:v>
              </c:pt>
              <c:pt idx="494">
                <c:v>-33.92180254584328</c:v>
              </c:pt>
              <c:pt idx="495">
                <c:v>-33.27937158175343</c:v>
              </c:pt>
              <c:pt idx="496">
                <c:v>-32.629899754718295</c:v>
              </c:pt>
              <c:pt idx="497">
                <c:v>-31.973457713536714</c:v>
              </c:pt>
              <c:pt idx="498">
                <c:v>-31.310122332672616</c:v>
              </c:pt>
              <c:pt idx="499">
                <c:v>-30.63997701107987</c:v>
              </c:pt>
              <c:pt idx="500">
                <c:v>-29.96311195372014</c:v>
              </c:pt>
              <c:pt idx="501">
                <c:v>-29.279624434360215</c:v>
              </c:pt>
              <c:pt idx="502">
                <c:v>-28.58961903813267</c:v>
              </c:pt>
              <c:pt idx="503">
                <c:v>-27.89320788236258</c:v>
              </c:pt>
              <c:pt idx="504">
                <c:v>-27.19051081405888</c:v>
              </c:pt>
              <c:pt idx="505">
                <c:v>-26.481655582532536</c:v>
              </c:pt>
              <c:pt idx="506">
                <c:v>-25.766777985531743</c:v>
              </c:pt>
              <c:pt idx="507">
                <c:v>-25.046021987394365</c:v>
              </c:pt>
              <c:pt idx="508">
                <c:v>-24.31953980769174</c:v>
              </c:pt>
              <c:pt idx="509">
                <c:v>-23.58749197896344</c:v>
              </c:pt>
              <c:pt idx="510">
                <c:v>-22.850047372194496</c:v>
              </c:pt>
              <c:pt idx="511">
                <c:v>-22.10738318884684</c:v>
              </c:pt>
              <c:pt idx="512">
                <c:v>-21.35968491833538</c:v>
              </c:pt>
              <c:pt idx="513">
                <c:v>-20.60714626005452</c:v>
              </c:pt>
              <c:pt idx="514">
                <c:v>-19.84996900921504</c:v>
              </c:pt>
              <c:pt idx="515">
                <c:v>-19.088362905954153</c:v>
              </c:pt>
              <c:pt idx="516">
                <c:v>-18.322545447386403</c:v>
              </c:pt>
              <c:pt idx="517">
                <c:v>-17.552741662547636</c:v>
              </c:pt>
              <c:pt idx="518">
                <c:v>-16.779183850381283</c:v>
              </c:pt>
              <c:pt idx="519">
                <c:v>-16.002111281197976</c:v>
              </c:pt>
              <c:pt idx="520">
                <c:v>-15.221769862338439</c:v>
              </c:pt>
              <c:pt idx="521">
                <c:v>-14.438411768989356</c:v>
              </c:pt>
              <c:pt idx="522">
                <c:v>-13.652295041464477</c:v>
              </c:pt>
              <c:pt idx="523">
                <c:v>-12.863683150429136</c:v>
              </c:pt>
              <c:pt idx="524">
                <c:v>-12.072844531958776</c:v>
              </c:pt>
              <c:pt idx="525">
                <c:v>-11.28005209444509</c:v>
              </c:pt>
              <c:pt idx="526">
                <c:v>-10.485582699733042</c:v>
              </c:pt>
              <c:pt idx="527">
                <c:v>-9.689716621023774</c:v>
              </c:pt>
              <c:pt idx="528">
                <c:v>-8.892736980356467</c:v>
              </c:pt>
              <c:pt idx="529">
                <c:v>-8.094929168607848</c:v>
              </c:pt>
              <c:pt idx="530">
                <c:v>-7.2965802511809255</c:v>
              </c:pt>
              <c:pt idx="531">
                <c:v>-6.497978362633247</c:v>
              </c:pt>
              <c:pt idx="532">
                <c:v>-5.699412093638692</c:v>
              </c:pt>
              <c:pt idx="533">
                <c:v>-4.90116987370424</c:v>
              </c:pt>
              <c:pt idx="534">
                <c:v>-4.103539353167871</c:v>
              </c:pt>
              <c:pt idx="535">
                <c:v>-3.306806787892762</c:v>
              </c:pt>
              <c:pt idx="536">
                <c:v>-2.5112564301961657</c:v>
              </c:pt>
              <c:pt idx="537">
                <c:v>-1.717169929278862</c:v>
              </c:pt>
              <c:pt idx="538">
                <c:v>-0.9248257445381279</c:v>
              </c:pt>
              <c:pt idx="539">
                <c:v>-0.1344985748280999</c:v>
              </c:pt>
              <c:pt idx="540">
                <c:v>0.6535411933301174</c:v>
              </c:pt>
              <c:pt idx="541">
                <c:v>1.439028015810362</c:v>
              </c:pt>
              <c:pt idx="542">
                <c:v>2.2217016966501735</c:v>
              </c:pt>
              <c:pt idx="543">
                <c:v>3.001307867196861</c:v>
              </c:pt>
              <c:pt idx="544">
                <c:v>3.7775984365713966</c:v>
              </c:pt>
              <c:pt idx="545">
                <c:v>4.550332011639596</c:v>
              </c:pt>
              <c:pt idx="546">
                <c:v>5.319274284944452</c:v>
              </c:pt>
              <c:pt idx="547">
                <c:v>6.084198389387511</c:v>
              </c:pt>
              <c:pt idx="548">
                <c:v>6.844885218697421</c:v>
              </c:pt>
              <c:pt idx="549">
                <c:v>7.601123712988682</c:v>
              </c:pt>
              <c:pt idx="550">
                <c:v>8.352711109054686</c:v>
              </c:pt>
              <c:pt idx="551">
                <c:v>9.09945315524638</c:v>
              </c:pt>
              <c:pt idx="552">
                <c:v>9.841164291097707</c:v>
              </c:pt>
              <c:pt idx="553">
                <c:v>10.577667792061627</c:v>
              </c:pt>
              <c:pt idx="554">
                <c:v>11.308795879995062</c:v>
              </c:pt>
              <c:pt idx="555">
                <c:v>12.034389800202563</c:v>
              </c:pt>
              <c:pt idx="556">
                <c:v>12.754299866081533</c:v>
              </c:pt>
              <c:pt idx="557">
                <c:v>13.468385472548574</c:v>
              </c:pt>
              <c:pt idx="558">
                <c:v>14.176515079591537</c:v>
              </c:pt>
              <c:pt idx="559">
                <c:v>14.87856616745068</c:v>
              </c:pt>
              <c:pt idx="560">
                <c:v>15.57442516498701</c:v>
              </c:pt>
              <c:pt idx="561">
                <c:v>16.26398735292733</c:v>
              </c:pt>
              <c:pt idx="562">
                <c:v>16.947156743733764</c:v>
              </c:pt>
              <c:pt idx="563">
                <c:v>17.623845939866555</c:v>
              </c:pt>
              <c:pt idx="564">
                <c:v>18.293975972279014</c:v>
              </c:pt>
              <c:pt idx="565">
                <c:v>18.95747612097251</c:v>
              </c:pt>
              <c:pt idx="566">
                <c:v>19.614283719422737</c:v>
              </c:pt>
              <c:pt idx="567">
                <c:v>20.26434394469285</c:v>
              </c:pt>
              <c:pt idx="568">
                <c:v>20.90760959499499</c:v>
              </c:pt>
              <c:pt idx="569">
                <c:v>21.544040856436318</c:v>
              </c:pt>
              <c:pt idx="570">
                <c:v>22.17360506061018</c:v>
              </c:pt>
              <c:pt idx="571">
                <c:v>22.79627643464502</c:v>
              </c:pt>
              <c:pt idx="572">
                <c:v>23.412035845226775</c:v>
              </c:pt>
              <c:pt idx="573">
                <c:v>24.02087053808049</c:v>
              </c:pt>
              <c:pt idx="574">
                <c:v>24.622773874234046</c:v>
              </c:pt>
              <c:pt idx="575">
                <c:v>25.217745064416313</c:v>
              </c:pt>
              <c:pt idx="576">
                <c:v>25.80578890272077</c:v>
              </c:pt>
              <c:pt idx="577">
                <c:v>26.386915500679883</c:v>
              </c:pt>
              <c:pt idx="578">
                <c:v>26.961140022778906</c:v>
              </c:pt>
              <c:pt idx="579">
                <c:v>27.528482424285276</c:v>
              </c:pt>
              <c:pt idx="580">
                <c:v>28.0889671923084</c:v>
              </c:pt>
              <c:pt idx="581">
                <c:v>28.642623090785502</c:v>
              </c:pt>
              <c:pt idx="582">
                <c:v>29.189482910097496</c:v>
              </c:pt>
              <c:pt idx="583">
                <c:v>29.729583221903294</c:v>
              </c:pt>
              <c:pt idx="584">
                <c:v>30.262964139705097</c:v>
              </c:pt>
              <c:pt idx="585">
                <c:v>30.78966908560304</c:v>
              </c:pt>
              <c:pt idx="586">
                <c:v>31.309744563594283</c:v>
              </c:pt>
              <c:pt idx="587">
                <c:v>31.823239939752824</c:v>
              </c:pt>
              <c:pt idx="588">
                <c:v>32.33020722951921</c:v>
              </c:pt>
              <c:pt idx="589">
                <c:v>32.830700892322035</c:v>
              </c:pt>
              <c:pt idx="590">
                <c:v>33.32477763364398</c:v>
              </c:pt>
              <c:pt idx="591">
                <c:v>33.81249621466939</c:v>
              </c:pt>
              <c:pt idx="592">
                <c:v>34.29391726952631</c:v>
              </c:pt>
              <c:pt idx="593">
                <c:v>34.769103130163415</c:v>
              </c:pt>
              <c:pt idx="594">
                <c:v>35.238117658840515</c:v>
              </c:pt>
              <c:pt idx="595">
                <c:v>35.7010260881614</c:v>
              </c:pt>
              <c:pt idx="596">
                <c:v>36.15789486858712</c:v>
              </c:pt>
              <c:pt idx="597">
                <c:v>36.608791523317116</c:v>
              </c:pt>
              <c:pt idx="598">
                <c:v>37.053784510409265</c:v>
              </c:pt>
              <c:pt idx="599">
                <c:v>37.4929430919821</c:v>
              </c:pt>
              <c:pt idx="600">
                <c:v>37.92633721036504</c:v>
              </c:pt>
              <c:pt idx="601">
                <c:v>38.35403737098271</c:v>
              </c:pt>
              <c:pt idx="602">
                <c:v>38.776114531814706</c:v>
              </c:pt>
              <c:pt idx="603">
                <c:v>39.19263999922389</c:v>
              </c:pt>
              <c:pt idx="604">
                <c:v>39.60368532993069</c:v>
              </c:pt>
              <c:pt idx="605">
                <c:v>40.00932223896854</c:v>
              </c:pt>
              <c:pt idx="606">
                <c:v>40.40962251335875</c:v>
              </c:pt>
              <c:pt idx="607">
                <c:v>40.80465793130868</c:v>
              </c:pt>
              <c:pt idx="608">
                <c:v>41.194500186729364</c:v>
              </c:pt>
              <c:pt idx="609">
                <c:v>41.57922081883805</c:v>
              </c:pt>
              <c:pt idx="610">
                <c:v>41.95889114663024</c:v>
              </c:pt>
              <c:pt idx="611">
                <c:v>42.33358220801869</c:v>
              </c:pt>
              <c:pt idx="612">
                <c:v>42.703364703427155</c:v>
              </c:pt>
              <c:pt idx="613">
                <c:v>43.068308943621275</c:v>
              </c:pt>
              <c:pt idx="614">
                <c:v>43.42848480157988</c:v>
              </c:pt>
              <c:pt idx="615">
                <c:v>43.783961668214275</c:v>
              </c:pt>
              <c:pt idx="616">
                <c:v>44.13480841174218</c:v>
              </c:pt>
              <c:pt idx="617">
                <c:v>44.481093340507506</c:v>
              </c:pt>
              <c:pt idx="618">
                <c:v>44.82288416909566</c:v>
              </c:pt>
              <c:pt idx="619">
                <c:v>45.16024798754765</c:v>
              </c:pt>
              <c:pt idx="620">
                <c:v>45.49325123350147</c:v>
              </c:pt>
              <c:pt idx="621">
                <c:v>45.82195966711309</c:v>
              </c:pt>
              <c:pt idx="622">
                <c:v>46.14643834857964</c:v>
              </c:pt>
              <c:pt idx="623">
                <c:v>46.46675161812723</c:v>
              </c:pt>
              <c:pt idx="624">
                <c:v>46.78296307830583</c:v>
              </c:pt>
              <c:pt idx="625">
                <c:v>47.09513557846765</c:v>
              </c:pt>
              <c:pt idx="626">
                <c:v>47.4033312012735</c:v>
              </c:pt>
              <c:pt idx="627">
                <c:v>47.707611251120944</c:v>
              </c:pt>
              <c:pt idx="628">
                <c:v>48.00803624435793</c:v>
              </c:pt>
              <c:pt idx="629">
                <c:v>48.30466590117003</c:v>
              </c:pt>
              <c:pt idx="630">
                <c:v>48.59755913903612</c:v>
              </c:pt>
              <c:pt idx="631">
                <c:v>48.886774067634455</c:v>
              </c:pt>
              <c:pt idx="632">
                <c:v>49.17236798511627</c:v>
              </c:pt>
              <c:pt idx="633">
                <c:v>49.45439737563595</c:v>
              </c:pt>
              <c:pt idx="634">
                <c:v>49.732917908053636</c:v>
              </c:pt>
              <c:pt idx="635">
                <c:v>50.00798443573747</c:v>
              </c:pt>
              <c:pt idx="636">
                <c:v>50.2796509973566</c:v>
              </c:pt>
              <c:pt idx="637">
                <c:v>50.54797081861893</c:v>
              </c:pt>
              <c:pt idx="638">
                <c:v>50.81299631486531</c:v>
              </c:pt>
              <c:pt idx="639">
                <c:v>51.07477909444641</c:v>
              </c:pt>
              <c:pt idx="640">
                <c:v>51.333369962843605</c:v>
              </c:pt>
              <c:pt idx="641">
                <c:v>51.58881892744143</c:v>
              </c:pt>
              <c:pt idx="642">
                <c:v>51.84117520291497</c:v>
              </c:pt>
              <c:pt idx="643">
                <c:v>52.09048721717729</c:v>
              </c:pt>
              <c:pt idx="644">
                <c:v>52.336802617832454</c:v>
              </c:pt>
              <c:pt idx="645">
                <c:v>52.58016827907944</c:v>
              </c:pt>
              <c:pt idx="646">
                <c:v>52.82063030904686</c:v>
              </c:pt>
              <c:pt idx="647">
                <c:v>53.058234057481954</c:v>
              </c:pt>
              <c:pt idx="648">
                <c:v>53.293024123790616</c:v>
              </c:pt>
              <c:pt idx="649">
                <c:v>53.52504436536423</c:v>
              </c:pt>
              <c:pt idx="650">
                <c:v>53.754337906178094</c:v>
              </c:pt>
              <c:pt idx="651">
                <c:v>53.98094714561712</c:v>
              </c:pt>
              <c:pt idx="652">
                <c:v>54.20491376750583</c:v>
              </c:pt>
              <c:pt idx="653">
                <c:v>54.426278749314825</c:v>
              </c:pt>
              <c:pt idx="654">
                <c:v>54.64508237151226</c:v>
              </c:pt>
              <c:pt idx="655">
                <c:v>54.86136422704838</c:v>
              </c:pt>
              <c:pt idx="656">
                <c:v>55.07516323093083</c:v>
              </c:pt>
              <c:pt idx="657">
                <c:v>55.28651762989697</c:v>
              </c:pt>
              <c:pt idx="658">
                <c:v>55.49546501213464</c:v>
              </c:pt>
              <c:pt idx="659">
                <c:v>55.70204231706064</c:v>
              </c:pt>
              <c:pt idx="660">
                <c:v>55.906285845118916</c:v>
              </c:pt>
              <c:pt idx="661">
                <c:v>56.10823126759634</c:v>
              </c:pt>
              <c:pt idx="662">
                <c:v>56.30791363644203</c:v>
              </c:pt>
              <c:pt idx="663">
                <c:v>56.505367394060364</c:v>
              </c:pt>
              <c:pt idx="664">
                <c:v>56.70062638309642</c:v>
              </c:pt>
              <c:pt idx="665">
                <c:v>56.89372385617221</c:v>
              </c:pt>
              <c:pt idx="666">
                <c:v>57.084692485579204</c:v>
              </c:pt>
              <c:pt idx="667">
                <c:v>57.2735643729224</c:v>
              </c:pt>
              <c:pt idx="668">
                <c:v>57.46037105869207</c:v>
              </c:pt>
              <c:pt idx="669">
                <c:v>57.64514353176848</c:v>
              </c:pt>
              <c:pt idx="670">
                <c:v>57.827912238850345</c:v>
              </c:pt>
              <c:pt idx="671">
                <c:v>58.008707093797376</c:v>
              </c:pt>
              <c:pt idx="672">
                <c:v>58.18755748687808</c:v>
              </c:pt>
              <c:pt idx="673">
                <c:v>58.3644922939356</c:v>
              </c:pt>
              <c:pt idx="674">
                <c:v>58.539539885438266</c:v>
              </c:pt>
              <c:pt idx="675">
                <c:v>58.71272813544005</c:v>
              </c:pt>
              <c:pt idx="676">
                <c:v>58.88408443042594</c:v>
              </c:pt>
              <c:pt idx="677">
                <c:v>59.053635678051116</c:v>
              </c:pt>
              <c:pt idx="678">
                <c:v>59.22140831576699</c:v>
              </c:pt>
              <c:pt idx="679">
                <c:v>59.387428319332514</c:v>
              </c:pt>
              <c:pt idx="680">
                <c:v>59.55172121120629</c:v>
              </c:pt>
              <c:pt idx="681">
                <c:v>59.71431206882339</c:v>
              </c:pt>
              <c:pt idx="682">
                <c:v>59.87522553275015</c:v>
              </c:pt>
              <c:pt idx="683">
                <c:v>60.03448581471761</c:v>
              </c:pt>
              <c:pt idx="684">
                <c:v>60.19211670553465</c:v>
              </c:pt>
              <c:pt idx="685">
                <c:v>60.3481415828792</c:v>
              </c:pt>
              <c:pt idx="686">
                <c:v>60.502583418963845</c:v>
              </c:pt>
              <c:pt idx="687">
                <c:v>60.65546478808029</c:v>
              </c:pt>
              <c:pt idx="688">
                <c:v>60.80680787402153</c:v>
              </c:pt>
              <c:pt idx="689">
                <c:v>60.9566344773792</c:v>
              </c:pt>
              <c:pt idx="690">
                <c:v>61.104966022721406</c:v>
              </c:pt>
              <c:pt idx="691">
                <c:v>61.251823565643996</c:v>
              </c:pt>
              <c:pt idx="692">
                <c:v>61.39722779970754</c:v>
              </c:pt>
              <c:pt idx="693">
                <c:v>61.54119906324485</c:v>
              </c:pt>
              <c:pt idx="694">
                <c:v>61.68375734605869</c:v>
              </c:pt>
              <c:pt idx="695">
                <c:v>61.82492229599015</c:v>
              </c:pt>
              <c:pt idx="696">
                <c:v>61.964713225378304</c:v>
              </c:pt>
              <c:pt idx="697">
                <c:v>62.103149117398246</c:v>
              </c:pt>
              <c:pt idx="698">
                <c:v>62.24024863228493</c:v>
              </c:pt>
              <c:pt idx="699">
                <c:v>62.37603011344106</c:v>
              </c:pt>
              <c:pt idx="700">
                <c:v>62.51051159343647</c:v>
              </c:pt>
              <c:pt idx="701">
                <c:v>62.64371079989054</c:v>
              </c:pt>
              <c:pt idx="702">
                <c:v>62.77564516124757</c:v>
              </c:pt>
              <c:pt idx="703">
                <c:v>62.90633181244203</c:v>
              </c:pt>
              <c:pt idx="704">
                <c:v>63.03578760045878</c:v>
              </c:pt>
              <c:pt idx="705">
                <c:v>63.16402908978373</c:v>
              </c:pt>
              <c:pt idx="706">
                <c:v>63.291072567753396</c:v>
              </c:pt>
              <c:pt idx="707">
                <c:v>63.4169340497989</c:v>
              </c:pt>
              <c:pt idx="708">
                <c:v>63.541629284592645</c:v>
              </c:pt>
              <c:pt idx="709">
                <c:v>63.66517375909066</c:v>
              </c:pt>
              <c:pt idx="710">
                <c:v>63.78758270348054</c:v>
              </c:pt>
              <c:pt idx="711">
                <c:v>63.90887109603033</c:v>
              </c:pt>
              <c:pt idx="712">
                <c:v>64.0290536678453</c:v>
              </c:pt>
              <c:pt idx="713">
                <c:v>64.14814490752792</c:v>
              </c:pt>
              <c:pt idx="714">
                <c:v>64.2661590657497</c:v>
              </c:pt>
              <c:pt idx="715">
                <c:v>64.38311015972924</c:v>
              </c:pt>
              <c:pt idx="716">
                <c:v>64.49901197762492</c:v>
              </c:pt>
              <c:pt idx="717">
                <c:v>64.61387808283862</c:v>
              </c:pt>
              <c:pt idx="718">
                <c:v>64.7277218182337</c:v>
              </c:pt>
              <c:pt idx="719">
                <c:v>64.84055631027248</c:v>
              </c:pt>
              <c:pt idx="720">
                <c:v>64.95239447306565</c:v>
              </c:pt>
              <c:pt idx="721">
                <c:v>65.06324901234566</c:v>
              </c:pt>
              <c:pt idx="722">
                <c:v>65.17313242935941</c:v>
              </c:pt>
              <c:pt idx="723">
                <c:v>65.28205702468046</c:v>
              </c:pt>
              <c:pt idx="724">
                <c:v>65.39003490194929</c:v>
              </c:pt>
              <c:pt idx="725">
                <c:v>65.49707797153692</c:v>
              </c:pt>
              <c:pt idx="726">
                <c:v>65.60319795413184</c:v>
              </c:pt>
              <c:pt idx="727">
                <c:v>65.70840638426033</c:v>
              </c:pt>
              <c:pt idx="728">
                <c:v>65.81271461373235</c:v>
              </c:pt>
              <c:pt idx="729">
                <c:v>65.91613381501915</c:v>
              </c:pt>
              <c:pt idx="730">
                <c:v>66.01867498456353</c:v>
              </c:pt>
              <c:pt idx="731">
                <c:v>66.1203489460234</c:v>
              </c:pt>
              <c:pt idx="732">
                <c:v>66.22116635344875</c:v>
              </c:pt>
              <c:pt idx="733">
                <c:v>66.32113769439827</c:v>
              </c:pt>
              <c:pt idx="734">
                <c:v>66.42027329298747</c:v>
              </c:pt>
              <c:pt idx="735">
                <c:v>66.51858331288196</c:v>
              </c:pt>
              <c:pt idx="736">
                <c:v>66.61607776022699</c:v>
              </c:pt>
              <c:pt idx="737">
                <c:v>66.71276648651713</c:v>
              </c:pt>
              <c:pt idx="738">
                <c:v>66.80865919141156</c:v>
              </c:pt>
              <c:pt idx="739">
                <c:v>66.90376542549035</c:v>
              </c:pt>
              <c:pt idx="740">
                <c:v>66.99809459295646</c:v>
              </c:pt>
              <c:pt idx="741">
                <c:v>67.09165595428367</c:v>
              </c:pt>
              <c:pt idx="742">
                <c:v>67.18445862880962</c:v>
              </c:pt>
              <c:pt idx="743">
                <c:v>67.27651159727931</c:v>
              </c:pt>
              <c:pt idx="744">
                <c:v>67.3678237043377</c:v>
              </c:pt>
              <c:pt idx="745">
                <c:v>67.4584036609697</c:v>
              </c:pt>
              <c:pt idx="746">
                <c:v>67.548260046893</c:v>
              </c:pt>
              <c:pt idx="747">
                <c:v>67.63740131290479</c:v>
              </c:pt>
              <c:pt idx="748">
                <c:v>67.72583578317891</c:v>
              </c:pt>
              <c:pt idx="749">
                <c:v>67.81357165751844</c:v>
              </c:pt>
              <c:pt idx="750">
                <c:v>67.90061701356419</c:v>
              </c:pt>
              <c:pt idx="751">
                <c:v>67.9869798089568</c:v>
              </c:pt>
              <c:pt idx="752">
                <c:v>68.07266788345969</c:v>
              </c:pt>
              <c:pt idx="753">
                <c:v>68.15768896103597</c:v>
              </c:pt>
              <c:pt idx="754">
                <c:v>68.24205065188562</c:v>
              </c:pt>
              <c:pt idx="755">
                <c:v>68.32576045444539</c:v>
              </c:pt>
              <c:pt idx="756">
                <c:v>68.40882575734285</c:v>
              </c:pt>
              <c:pt idx="757">
                <c:v>68.491253841318</c:v>
              </c:pt>
              <c:pt idx="758">
                <c:v>68.57305188110315</c:v>
              </c:pt>
              <c:pt idx="759">
                <c:v>68.65422694726715</c:v>
              </c:pt>
              <c:pt idx="760">
                <c:v>68.73478600802342</c:v>
              </c:pt>
              <c:pt idx="761">
                <c:v>68.814735931003</c:v>
              </c:pt>
              <c:pt idx="762">
                <c:v>68.89408348499015</c:v>
              </c:pt>
              <c:pt idx="763">
                <c:v>68.97283534162817</c:v>
              </c:pt>
              <c:pt idx="764">
                <c:v>69.05099807708784</c:v>
              </c:pt>
              <c:pt idx="765">
                <c:v>69.12857817370677</c:v>
              </c:pt>
              <c:pt idx="766">
                <c:v>69.20558202159418</c:v>
              </c:pt>
              <c:pt idx="767">
                <c:v>69.28201592020493</c:v>
              </c:pt>
              <c:pt idx="768">
                <c:v>69.35788607988398</c:v>
              </c:pt>
              <c:pt idx="769">
                <c:v>69.43319862338178</c:v>
              </c:pt>
              <c:pt idx="770">
                <c:v>69.50795958733634</c:v>
              </c:pt>
              <c:pt idx="771">
                <c:v>69.5821749237316</c:v>
              </c:pt>
              <c:pt idx="772">
                <c:v>69.65585050132319</c:v>
              </c:pt>
              <c:pt idx="773">
                <c:v>69.72899210704134</c:v>
              </c:pt>
              <c:pt idx="774">
                <c:v>69.80160544736202</c:v>
              </c:pt>
              <c:pt idx="775">
                <c:v>69.87369614965584</c:v>
              </c:pt>
              <c:pt idx="776">
                <c:v>69.94526976350807</c:v>
              </c:pt>
              <c:pt idx="777">
                <c:v>70.01633176201629</c:v>
              </c:pt>
              <c:pt idx="778">
                <c:v>70.08688754306053</c:v>
              </c:pt>
              <c:pt idx="779">
                <c:v>70.15694243054993</c:v>
              </c:pt>
              <c:pt idx="780">
                <c:v>70.22650167564824</c:v>
              </c:pt>
              <c:pt idx="781">
                <c:v>70.29557045797225</c:v>
              </c:pt>
              <c:pt idx="782">
                <c:v>70.36415388676963</c:v>
              </c:pt>
              <c:pt idx="783">
                <c:v>70.43225700207508</c:v>
              </c:pt>
              <c:pt idx="784">
                <c:v>70.49988477584249</c:v>
              </c:pt>
              <c:pt idx="785">
                <c:v>70.56704211305843</c:v>
              </c:pt>
              <c:pt idx="786">
                <c:v>70.63373385283178</c:v>
              </c:pt>
              <c:pt idx="787">
                <c:v>70.69996476946581</c:v>
              </c:pt>
              <c:pt idx="788">
                <c:v>70.76573957350867</c:v>
              </c:pt>
              <c:pt idx="789">
                <c:v>70.83106291278347</c:v>
              </c:pt>
              <c:pt idx="790">
                <c:v>70.89593937340213</c:v>
              </c:pt>
              <c:pt idx="791">
                <c:v>70.9603734807563</c:v>
              </c:pt>
              <c:pt idx="792">
                <c:v>71.02436970049304</c:v>
              </c:pt>
              <c:pt idx="793">
                <c:v>71.08793243947139</c:v>
              </c:pt>
              <c:pt idx="794">
                <c:v>71.1510660467013</c:v>
              </c:pt>
              <c:pt idx="795">
                <c:v>71.21377481426474</c:v>
              </c:pt>
              <c:pt idx="796">
                <c:v>71.27606297822078</c:v>
              </c:pt>
              <c:pt idx="797">
                <c:v>71.3379347194932</c:v>
              </c:pt>
              <c:pt idx="798">
                <c:v>71.39939416474228</c:v>
              </c:pt>
              <c:pt idx="799">
                <c:v>71.46044538722086</c:v>
              </c:pt>
              <c:pt idx="800">
                <c:v>71.5210924076137</c:v>
              </c:pt>
            </c:numLit>
          </c:yVal>
        </c:ser>
        <c:ser>
          <c:idx val="3"/>
          <c:order val="3"/>
          <c:tx>
            <c:v>0.9 MHz</c:v>
          </c:tx>
          <c:spPr>
            <a:ln xmlns:a="http://schemas.openxmlformats.org/drawingml/2006/main" w="14288">
              <a:solidFill>
                <a:srgbClr val="808080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0.9</c:v>
              </c:pt>
              <c:pt idx="1">
                <c:v>0.9</c:v>
              </c:pt>
            </c:numLit>
          </c:xVal>
          <c:yVal>
            <c:numLit>
              <c:formatCode>General</c:formatCode>
              <c:ptCount val="2"/>
              <c:pt idx="0">
                <c:v>-100</c:v>
              </c:pt>
              <c:pt idx="1">
                <c:v>100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-1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18324D"/>
                    </a:solidFill>
                  </a:rPr>
                  <a:t>Phase (°)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8324D"/>
                  </a:solidFill>
                </a:defRPr>
              </a:pPr>
            </a:p>
          </c:txPr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324D"/>
                </a:solidFill>
              </a:defRPr>
            </a:pPr>
          </a:p>
        </c:txPr>
        <c:crossAx val="48650112"/>
        <c:crosses val="autoZero"/>
        <c:crossBetween val="midCat"/>
        <c:majorUnit val="50"/>
      </c:valAx>
      <c:valAx>
        <c:axId val="48650112"/>
        <c:scaling>
          <c:orientation val="minMax"/>
          <c:max val="0.92"/>
          <c:min val="0.88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18324D"/>
                    </a:solidFill>
                  </a:rPr>
                  <a:t>Frequency (MHz)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8324D"/>
                  </a:solidFill>
                </a:defRPr>
              </a:pPr>
            </a:p>
          </c:txPr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324D"/>
                </a:solidFill>
              </a:defRPr>
            </a:pPr>
          </a:p>
        </c:txPr>
        <c:crossAx val="48672768"/>
        <c:crosses val="autoZero"/>
        <c:crossBetween val="midCat"/>
        <c:majorUnit val="0.01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C9D3DC"/>
          </a:solidFill>
          <a:prstDash val="solid"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8324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C9D3DC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恢复指标（含未通过惩罚，ms）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7324D"/>
              </a:solidFill>
              <a:latin typeface="Calibri"/>
              <a:ea typeface="Calibri"/>
              <a:cs typeface="Calibri"/>
            </a:defRPr>
          </a:pPr>
        </a:p>
      </c:txPr>
    </c:title>
    <c:autoTitleDeleted val="1"/>
    <c:plotArea>
      <c:barChart>
        <c:barDir val="bar"/>
        <c:grouping val="clustered"/>
        <c:varyColors val="0"/>
        <c:ser>
          <c:idx val="0"/>
          <c:order val="0"/>
          <c:tx>
            <c:v>恢复时间</c:v>
          </c:tx>
          <c:spPr>
            <a:solidFill xmlns:a="http://schemas.openxmlformats.org/drawingml/2006/main">
              <a:srgbClr val="3978B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77777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B54343"/>
              </a:solidFill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1">
                    <a:solidFill>
                      <a:srgbClr val="1F2933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固定0.9 MHz</c:v>
              </c:pt>
              <c:pt idx="1">
                <c:v>周期扫频</c:v>
              </c:pt>
              <c:pt idx="2">
                <c:v>扫描辅助P&amp;O</c:v>
              </c:pt>
            </c:strLit>
          </c:cat>
          <c:val>
            <c:numLit>
              <c:formatCode>General</c:formatCode>
              <c:ptCount val="3"/>
              <c:pt idx="0">
                <c:v>345.7</c:v>
              </c:pt>
              <c:pt idx="1">
                <c:v>409</c:v>
              </c:pt>
              <c:pt idx="2">
                <c:v>458.9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0E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恢复时间代理 (ms)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B76"/>
                </a:solidFill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</a:defRPr>
            </a:pPr>
          </a:p>
        </c:txPr>
        <c:crossAx val="48650112"/>
        <c:crosses val="autoZero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v>恢复时间</c:v>
          </c:tx>
          <c:spPr>
            <a:solidFill xmlns:a="http://schemas.openxmlformats.org/drawingml/2006/main">
              <a:srgbClr val="3978B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77777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B54343"/>
              </a:solidFill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1">
                    <a:solidFill>
                      <a:srgbClr val="1F2933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固定0.9 MHz</c:v>
              </c:pt>
              <c:pt idx="1">
                <c:v>周期扫频</c:v>
              </c:pt>
              <c:pt idx="2">
                <c:v>相位K5消融</c:v>
              </c:pt>
            </c:strLit>
          </c:cat>
          <c:val>
            <c:numLit>
              <c:formatCode>General</c:formatCode>
              <c:ptCount val="3"/>
              <c:pt idx="0">
                <c:v>345.7</c:v>
              </c:pt>
              <c:pt idx="1">
                <c:v>409</c:v>
              </c:pt>
              <c:pt idx="2">
                <c:v>374.3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0E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恢复时间代理 (ms)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B76"/>
                </a:solidFill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</a:defRPr>
            </a:pPr>
          </a:p>
        </c:txPr>
        <c:crossAx val="48650112"/>
        <c:crosses val="autoZero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BF4D45B-1B64-492C-AF67-83CE42AF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solidFill>
              <a:srgbClr val="2A7F8E"/>
            </a:solidFill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781653B-19E3-4030-BA02-C84774E6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781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7324D"/>
                </a:solidFill>
              </a:defRPr>
            </a:pPr>
            <a:r>
              <a:rPr sz="4050" b="1">
                <a:solidFill>
                  <a:srgbClr val="17324D"/>
                </a:solidFill>
              </a:rPr>
              <a:t>CTO超声换能器虚拟阻抗建模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17324D"/>
                </a:solidFill>
              </a:defRPr>
            </a:pPr>
            <a:r>
              <a:rPr sz="4050" b="1">
                <a:solidFill>
                  <a:srgbClr val="17324D"/>
                </a:solidFill>
              </a:rPr>
              <a:t>与自适应驱动控制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AF15658-398B-44A2-9D8F-D3E6F374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A7F8E"/>
                </a:solidFill>
              </a:defRPr>
            </a:pPr>
            <a:r>
              <a:rPr sz="1800" b="0">
                <a:solidFill>
                  <a:srgbClr val="2A7F8E"/>
                </a:solidFill>
              </a:rPr>
              <a:t>第一月：BVD建模、阻抗匹配、扰动分析与控制原型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CEE6549-83B9-4576-AA62-8F107FC4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57625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9F00"/>
          </a:solidFill>
          <a:ln xmlns:a="http://schemas.openxmlformats.org/drawingml/2006/main" w="0">
            <a:solidFill>
              <a:srgbClr val="E69F00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5DF45FF-08A5-4652-B13B-D2C530C8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B76"/>
                </a:solidFill>
              </a:defRPr>
            </a:pPr>
            <a:r>
              <a:rPr sz="1500" b="0">
                <a:solidFill>
                  <a:srgbClr val="5F6B76"/>
                </a:solidFill>
              </a:rPr>
              <a:t>第一月工作汇报（补充审计版）  |  2026.09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EB445AA-5147-4E93-84BD-8E314668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29300"/>
            <a:ext cx="800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B76"/>
                </a:solidFill>
              </a:defRPr>
            </a:pPr>
            <a:r>
              <a:rPr sz="1200" b="0">
                <a:solidFill>
                  <a:srgbClr val="5F6B76"/>
                </a:solidFill>
              </a:rPr>
              <a:t>端口电学模型与准稳态控制，不涉及治疗效果结论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299C115-A393-47E1-B623-00194752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540509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2">
            <a:extLst xmlns:a="http://schemas.openxmlformats.org/drawingml/2006/main">
              <a:ext uri="{FF2B5EF4-FFF2-40B4-BE49-F238E27FC236}">
                <a16:creationId xmlns:a16="http://schemas.microsoft.com/office/drawing/2014/main" id="{89BC7DE2-40AB-4404-B2BB-97FD09F1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固定0.9 MHz未必能在阻抗漂移后维持最佳电学工作点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B557E4C-5758-441B-B4C4-FAE8A718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FEA482A-1B61-4F6B-A320-626AAC3E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1ABE88D-3FD3-45F7-AFA6-38464612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DA8E984-A2DE-4574-B3DF-136BE54D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9041E046-3B24-4C23-85B1-20F997CC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150B93E4-511A-4AAC-AC99-47092192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C5A51294-9DFF-43B7-A65C-0F3E2D56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FFB0D529-0D9B-4BFC-8256-00D46752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5F9C769A-6FCD-42C7-A987-72A1C3FB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67627A3-1163-4C4C-8034-626FB949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假设BVD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模型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C6CD29AC-0A93-4B5E-A146-8F52920C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73528C9-6DEC-4E1D-8218-22CB351D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L型匹配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FDF98EE8-DCC1-429D-949F-4ED4650D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7EB87D6-CC67-459C-A504-661582F2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参数扰动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0181C060-F29E-4148-8126-D4145726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43D0403-0521-45D6-A9DE-CDD14FED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阻抗与功率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B8233F14-4F78-48B8-A0E9-08C4432C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38375"/>
            <a:ext cx="18097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84AEA34-72C7-4071-B91F-EAB13FE1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14575"/>
            <a:ext cx="161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选频与保护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2BBE0271-55D8-4472-AC30-09E38164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05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小信号线性等效电路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64D77B8B-383F-45B5-A7C1-5FFFA8E8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参数为假设基线或扫描变量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19D10DE5-CB76-4A03-95B6-96DA65AA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052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不计算声压、温升、空化或临床效果</a:t>
            </a:r>
          </a:p>
        </p:txBody>
      </p:sp>
    </p:spTree>
    <p:extLst>
      <p:ext uri="{BB962C8B-B14F-4D97-AF65-F5344CB8AC3E}">
        <p14:creationId xmlns:p14="http://schemas.microsoft.com/office/powerpoint/2010/main" val="7114795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itle-3">
            <a:extLst xmlns:a="http://schemas.openxmlformats.org/drawingml/2006/main">
              <a:ext uri="{FF2B5EF4-FFF2-40B4-BE49-F238E27FC236}">
                <a16:creationId xmlns:a16="http://schemas.microsoft.com/office/drawing/2014/main" id="{E5345C18-2A4C-498A-8389-BB14AB53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旧参数无法同时满足100 Vpp、5 mA与100 Ω串联谐振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7493F13-9E07-4530-BCAF-E03FBDD1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78E069C-4783-4504-AF4B-EF6288E5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24A2B06-3B6D-40CF-9C72-55A7A25F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AF4630D-A332-4784-92C6-7D3785E5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3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518CC4C-740A-4C57-9C0C-D8D81036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49530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14DCB64-CE0A-4D44-8080-07E36EE7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668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E69F00"/>
                </a:solidFill>
              </a:defRPr>
            </a:pPr>
            <a:r>
              <a:rPr sz="1950" b="1">
                <a:solidFill>
                  <a:srgbClr val="E69F00"/>
                </a:solidFill>
              </a:rPr>
              <a:t>旧参数的数量级冲突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8724206-395A-4C2D-BFAE-9468A15A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F2933"/>
                </a:solidFill>
              </a:defRPr>
            </a:pPr>
            <a:r>
              <a:rPr sz="1875" b="0">
                <a:solidFill>
                  <a:srgbClr val="1F2933"/>
                </a:solidFill>
              </a:rPr>
              <a:t>V_RMS = 100/(2√2) = 35.36 V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78A130E-56D9-4482-AC02-600317AA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F2933"/>
                </a:solidFill>
              </a:defRPr>
            </a:pPr>
            <a:r>
              <a:rPr sz="1725" b="0">
                <a:solidFill>
                  <a:srgbClr val="1F2933"/>
                </a:solidFill>
              </a:rPr>
              <a:t>若串联谐振时 Rm = 100 Ω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8316E104-4ADA-46E6-BA73-ACC8AD3A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099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B33A3A"/>
                </a:solidFill>
              </a:defRPr>
            </a:pPr>
            <a:r>
              <a:rPr sz="2175" b="1">
                <a:solidFill>
                  <a:srgbClr val="B33A3A"/>
                </a:solidFill>
              </a:rPr>
              <a:t>I_RMS ≈ 353.6 mA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62E8B6E-BDF4-4B70-895E-6070BA3E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433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B33A3A"/>
                </a:solidFill>
              </a:defRPr>
            </a:pPr>
            <a:r>
              <a:rPr sz="2175" b="1">
                <a:solidFill>
                  <a:srgbClr val="B33A3A"/>
                </a:solidFill>
              </a:rPr>
              <a:t>P ≈ 12.5 W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7EF18077-B4A8-4E60-99AF-818D5BDB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577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69F00"/>
                </a:solidFill>
              </a:defRPr>
            </a:pPr>
            <a:r>
              <a:rPr sz="1575" b="1">
                <a:solidFill>
                  <a:srgbClr val="E69F00"/>
                </a:solidFill>
              </a:rPr>
              <a:t>与约5 mA、0.17 W目标明显冲突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AEDB732-C6A8-466B-81CE-36B0CC45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238250"/>
            <a:ext cx="56007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77B7068B-A980-4995-88C9-A4702508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668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v2.1假设基线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E5FBE0A1-4116-470D-BAE6-BF93F670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90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C₀ = 6.858 pF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AD5C95A-D1DB-4FBF-BE72-D11BB8AC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190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Rₘ = 7.353 kΩ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127FDA4-0333-4599-9E30-7571838D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718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Qₘ = 800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EB8660A-5739-424A-A111-0E27B57A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9718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Lₘ = 1.040 H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1C2F7FF-65B1-44F1-AB73-E05C6E37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528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Cₘ = 0.0301 pF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2AE5CAF-1187-47C1-91A9-20395FE7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7528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fₛ = 0.9 MHz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1C55602-55DD-4AA0-8536-B647422B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196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数量级自洽的虚拟模型，非实测辨识参数</a:t>
            </a:r>
          </a:p>
        </p:txBody>
      </p:sp>
    </p:spTree>
    <p:extLst>
      <p:ext uri="{BB962C8B-B14F-4D97-AF65-F5344CB8AC3E}">
        <p14:creationId xmlns:p14="http://schemas.microsoft.com/office/powerpoint/2010/main" val="17961679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A2799A8C-8DE2-0897-A771-1F0AA81F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10 Hz网格下，Python与LTspice结果数值一致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DC5E020-33F1-3F88-1B91-3791D3CD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88C1DD9-E6CF-77A6-1C66-A3B7B281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E7CF5B6-E78A-48E9-7660-8D92BCB0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D6173B2-C80C-65C8-F625-7DDDB6A9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4</a:t>
            </a:r>
          </a:p>
        </p:txBody>
      </p:sp>
      <p:pic>
        <p:nvPicPr>
          <p:cNvPr id="34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92f11e61934af5"/>
          <a:srcRect xmlns:a="http://schemas.openxmlformats.org/drawingml/2006/main" l="0" t="4704" r="0" b="47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162050"/>
            <a:ext cx="7810500" cy="4953000"/>
          </a:xfrm>
          <a:prstGeom xmlns:a="http://schemas.openxmlformats.org/drawingml/2006/main" prst="rect">
            <a:avLst/>
          </a:prstGeom>
        </p:spPr>
      </p:pic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08E4DB2B-7985-A526-9BB2-8FF22E55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2954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0.5–1.5 MHz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346C06A-F541-D415-8D41-157FFE49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954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100001点｜Δf=10 Hz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DC60F462-7091-C8EA-87D2-041D4A58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479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2A7F8E"/>
                </a:solidFill>
              </a:defRPr>
            </a:pPr>
            <a:r>
              <a:rPr sz="2250" b="1">
                <a:solidFill>
                  <a:srgbClr val="2A7F8E"/>
                </a:solidFill>
              </a:rPr>
              <a:t>1.36×10⁻⁷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91013790-2B4D-7EC7-ACB0-7094817B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47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最大|Z|相对误差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4D44F68F-6ED0-DE4D-F6D2-A89D65D7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813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E69F00"/>
                </a:solidFill>
              </a:defRPr>
            </a:pPr>
            <a:r>
              <a:rPr sz="2550" b="1">
                <a:solidFill>
                  <a:srgbClr val="E69F00"/>
                </a:solidFill>
              </a:rPr>
              <a:t>&lt; 10 Hz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6BBF671A-B86B-F207-C411-91E70466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81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峰位差（网格分辨率内）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8062FC2-4BB1-F724-33FE-F249BED0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67200"/>
            <a:ext cx="26860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LTspice：.cir→.raw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Python：解析模型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同网格逐点比较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实现一致 ≠ 参数真实</a:t>
            </a:r>
          </a:p>
        </p:txBody>
      </p:sp>
    </p:spTree>
    <p:extLst>
      <p:ext uri="{BB962C8B-B14F-4D97-AF65-F5344CB8AC3E}">
        <p14:creationId xmlns:p14="http://schemas.microsoft.com/office/powerpoint/2010/main" val="32961257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5">
            <a:extLst xmlns:a="http://schemas.openxmlformats.org/drawingml/2006/main">
              <a:ext uri="{FF2B5EF4-FFF2-40B4-BE49-F238E27FC236}">
                <a16:creationId xmlns:a16="http://schemas.microsoft.com/office/drawing/2014/main" id="{7A2A1773-A3D3-419A-BEC1-DC66CEB2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同一源条件下，L型匹配使0.9 MHz的有功功率达到约32.8倍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5AA79D2-AD98-4AD4-896B-9E013105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19690A1-7B77-41C6-985E-B23A566D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F3C448B-DC85-49FF-9F08-9373519E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CD8D12A-7C0F-4534-ADA4-959F051C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5</a:t>
            </a:r>
          </a:p>
        </p:txBody>
      </p:sp>
      <p:pic>
        <p:nvPicPr>
          <p:cNvPr id="22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d3375c9c0c4a8a"/>
          <a:stretch xmlns:a="http://schemas.openxmlformats.org/drawingml/2006/main"/>
        </p:blipFill>
        <p:spPr>
          <a:xfrm xmlns:a="http://schemas.openxmlformats.org/drawingml/2006/main">
            <a:off x="685800" y="1476375"/>
            <a:ext cx="7029450" cy="4709732"/>
          </a:xfrm>
          <a:prstGeom xmlns:a="http://schemas.openxmlformats.org/drawingml/2006/main" prst="rect">
            <a:avLst/>
          </a:prstGeom>
        </p:spPr>
      </p:pic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5BCED7C6-F038-4E7B-A751-CAA47C0D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66875"/>
            <a:ext cx="3333750" cy="1190625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D088517-84AE-48B7-BCC5-21D9B154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71650"/>
            <a:ext cx="31432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Lmatch ≈ 106.726 μH</a:t>
            </a:r>
            <a:endParaRPr sz="1575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Cmatch ≈ 283.599 pF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设计中心：0.9 MHz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07C29D1-415A-486F-B73E-FD196413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57525"/>
            <a:ext cx="3333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CA840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A8400"/>
                </a:solidFill>
                <a:latin typeface="Calibri"/>
                <a:ea typeface="Calibri"/>
                <a:cs typeface="Calibri"/>
              </a:rPr>
              <a:t>0.9000 MHz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CA840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A8400"/>
                </a:solidFill>
                <a:latin typeface="Calibri"/>
                <a:ea typeface="Calibri"/>
                <a:cs typeface="Calibri"/>
              </a:rPr>
              <a:t>未匹配 5.186 mW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CA840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A8400"/>
                </a:solidFill>
                <a:latin typeface="Calibri"/>
                <a:ea typeface="Calibri"/>
                <a:cs typeface="Calibri"/>
              </a:rPr>
              <a:t>有损匹配 170.0 mW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CA840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A8400"/>
                </a:solidFill>
                <a:latin typeface="Calibri"/>
                <a:ea typeface="Calibri"/>
                <a:cs typeface="Calibri"/>
              </a:rPr>
              <a:t>比值约32.8倍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0A91D9B-B3A2-4D11-BAD1-F62E7775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600700"/>
            <a:ext cx="333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B33A3A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B33A3A"/>
                </a:solidFill>
                <a:latin typeface="Calibri"/>
                <a:ea typeface="Calibri"/>
                <a:cs typeface="Calibri"/>
              </a:rPr>
              <a:t>结果限于假设BVD电学模型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B33A3A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B33A3A"/>
                </a:solidFill>
                <a:latin typeface="Calibri"/>
                <a:ea typeface="Calibri"/>
                <a:cs typeface="Calibri"/>
              </a:rPr>
              <a:t>32.8倍不代表电声效率增益</a:t>
            </a:r>
          </a:p>
        </p:txBody>
      </p:sp>
      <p:sp>
        <p:nvSpPr>
          <p:cNvPr id="14" name="source-condition-corrected">
            <a:extLst xmlns:a="http://schemas.openxmlformats.org/drawingml/2006/main">
              <a:ext uri="{FF2B5EF4-FFF2-40B4-BE49-F238E27FC236}">
                <a16:creationId xmlns:a16="http://schemas.microsoft.com/office/drawing/2014/main" id="{56D8F644-A1A0-4D70-82B5-B6E7D66C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冻结戴维南源：6.217 V RMS，Rs = 50 Ω，全部曲线使用相同源参数</a:t>
            </a:r>
          </a:p>
        </p:txBody>
      </p:sp>
      <p:sp>
        <p:nvSpPr>
          <p:cNvPr id="15" name="port-operating-point">
            <a:extLst xmlns:a="http://schemas.openxmlformats.org/drawingml/2006/main">
              <a:ext uri="{FF2B5EF4-FFF2-40B4-BE49-F238E27FC236}">
                <a16:creationId xmlns:a16="http://schemas.microsoft.com/office/drawing/2014/main" id="{E1B3DFEF-CD48-45BD-97A5-1D4229E2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43425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有损匹配工作点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换能器端约100 Vpp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电流约5 mA RMS</a:t>
            </a:r>
          </a:p>
        </p:txBody>
      </p:sp>
    </p:spTree>
    <p:extLst>
      <p:ext uri="{BB962C8B-B14F-4D97-AF65-F5344CB8AC3E}">
        <p14:creationId xmlns:p14="http://schemas.microsoft.com/office/powerpoint/2010/main" val="31275019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5">
            <a:extLst xmlns:a="http://schemas.openxmlformats.org/drawingml/2006/main">
              <a:ext uri="{FF2B5EF4-FFF2-40B4-BE49-F238E27FC236}">
                <a16:creationId xmlns:a16="http://schemas.microsoft.com/office/drawing/2014/main" id="{7A2A1773-A3D3-419A-BEC1-DC66CEB2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0.9 MHz处：理想匹配接近50 Ω，有损匹配保留小量失配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5AA79D2-AD98-4AD4-896B-9E013105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19690A1-7B77-41C6-985E-B23A566D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F3C448B-DC85-49FF-9F08-9373519E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CD8D12A-7C0F-4534-ADA4-959F051C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6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5BCED7C6-F038-4E7B-A751-CAA47C0D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200150"/>
            <a:ext cx="3714750" cy="39814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D088517-84AE-48B7-BCC5-21D9B154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3525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0.9 MHz固定频点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同一1 Vrms Thevenin源｜Rs=50 Ω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07C29D1-415A-486F-B73E-FD196413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053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有损：56.70 Ω ∠−1.08°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0A91D9B-B3A2-4D11-BAD1-F62E7775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388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B33A3A"/>
                </a:solidFill>
              </a:defRPr>
            </a:pPr>
            <a:r>
              <a:rPr sz="1125" b="0">
                <a:solidFill>
                  <a:srgbClr val="B33A3A"/>
                </a:solidFill>
              </a:rPr>
              <a:t>理想匹配≈50 Ω纯电阻；考虑ESR后为56.686−j1.067 Ω｜完整0.8–1.0 MHz曲线见备份页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685800" y="1200150"/>
          <a:ext xmlns:a="http://schemas.openxmlformats.org/drawingml/2006/main" cx="6858000" cy="2133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d1ce0849e834d35"/>
          </a:graphicData>
        </a:graphic>
      </p:graphicFrame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685800" y="3486150"/>
          <a:ext xmlns:a="http://schemas.openxmlformats.org/drawingml/2006/main" cx="6858000" cy="2305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3f28bbb68a9437e"/>
          </a:graphicData>
        </a:graphic>
      </p:graphicFrame>
      <p:graphicFrame>
        <p:nvGraphicFramePr>
          <p:cNvPr id="27" name="表格 26"/>
          <p:cNvGraphicFramePr/>
          <p:nvPr/>
        </p:nvGraphicFramePr>
        <p:xfrm>
          <a:off xmlns:a="http://schemas.openxmlformats.org/drawingml/2006/main" x="7905750" y="1971675"/>
          <a:ext xmlns:a="http://schemas.openxmlformats.org/drawingml/2006/main" cx="348615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42950"/>
                <a:gridCol w="876300"/>
                <a:gridCol w="876300"/>
                <a:gridCol w="990600"/>
              </a:tblGrid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91440" marR="91440" marT="45720" marB="45720" anchor="ctr">
                    <a:solidFill>
                      <a:srgbClr val="18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匹配前</a:t>
                      </a:r>
                    </a:p>
                  </a:txBody>
                  <a:tcPr marL="91440" marR="91440" marT="45720" marB="45720" anchor="ctr">
                    <a:solidFill>
                      <a:srgbClr val="18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理想匹配</a:t>
                      </a:r>
                    </a:p>
                  </a:txBody>
                  <a:tcPr marL="91440" marR="91440" marT="45720" marB="45720" anchor="ctr">
                    <a:solidFill>
                      <a:srgbClr val="18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有损匹配</a:t>
                      </a:r>
                    </a:p>
                  </a:txBody>
                  <a:tcPr marL="91440" marR="91440" marT="45720" marB="45720" anchor="ctr">
                    <a:solidFill>
                      <a:srgbClr val="18324D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8324D"/>
                          </a:solidFill>
                        </a:rPr>
                        <a:t>|Z| / Ω</a:t>
                      </a:r>
                    </a:p>
                  </a:txBody>
                  <a:tcPr marL="91440" marR="91440" marT="45720" marB="4572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7071.1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50.000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56.696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8324D"/>
                          </a:solidFill>
                        </a:rPr>
                        <a:t>ReZ / Ω</a:t>
                      </a:r>
                    </a:p>
                  </a:txBody>
                  <a:tcPr marL="91440" marR="91440" marT="45720" marB="4572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6800.0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50.000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56.686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8324D"/>
                          </a:solidFill>
                        </a:rPr>
                        <a:t>ImZ / Ω</a:t>
                      </a:r>
                    </a:p>
                  </a:txBody>
                  <a:tcPr marL="91440" marR="91440" marT="45720" marB="4572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−1939.1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≈0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−1.067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8324D"/>
                          </a:solidFill>
                        </a:rPr>
                        <a:t>相位 / °</a:t>
                      </a:r>
                    </a:p>
                  </a:txBody>
                  <a:tcPr marL="91440" marR="91440" marT="45720" marB="4572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−15.916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≈0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−1.078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56310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6">
            <a:extLst xmlns:a="http://schemas.openxmlformats.org/drawingml/2006/main">
              <a:ext uri="{FF2B5EF4-FFF2-40B4-BE49-F238E27FC236}">
                <a16:creationId xmlns:a16="http://schemas.microsoft.com/office/drawing/2014/main" id="{B9B4ADE3-D206-47FE-BF83-844376A5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fs主导峰位，Rm与匹配损耗主要改变峰高和峰宽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50211E6-A56F-4DDF-A783-2FE1DC66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C5EF8ED-A356-4873-865C-18C7909D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12B9BA6-1DCD-4451-B026-84BF27FA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E5A15A5-E78A-4DF9-A8B2-26B0F0A5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7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mlns:a="http://schemas.openxmlformats.org/drawingml/2006/main" x="685800" y="1352550"/>
          <a:ext xmlns:a="http://schemas.openxmlformats.org/drawingml/2006/main" cx="8096251" cy="4190998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576080"/>
                <a:gridCol w="1840057"/>
                <a:gridCol w="1840057"/>
                <a:gridCol w="1840057"/>
              </a:tblGrid>
              <a:tr h="59871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最高档扰动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峰位变化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峰高变化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峰宽变化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 +30%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−0.15%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−0.16%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 +50%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−6.36%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A7F8E"/>
                          </a:solidFill>
                        </a:rPr>
                        <a:t>+26.50%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fₛ −5%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E69F00"/>
                          </a:solidFill>
                        </a:rPr>
                        <a:t>−45.2 kHz</a:t>
                      </a:r>
                    </a:p>
                  </a:txBody>
                  <a:tcPr marL="91440" marR="91440" marT="45720" marB="45720">
                    <a:solidFill>
                      <a:srgbClr val="FFF4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−17.51%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−29.85%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 +20%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−16.40%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−7.24%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Lmatch +10%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+0.3 kHz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−14.80%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−23.56%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电感Q = 20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B33A3A"/>
                          </a:solidFill>
                        </a:rPr>
                        <a:t>−33.50%</a:t>
                      </a:r>
                    </a:p>
                  </a:txBody>
                  <a:tcPr marL="91440" marR="91440" marT="45720" marB="45720">
                    <a:solidFill>
                      <a:srgbClr val="F9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−14.30%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8211D85-3F18-4AC5-B324-F80A8C46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4478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控制含义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5BCE5DE-0EE3-4568-A60F-B7E299E9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00250"/>
            <a:ext cx="2095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1  先捕获峰位漂移</a:t>
            </a:r>
          </a:p>
          <a:p xmlns:a="http://schemas.openxmlformats.org/drawingml/2006/main">
            <a:endParaRPr sz="142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2  再处理峰高损失</a:t>
            </a:r>
          </a:p>
          <a:p xmlns:a="http://schemas.openxmlformats.org/drawingml/2006/main">
            <a:endParaRPr sz="142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3  按峰宽选择步长</a:t>
            </a:r>
          </a:p>
        </p:txBody>
      </p:sp>
      <p:sp>
        <p:nvSpPr>
          <p:cNvPr id="9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410AC748-64DC-4496-AC75-BFF0FADC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457700"/>
            <a:ext cx="20764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0B1FCF5-AB06-43A5-80B6-A7A87849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91050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最大峰位变化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−45.2 kHz</a:t>
            </a:r>
          </a:p>
        </p:txBody>
      </p:sp>
    </p:spTree>
    <p:extLst>
      <p:ext uri="{BB962C8B-B14F-4D97-AF65-F5344CB8AC3E}">
        <p14:creationId xmlns:p14="http://schemas.microsoft.com/office/powerpoint/2010/main" val="99319195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12">
            <a:extLst xmlns:a="http://schemas.openxmlformats.org/drawingml/2006/main">
              <a:ext uri="{FF2B5EF4-FFF2-40B4-BE49-F238E27FC236}">
                <a16:creationId xmlns:a16="http://schemas.microsoft.com/office/drawing/2014/main" id="{D4CD7FA4-3838-4CD7-A2DC-79ABB117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机械支路电容 Cm 增大使功率峰下移并降低峰高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703F03E-BDB8-4C1F-ABFF-5176B505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F3BB615-D4BC-4AD5-8001-AFBCCC66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7E5A523-25C8-4839-9FE8-D17D024E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80D7F47-410A-4913-A322-CB8B5743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8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c2aa084bee44ac"/>
          <a:stretch xmlns:a="http://schemas.openxmlformats.org/drawingml/2006/main"/>
        </p:blipFill>
        <p:spPr>
          <a:xfrm xmlns:a="http://schemas.openxmlformats.org/drawingml/2006/main">
            <a:off x="897550" y="1066800"/>
            <a:ext cx="6682149" cy="5219700"/>
          </a:xfrm>
          <a:prstGeom xmlns:a="http://schemas.openxmlformats.org/drawingml/2006/main" prst="rect">
            <a:avLst/>
          </a:prstGeom>
        </p:spPr>
      </p:pic>
      <p:sp>
        <p:nvSpPr>
          <p:cNvPr id="12" name="cm-summary-title">
            <a:extLst xmlns:a="http://schemas.openxmlformats.org/drawingml/2006/main">
              <a:ext uri="{FF2B5EF4-FFF2-40B4-BE49-F238E27FC236}">
                <a16:creationId xmlns:a16="http://schemas.microsoft.com/office/drawing/2014/main" id="{F335663D-7F6A-442F-8457-A589ACA9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2573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65D"/>
                </a:solidFill>
              </a:defRPr>
            </a:pPr>
            <a:r>
              <a:rPr sz="1950" b="1">
                <a:solidFill>
                  <a:srgbClr val="17365D"/>
                </a:solidFill>
              </a:rPr>
              <a:t>关键结论</a:t>
            </a:r>
          </a:p>
        </p:txBody>
      </p:sp>
      <p:sp>
        <p:nvSpPr>
          <p:cNvPr id="13" name="cm-shift-callout">
            <a:extLst xmlns:a="http://schemas.openxmlformats.org/drawingml/2006/main">
              <a:ext uri="{FF2B5EF4-FFF2-40B4-BE49-F238E27FC236}">
                <a16:creationId xmlns:a16="http://schemas.microsoft.com/office/drawing/2014/main" id="{979A91BF-1968-4634-9DC1-6E78F026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52625"/>
            <a:ext cx="3009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65D"/>
                </a:solidFill>
              </a:defRPr>
            </a:pPr>
            <a:r>
              <a:rPr sz="1425" b="1">
                <a:solidFill>
                  <a:srgbClr val="17365D"/>
                </a:solidFill>
              </a:rPr>
              <a:t>峰位总移   −78.6 kHz</a:t>
            </a:r>
          </a:p>
        </p:txBody>
      </p:sp>
      <p:sp>
        <p:nvSpPr>
          <p:cNvPr id="14" name="cm-height-callout">
            <a:extLst xmlns:a="http://schemas.openxmlformats.org/drawingml/2006/main">
              <a:ext uri="{FF2B5EF4-FFF2-40B4-BE49-F238E27FC236}">
                <a16:creationId xmlns:a16="http://schemas.microsoft.com/office/drawing/2014/main" id="{94839561-473D-4C4E-84B9-05232259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67025"/>
            <a:ext cx="3009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65D"/>
                </a:solidFill>
              </a:defRPr>
            </a:pPr>
            <a:r>
              <a:rPr sz="1425" b="1">
                <a:solidFill>
                  <a:srgbClr val="17365D"/>
                </a:solidFill>
              </a:rPr>
              <a:t>峰高变化   −43.3%</a:t>
            </a:r>
          </a:p>
        </p:txBody>
      </p:sp>
      <p:sp>
        <p:nvSpPr>
          <p:cNvPr id="15" name="cm-limit-callout">
            <a:extLst xmlns:a="http://schemas.openxmlformats.org/drawingml/2006/main">
              <a:ext uri="{FF2B5EF4-FFF2-40B4-BE49-F238E27FC236}">
                <a16:creationId xmlns:a16="http://schemas.microsoft.com/office/drawing/2014/main" id="{C267D15F-EF0F-4CF7-A4B4-1860D482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81425"/>
            <a:ext cx="3009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65D"/>
                </a:solidFill>
              </a:defRPr>
            </a:pPr>
            <a:r>
              <a:rPr sz="1350" b="1">
                <a:solidFill>
                  <a:srgbClr val="17365D"/>
                </a:solidFill>
              </a:rPr>
              <a:t>未保护扫频   Vpp &gt; 160 V</a:t>
            </a:r>
          </a:p>
        </p:txBody>
      </p:sp>
      <p:sp>
        <p:nvSpPr>
          <p:cNvPr id="16" name="cm-boundary-note">
            <a:extLst xmlns:a="http://schemas.openxmlformats.org/drawingml/2006/main">
              <a:ext uri="{FF2B5EF4-FFF2-40B4-BE49-F238E27FC236}">
                <a16:creationId xmlns:a16="http://schemas.microsoft.com/office/drawing/2014/main" id="{3CA4C6E5-46A3-41D0-9BD1-0BB0117A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53000"/>
            <a:ext cx="3086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65D"/>
                </a:solidFill>
              </a:defRPr>
            </a:pPr>
            <a:r>
              <a:rPr sz="1350" b="1">
                <a:solidFill>
                  <a:srgbClr val="17365D"/>
                </a:solidFill>
              </a:rPr>
              <a:t>Cm-only是原始元件单因素；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365D"/>
                </a:solidFill>
              </a:defRPr>
            </a:pPr>
            <a:r>
              <a:rPr sz="1350" b="1">
                <a:solidFill>
                  <a:srgbClr val="17365D"/>
                </a:solidFill>
              </a:rPr>
              <a:t>派生 fs、Qm 会同时变化。</a:t>
            </a:r>
          </a:p>
        </p:txBody>
      </p:sp>
    </p:spTree>
    <p:extLst>
      <p:ext uri="{BB962C8B-B14F-4D97-AF65-F5344CB8AC3E}">
        <p14:creationId xmlns:p14="http://schemas.microsoft.com/office/powerpoint/2010/main" val="18682192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7">
            <a:extLst xmlns:a="http://schemas.openxmlformats.org/drawingml/2006/main">
              <a:ext uri="{FF2B5EF4-FFF2-40B4-BE49-F238E27FC236}">
                <a16:creationId xmlns:a16="http://schemas.microsoft.com/office/drawing/2014/main" id="{C90CC6E8-29C0-4D47-9E87-6AECF4C2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Qm越高，功率峰越窄，选频步长和频率抖动要求越严格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5CCC100-A1F4-465A-8DF8-8E64A0ED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9D0D6F6-AA40-46CB-B7B2-1135A832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4D3FD13-8571-44EA-B4F0-7CBAA8B3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7129152-1990-4159-A879-05B50458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9</a:t>
            </a:r>
          </a:p>
        </p:txBody>
      </p:sp>
      <p:pic>
        <p:nvPicPr>
          <p:cNvPr id="2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0132d024264101"/>
          <a:srcRect xmlns:a="http://schemas.openxmlformats.org/drawingml/2006/main" l="0" t="500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1066800"/>
            <a:ext cx="6829425" cy="5238750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AAF1C04-4BB6-4783-BECB-2A15AC1E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859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FWHM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CFCD8F8E-3D43-4E9B-A30F-757D5B1A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95500"/>
            <a:ext cx="2667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A87695C8-B3E3-45E2-B861-AB512068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978B8"/>
                </a:solidFill>
              </a:defRPr>
            </a:pPr>
            <a:r>
              <a:rPr sz="1350" b="1">
                <a:solidFill>
                  <a:srgbClr val="3978B8"/>
                </a:solidFill>
              </a:rPr>
              <a:t>Qm=500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3594286-B258-40B3-A4CD-3AA431F6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1907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3.451 kHz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ACD888EB-1692-4FAD-B8A5-2F2621CD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28950"/>
            <a:ext cx="2667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1155CD4-C954-49F9-91CE-9D4417EE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242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A7F8E"/>
                </a:solidFill>
              </a:defRPr>
            </a:pPr>
            <a:r>
              <a:rPr sz="1350" b="1">
                <a:solidFill>
                  <a:srgbClr val="2A7F8E"/>
                </a:solidFill>
              </a:rPr>
              <a:t>Qm=800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982C13D-08F1-47A0-9E45-014C3A6B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124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2.144 kHz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056E546D-9288-4F2E-A7D6-F38290BD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62400"/>
            <a:ext cx="2667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D91B2483-8B2B-4C48-8FC3-70325E04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576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69F00"/>
                </a:solidFill>
              </a:defRPr>
            </a:pPr>
            <a:r>
              <a:rPr sz="1350" b="1">
                <a:solidFill>
                  <a:srgbClr val="E69F00"/>
                </a:solidFill>
              </a:rPr>
              <a:t>Qm=1000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9FD4CF43-1BE6-441D-A3BD-89BC8566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0576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1.713 kHz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5624950-F642-4AD9-8C1C-147450C2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1244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高Q不自动代表系统更好；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它意味着更严格的频率分辨率。</a:t>
            </a:r>
          </a:p>
        </p:txBody>
      </p:sp>
    </p:spTree>
    <p:extLst>
      <p:ext uri="{BB962C8B-B14F-4D97-AF65-F5344CB8AC3E}">
        <p14:creationId xmlns:p14="http://schemas.microsoft.com/office/powerpoint/2010/main" val="7157760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8">
            <a:extLst xmlns:a="http://schemas.openxmlformats.org/drawingml/2006/main">
              <a:ext uri="{FF2B5EF4-FFF2-40B4-BE49-F238E27FC236}">
                <a16:creationId xmlns:a16="http://schemas.microsoft.com/office/drawing/2014/main" id="{348E2689-F66B-4A30-A788-5765378B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零相位不保证最大功率，相位闭环不能无条件以0°为目标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348BAF2-92F4-47D0-8D79-103293F3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EDACDC1-74E9-4C15-A9F3-797701E3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E26018B-BD0E-4603-A98F-BC118668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EDA5DDD-CD7B-4D0E-9386-9508928B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10</a:t>
            </a:r>
          </a:p>
        </p:txBody>
      </p:sp>
      <p:pic>
        <p:nvPicPr>
          <p:cNvPr id="23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418c30fc824531"/>
          <a:stretch xmlns:a="http://schemas.openxmlformats.org/drawingml/2006/main"/>
        </p:blipFill>
        <p:spPr>
          <a:xfrm xmlns:a="http://schemas.openxmlformats.org/drawingml/2006/main">
            <a:off x="858899" y="1428750"/>
            <a:ext cx="8035803" cy="1952625"/>
          </a:xfrm>
          <a:prstGeom xmlns:a="http://schemas.openxmlformats.org/drawingml/2006/main" prst="rect">
            <a:avLst/>
          </a:prstGeom>
        </p:spPr>
      </p:pic>
      <p:pic>
        <p:nvPicPr>
          <p:cNvPr id="24" name="图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9863e50ed048e9"/>
          <a:stretch xmlns:a="http://schemas.openxmlformats.org/drawingml/2006/main"/>
        </p:blipFill>
        <p:spPr>
          <a:xfrm xmlns:a="http://schemas.openxmlformats.org/drawingml/2006/main">
            <a:off x="934708" y="3667125"/>
            <a:ext cx="7884184" cy="1952625"/>
          </a:xfrm>
          <a:prstGeom xmlns:a="http://schemas.openxmlformats.org/drawingml/2006/main" prst="rect">
            <a:avLst/>
          </a:prstGeom>
        </p:spPr>
      </p:pic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603A543-C0D6-4196-A651-B3E1924B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57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基准场景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F5EB5B2-F87E-4848-A105-3A1BE783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956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fs −5%场景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FA6A2D7D-3EB4-4C4C-A38E-2122D1A6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95500"/>
            <a:ext cx="2095500" cy="15430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3CCBE4C-7237-42AC-9369-CB43C014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47900"/>
            <a:ext cx="1714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最大功率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0.8550 MHz</a:t>
            </a:r>
          </a:p>
          <a:p xmlns:a="http://schemas.openxmlformats.org/drawingml/2006/main">
            <a:endParaRPr sz="1500" b="1">
              <a:solidFill>
                <a:srgbClr val="E69F00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最小相位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0.9045 MHz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C966F2C8-4F15-4C10-A0AF-255C7036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00500"/>
            <a:ext cx="20955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38E47FE4-3C8A-44CC-B103-B8EF3E3E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43375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A7F8E"/>
                </a:solidFill>
              </a:defRPr>
            </a:pPr>
            <a:r>
              <a:rPr sz="1725" b="1">
                <a:solidFill>
                  <a:srgbClr val="2A7F8E"/>
                </a:solidFill>
              </a:rPr>
              <a:t>频率差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2A7F8E"/>
                </a:solidFill>
              </a:defRPr>
            </a:pPr>
            <a:r>
              <a:rPr sz="1725" b="1">
                <a:solidFill>
                  <a:srgbClr val="2A7F8E"/>
                </a:solidFill>
              </a:rPr>
              <a:t>约49.5 kHz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A331E41-5AB2-45A8-8FB0-7B3FD092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21970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324D"/>
                </a:solidFill>
              </a:defRPr>
            </a:pPr>
            <a:r>
              <a:rPr sz="1275" b="1">
                <a:solidFill>
                  <a:srgbClr val="17324D"/>
                </a:solidFill>
              </a:rPr>
              <a:t>相位可作为观测量，但目标应来自受约束最大功率点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493BD82B-8C00-9D45-A760-EA60BF60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06084"/>
            <a:ext cx="609600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最大功率点 ≈ 最小反射点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066807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9">
            <a:extLst xmlns:a="http://schemas.openxmlformats.org/drawingml/2006/main">
              <a:ext uri="{FF2B5EF4-FFF2-40B4-BE49-F238E27FC236}">
                <a16:creationId xmlns:a16="http://schemas.microsoft.com/office/drawing/2014/main" id="{B81337DC-B8F1-44A5-B70A-68C93343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窗口决定能否捕获漂移峰，步长决定精度与扫描代价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B1FD352-F457-46B7-AE62-CD9AF838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2D3C987-6D8B-4101-8A20-8036C625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6480229-B9DD-4ACA-B32B-DF509A64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2147921-779E-4A2A-97DB-BAA63667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11</a:t>
            </a:r>
          </a:p>
        </p:txBody>
      </p:sp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3C0BEC2A-E9BB-496A-9433-36E543AA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972050"/>
            <a:ext cx="3429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EC46098-3F0D-46B4-A7B6-10733CD8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086350"/>
            <a:ext cx="2971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推荐离线组合</a:t>
            </a:r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±50 kHz、1 </a:t>
            </a:r>
            <a:r>
              <a:rPr sz="1500" b="1">
                <a:solidFill>
                  <a:srgbClr val="17324D"/>
                </a:solidFill>
              </a:rPr>
              <a:t>kHz步长</a:t>
            </a:r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101点，15</a:t>
            </a:r>
            <a:r>
              <a:rPr sz="1500" b="1">
                <a:solidFill>
                  <a:srgbClr val="17324D"/>
                </a:solidFill>
              </a:rPr>
              <a:t>2</a:t>
            </a:r>
            <a:r>
              <a:rPr sz="1500" b="1">
                <a:solidFill>
                  <a:srgbClr val="17324D"/>
                </a:solidFill>
              </a:rPr>
              <a:t>ms代理时间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D1E7BB7-746B-460A-88F5-A1E408D5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69F00"/>
                </a:solidFill>
              </a:defRPr>
            </a:pPr>
            <a:r>
              <a:rPr sz="1650" b="1">
                <a:solidFill>
                  <a:srgbClr val="E69F00"/>
                </a:solidFill>
              </a:rPr>
              <a:t>大扰动：宽窗口粗扫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D0279AF-5CE2-4E12-A4EE-67CA3B4C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4355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接近峰值：缩窗并细化至0.1–1 kHz</a:t>
            </a:r>
          </a:p>
        </p:txBody>
      </p:sp>
      <p:pic>
        <p:nvPicPr>
          <p:cNvPr id="22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354892459441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1284709"/>
            <a:ext cx="9851600" cy="343905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1301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-10">
            <a:extLst xmlns:a="http://schemas.openxmlformats.org/drawingml/2006/main">
              <a:ext uri="{FF2B5EF4-FFF2-40B4-BE49-F238E27FC236}">
                <a16:creationId xmlns:a16="http://schemas.microsoft.com/office/drawing/2014/main" id="{56902163-3F47-4DEA-9F13-0D8F7E09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fs−5%扰动下的电压、电流与保护调幅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3402F6B-FCB6-4545-90E2-65FFF407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9A613D2-7D3D-4A9F-9A55-B26B3D58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ECAFA0A-D3E1-48C3-A873-2AA64FF9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假设BVD电学模型，非实测数据    控制时序版本 a734eca013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F52A063-E399-46FE-98AE-1F305416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12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05BA20F6-52DA-4527-AF91-BB6CB0CB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438275" y="2114550"/>
            <a:ext cx="2381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A6E68FF6-FE83-4191-B3D8-94976639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438275" y="3067050"/>
            <a:ext cx="2381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CEE9942F-38A2-4115-AE9F-4888F404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438275" y="4019550"/>
            <a:ext cx="2381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9C35DA56-6981-4873-9FB4-347BA2BF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438275" y="4972050"/>
            <a:ext cx="2381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EBF7288F-D0EA-4B7F-8531-F71F2B6C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D0766C4-8675-4510-BD03-E7672983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硬停机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HARD_TRIP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C737A2C0-32E9-49F5-AFDC-35D695FE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BCFA938B-7E1A-4E84-A631-158A87B3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恢复保持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HOLD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80A5F94E-B267-426D-8807-89DFCC92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AD67E21-AEB1-458C-A972-774826BF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幅度渐升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RAMP_UP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FBABFEB3-6037-481C-BB73-44C1FDD4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E4060F21-0522-4E2C-B842-ED055DCB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软限幅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FOLDBACK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1D9AEEF-E6E6-4B5E-A473-32E402DB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343525"/>
            <a:ext cx="1733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B33A3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B33A3A"/>
                </a:solidFill>
                <a:latin typeface="Calibri"/>
                <a:ea typeface="Calibri"/>
                <a:cs typeface="Calibri"/>
              </a:rPr>
              <a:t>限幅稳定后低幅重扫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B33A3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B33A3A"/>
                </a:solidFill>
                <a:latin typeface="Calibri"/>
                <a:ea typeface="Calibri"/>
                <a:cs typeface="Calibri"/>
              </a:rPr>
              <a:t>选频后再渐升幅度</a:t>
            </a:r>
          </a:p>
        </p:txBody>
      </p:sp>
      <p:pic>
        <p:nvPicPr>
          <p:cNvPr id="42" name="图片 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be0e222b304695"/>
          <a:stretch xmlns:a="http://schemas.openxmlformats.org/drawingml/2006/main"/>
        </p:blipFill>
        <p:spPr>
          <a:xfrm xmlns:a="http://schemas.openxmlformats.org/drawingml/2006/main">
            <a:off x="2524125" y="1190707"/>
            <a:ext cx="8982075" cy="4822344"/>
          </a:xfrm>
          <a:prstGeom xmlns:a="http://schemas.openxmlformats.org/drawingml/2006/main" prst="rect">
            <a:avLst/>
          </a:prstGeom>
        </p:spPr>
      </p:pic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56C7DB04-8FAA-437A-8285-75FDE631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086475"/>
            <a:ext cx="8877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B33A3A"/>
                </a:solidFill>
                <a:latin typeface="Calibri"/>
                <a:ea typeface="Calibri"/>
                <a:cs typeface="Calibri"/>
              </a:rPr>
              <a:t>软阈值：130 Vpp / 5.5 mA RMS    硬边界：160 Vpp / 6 mA RMS</a:t>
            </a:r>
          </a:p>
        </p:txBody>
      </p:sp>
      <p:sp>
        <p:nvSpPr>
          <p:cNvPr id="23" name="state-diagram-label">
            <a:extLst xmlns:a="http://schemas.openxmlformats.org/drawingml/2006/main">
              <a:ext uri="{FF2B5EF4-FFF2-40B4-BE49-F238E27FC236}">
                <a16:creationId xmlns:a16="http://schemas.microsoft.com/office/drawing/2014/main" id="{80B4654E-FE7E-414C-BC06-8FA3046F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62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保护过程示意</a:t>
            </a:r>
          </a:p>
        </p:txBody>
      </p:sp>
    </p:spTree>
    <p:extLst>
      <p:ext uri="{BB962C8B-B14F-4D97-AF65-F5344CB8AC3E}">
        <p14:creationId xmlns:p14="http://schemas.microsoft.com/office/powerpoint/2010/main" val="133426606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14">
            <a:extLst xmlns:a="http://schemas.openxmlformats.org/drawingml/2006/main">
              <a:ext uri="{FF2B5EF4-FFF2-40B4-BE49-F238E27FC236}">
                <a16:creationId xmlns:a16="http://schemas.microsoft.com/office/drawing/2014/main" id="{4069156A-DF3B-4F67-8F27-0C9E4622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控制已从“找峰值”升级为带频率、幅度与保护约束的问题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424695A-9553-4396-BD28-7B8A171B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61AF24B-A182-4916-B4B3-EB47C8CC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60B95EF-1601-4C3B-952C-778579BB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97A1F75-00BC-4F11-ACBB-5C231968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13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AC77D6B-5DC9-4431-A35F-23C7DED6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D06EBBE-8475-493A-BE43-A1767FB1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6CA89CF-C7F7-45E1-BB43-9213DFB3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2A7F8E"/>
                </a:solidFill>
              </a:defRPr>
            </a:pPr>
            <a:r>
              <a:rPr sz="2100" b="1">
                <a:solidFill>
                  <a:srgbClr val="2A7F8E"/>
                </a:solidFill>
              </a:rPr>
              <a:t>已接入约束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3329C89-EB4A-415D-929B-65621CCD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0.8–1.0 MHz硬边界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130/160 Vpp软/硬限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5.5/6.0 mA RMS软/硬限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幅度0–1与foldback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20DDA7A-D0B0-431F-B447-5EE4617E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240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B33A3A"/>
                </a:solidFill>
              </a:defRPr>
            </a:pPr>
            <a:r>
              <a:rPr sz="2100" b="1">
                <a:solidFill>
                  <a:srgbClr val="B33A3A"/>
                </a:solidFill>
              </a:rPr>
              <a:t>保存结果审计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3D56244-F67F-4409-9F5A-8D316B24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90750"/>
            <a:ext cx="28956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1795条控制时序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峰值Vpp = 130 V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峰值电流 = 5.124 mA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实际硬越限 = 0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824F960-7E97-421C-8148-95851FC5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240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仍有缺口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3CA9830-3FA5-4BD3-BE39-8B2669FE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90750"/>
            <a:ext cx="2590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反射代理仅参与检测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没有独立反射硬限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没有壁面声压代理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不是硬件安全验证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9DDE6B4A-AB09-4EBB-8B44-51176D30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38750"/>
            <a:ext cx="10191750" cy="609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191694B-7CD5-4A36-8AC3-61975610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8162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当前是带约束的电学准稳态控制，不是无约束离线argmax，也不是完整功放或声场控制</a:t>
            </a:r>
          </a:p>
        </p:txBody>
      </p:sp>
    </p:spTree>
    <p:extLst>
      <p:ext uri="{BB962C8B-B14F-4D97-AF65-F5344CB8AC3E}">
        <p14:creationId xmlns:p14="http://schemas.microsoft.com/office/powerpoint/2010/main" val="130333904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11">
            <a:extLst xmlns:a="http://schemas.openxmlformats.org/drawingml/2006/main">
              <a:ext uri="{FF2B5EF4-FFF2-40B4-BE49-F238E27FC236}">
                <a16:creationId xmlns:a16="http://schemas.microsoft.com/office/drawing/2014/main" id="{0E8AB1C4-16E9-492E-ABAA-038241D1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fs−5%后已到达新峰位，两种策略均未通过本段稳态验收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D655A8E-9885-4758-B28A-55D1F1D7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B78EDAE-9D5D-4827-9320-AFD4FCC2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1B47763-1C6F-47A0-9397-E8DA53DA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假设BVD电学模型，非实测数据    控制时序版本 a734eca013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61BC3E5-6892-42B4-8C6C-24D17C25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14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EA7B789-55EE-4FD6-9B86-4E1F3802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200150"/>
            <a:ext cx="295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扰动段 2.4–3.2 s（0.8 s）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570D63B-84FE-4E82-BAD3-3D7CFDBB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571625"/>
            <a:ext cx="295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基准：0.9000 MHz，170.0 mW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fs−5%：0.8548 MHz，140.2 mW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峰位偏移：−45.2 kHz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9CA5374-670C-4A77-890B-D5B5FF87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61937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73B7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F73B7"/>
                </a:solidFill>
                <a:latin typeface="Calibri"/>
                <a:ea typeface="Calibri"/>
                <a:cs typeface="Calibri"/>
              </a:rPr>
              <a:t>周期扫频：未通过验收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5E919E8-A840-4BBD-BFD4-A7BB605E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981325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F73B7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F73B7"/>
                </a:solidFill>
                <a:latin typeface="Calibri"/>
                <a:ea typeface="Calibri"/>
                <a:cs typeface="Calibri"/>
              </a:rPr>
              <a:t>控制采用新峰位：2.9770 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2F73B7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F73B7"/>
                </a:solidFill>
                <a:latin typeface="Calibri"/>
                <a:ea typeface="Calibri"/>
                <a:cs typeface="Calibri"/>
              </a:rPr>
              <a:t>合格NORMAL：3.0970 s起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2F73B7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F73B7"/>
                </a:solidFill>
                <a:latin typeface="Calibri"/>
                <a:ea typeface="Calibri"/>
                <a:cs typeface="Calibri"/>
              </a:rPr>
              <a:t>尾段100%，连续合格 6 / 10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6117032-E3FB-4F9B-B09D-2CEFB2EB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0005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C84444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C84444"/>
                </a:solidFill>
                <a:latin typeface="Calibri"/>
                <a:ea typeface="Calibri"/>
                <a:cs typeface="Calibri"/>
              </a:rPr>
              <a:t>扫描辅助P&amp;O：未通过验收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B128C34-8987-477C-AC12-DCA3201A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36245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C84444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84444"/>
                </a:solidFill>
                <a:latin typeface="Calibri"/>
                <a:ea typeface="Calibri"/>
                <a:cs typeface="Calibri"/>
              </a:rPr>
              <a:t>控制采用新峰位：2.9190 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C84444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84444"/>
                </a:solidFill>
                <a:latin typeface="Calibri"/>
                <a:ea typeface="Calibri"/>
                <a:cs typeface="Calibri"/>
              </a:rPr>
              <a:t>合格NORMAL：3.0390 s起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C84444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84444"/>
                </a:solidFill>
                <a:latin typeface="Calibri"/>
                <a:ea typeface="Calibri"/>
                <a:cs typeface="Calibri"/>
              </a:rPr>
              <a:t>尾段100%，连续合格 9 / 10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D261903-FA3C-41F9-8AF8-A2F467C5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5438775"/>
            <a:ext cx="2952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验收：NORMAL、频率未冻结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且功率捕获率≥98%，连续10样本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100%以当前场景140.2 mW归一化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不等于恢复基准170.0 mW</a:t>
            </a:r>
          </a:p>
        </p:txBody>
      </p:sp>
      <p:pic>
        <p:nvPicPr>
          <p:cNvPr id="28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f781adacd643a6"/>
          <a:stretch xmlns:a="http://schemas.openxmlformats.org/drawingml/2006/main"/>
        </p:blipFill>
        <p:spPr>
          <a:xfrm xmlns:a="http://schemas.openxmlformats.org/drawingml/2006/main">
            <a:off x="685800" y="1200150"/>
            <a:ext cx="7667625" cy="514826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51272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12">
            <a:extLst xmlns:a="http://schemas.openxmlformats.org/drawingml/2006/main">
              <a:ext uri="{FF2B5EF4-FFF2-40B4-BE49-F238E27FC236}">
                <a16:creationId xmlns:a16="http://schemas.microsoft.com/office/drawing/2014/main" id="{D4CD7FA4-3838-4CD7-A2DC-79ABB117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同一扰动序列下，尾段误差与连续稳态验收结果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703F03E-BDB8-4C1F-ABFF-5176B505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F3BB615-D4BC-4AD5-8001-AFBCCC66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7E5A523-25C8-4839-9FE8-D17D024E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假设BVD电学模型，非实测数据    控制时序版本 a734eca013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80D7F47-410A-4913-A322-CB8B5743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15</a:t>
            </a:r>
          </a:p>
        </p:txBody>
      </p:sp>
      <p:graphicFrame>
        <p:nvGraphicFramePr>
          <p:cNvPr id="19" name="表格 17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6191249" cy="2762252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752241"/>
                <a:gridCol w="1168160"/>
                <a:gridCol w="1284976"/>
                <a:gridCol w="1051344"/>
                <a:gridCol w="934528"/>
              </a:tblGrid>
              <a:tr h="690563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策略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尾段误差*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恢复指标*</a:t>
                      </a:r>
                    </a:p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(ms)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未通过段</a:t>
                      </a:r>
                    </a:p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(共7段)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保护后</a:t>
                      </a:r>
                    </a:p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硬越限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固定0.9 MHz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30.14%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345.7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周期扫频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409.0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扫描辅助P&amp;O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458.9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7334250" y="1524000"/>
          <a:ext xmlns:a="http://schemas.openxmlformats.org/drawingml/2006/main" cx="40005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05c12bbb3884713"/>
          </a:graphicData>
        </a:graphic>
      </p:graphicFrame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149FF8F6-D562-44D3-A5D6-E4A109B0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6489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0739923-96A1-4723-9485-877FCD79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010150"/>
            <a:ext cx="10096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尾段误差0%仅描述所选样本，不代表全程功率无损失或连续验收通过。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恢复指标：成功段取合格序列起点延迟，未通过段计800 ms，再求均值。</a:t>
            </a:r>
          </a:p>
        </p:txBody>
      </p:sp>
      <p:sp>
        <p:nvSpPr>
          <p:cNvPr id="13" name="comparison-window">
            <a:extLst xmlns:a="http://schemas.openxmlformats.org/drawingml/2006/main">
              <a:ext uri="{FF2B5EF4-FFF2-40B4-BE49-F238E27FC236}">
                <a16:creationId xmlns:a16="http://schemas.microsoft.com/office/drawing/2014/main" id="{9F960EF8-CACB-4898-AE30-EC140A68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评价初始基准之后的7段，每段0.8 s，三种策略均接入共同保护</a:t>
            </a:r>
          </a:p>
        </p:txBody>
      </p:sp>
    </p:spTree>
    <p:extLst>
      <p:ext uri="{BB962C8B-B14F-4D97-AF65-F5344CB8AC3E}">
        <p14:creationId xmlns:p14="http://schemas.microsoft.com/office/powerpoint/2010/main" val="102800715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21">
            <a:extLst xmlns:a="http://schemas.openxmlformats.org/drawingml/2006/main">
              <a:ext uri="{FF2B5EF4-FFF2-40B4-BE49-F238E27FC236}">
                <a16:creationId xmlns:a16="http://schemas.microsoft.com/office/drawing/2014/main" id="{D5BAA5DF-6B7D-458B-A03B-3F7CC7F7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电—声接口已标准化：COMSOL未运行，但输入合同已就绪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47534E0-3CF2-4538-BC31-1EA37854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21C4DA7-C6FF-41D4-9724-45F58AB5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9975F5A-48EE-444D-A865-0DC4F017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070817C-4FB6-484B-982A-6450A252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16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B1F0719E-8737-4B4E-B9AA-D23956E9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ECFA9AB2-FD89-43A4-8FCC-8C9CDC7D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05CDAB88-9659-402A-8FED-FAFEC0F4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E46DE908-195A-4AF8-9A4D-E546248D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D3566D5D-F55B-4B86-ABE9-9D61A0E2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5960094-A3D0-46FA-A4CC-42C23CA6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电学场景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参数CSV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60F4A805-58ED-4A9B-AD6F-58EADA48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5CC82FE-3720-4086-946B-06DFB759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安全工作点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f, Vport∠θ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C73AA6EC-B704-4EF1-808E-FB83E384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CE892C3-61D3-4558-99E2-4585F838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复端口激励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Vrms exp(+jωt)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3FFB3112-A521-4D5E-9546-77458B84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95274DF-9990-42FA-98B0-9DFAE19C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声学查找表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ηacoustic(f)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BAE66FD9-5671-4BB7-896E-7ECD28EA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02EB26C-388F-44F4-BA56-F2E9BC41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相对声压代理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target / wall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E69182F-BEE7-416E-991F-731D20E0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005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EA_IF_V1.0｜基准+低/中/高组合4条记录｜接口审计 PASS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EB7CFD3-F182-481A-B8D2-2E5DBE6D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6291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声学字段：NOT_AVAILABLE（未运行COMSOL）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F53C2B87-2383-4511-8EBB-24DD7365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340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E69F00"/>
                </a:solidFill>
              </a:defRPr>
            </a:pPr>
            <a:r>
              <a:rPr sz="1875" b="1">
                <a:solidFill>
                  <a:srgbClr val="E69F00"/>
                </a:solidFill>
              </a:rPr>
              <a:t>接口一致不等于声场结果；复端口电压作为FEM激励</a:t>
            </a:r>
          </a:p>
        </p:txBody>
      </p:sp>
    </p:spTree>
    <p:extLst>
      <p:ext uri="{BB962C8B-B14F-4D97-AF65-F5344CB8AC3E}">
        <p14:creationId xmlns:p14="http://schemas.microsoft.com/office/powerpoint/2010/main" val="36669005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13">
            <a:extLst xmlns:a="http://schemas.openxmlformats.org/drawingml/2006/main">
              <a:ext uri="{FF2B5EF4-FFF2-40B4-BE49-F238E27FC236}">
                <a16:creationId xmlns:a16="http://schemas.microsoft.com/office/drawing/2014/main" id="{A2229CE2-E916-4ED3-8A2D-7EE20C41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文献支持负载影响电学状态，但尚不能建立病变到BVD的一一映射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E8A7AF9-9D66-4E3C-A1D3-C9A460FE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DD1916C-526C-416C-B2CC-AC5FCCC3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D924525-B446-42E2-B8A8-E8473AD6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F8FE52F-428B-4AB4-8EF4-D1C3A87C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17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E7A22D6A-C9C9-4C71-9324-06BB257B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20980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A8D10EF6-3C5C-4A7E-BAD4-09E43D0C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0980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A102BB79-D0E5-46CB-A127-0D0D909B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3F4A54F-0F1F-49A0-84D3-CDCC3443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71650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文献直接事实</a:t>
            </a:r>
          </a:p>
          <a:p xmlns:a="http://schemas.openxmlformats.org/drawingml/2006/main"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纤维化、钙化、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结构异质性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B4E651FD-02EA-4CFC-933B-C907865C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954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6E0602C-75A5-4503-8F9B-863C6D75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71650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工程建模假设</a:t>
            </a:r>
          </a:p>
          <a:p xmlns:a="http://schemas.openxmlformats.org/drawingml/2006/main"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fs、Rm、匹配状态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可能变化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F779B104-457E-47DB-8F29-CFE3CD58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6954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294554AB-8FFA-4F82-AC85-3FDE6023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71650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待验证</a:t>
            </a:r>
          </a:p>
          <a:p xmlns:a="http://schemas.openxmlformats.org/drawingml/2006/main"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病变类型到BVD参数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的定量映射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D28BF50-148D-422D-A930-F9A07E81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447800"/>
            <a:ext cx="27241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E6433A9-0CC9-4E7E-A076-154784CF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954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当前能力边界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9A6007B-D0A9-4D87-9410-9862DAC0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09800"/>
            <a:ext cx="19812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已完成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端口电学模型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准稳态控制原型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未完成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结构模态与声场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热效应与空化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临床效果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6A04553-2941-404A-AB95-0D082397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5285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文献层、工程假设层、待验证层必须分开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01251F11-FB18-4DC1-863C-071C60B5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1485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2A7F8E"/>
                </a:solidFill>
              </a:defRPr>
            </a:pPr>
            <a:r>
              <a:rPr sz="1575" b="0">
                <a:solidFill>
                  <a:srgbClr val="2A7F8E"/>
                </a:solidFill>
              </a:rPr>
              <a:t>当前模型只讨论特定BVD与扰动范围内的电学稳定性</a:t>
            </a:r>
          </a:p>
        </p:txBody>
      </p:sp>
    </p:spTree>
    <p:extLst>
      <p:ext uri="{BB962C8B-B14F-4D97-AF65-F5344CB8AC3E}">
        <p14:creationId xmlns:p14="http://schemas.microsoft.com/office/powerpoint/2010/main" val="168470083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14">
            <a:extLst xmlns:a="http://schemas.openxmlformats.org/drawingml/2006/main">
              <a:ext uri="{FF2B5EF4-FFF2-40B4-BE49-F238E27FC236}">
                <a16:creationId xmlns:a16="http://schemas.microsoft.com/office/drawing/2014/main" id="{4069156A-DF3B-4F67-8F27-0C9E4622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电学与带约束控制已闭环，剩余缺口是实测和结构声场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424695A-9553-4396-BD28-7B8A171B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61AF24B-A182-4916-B4B3-EB47C8CC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60B95EF-1601-4C3B-952C-778579BB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97A1F75-00BC-4F11-ACBB-5C231968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18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AC77D6B-5DC9-4431-A35F-23C7DED6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D06EBBE-8475-493A-BE43-A1767FB1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6CA89CF-C7F7-45E1-BB43-9213DFB3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2A7F8E"/>
                </a:solidFill>
              </a:defRPr>
            </a:pPr>
            <a:r>
              <a:rPr sz="2100" b="1">
                <a:solidFill>
                  <a:srgbClr val="2A7F8E"/>
                </a:solidFill>
              </a:rPr>
              <a:t>本月已完成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3329C89-EB4A-415D-929B-65621CCD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v2.1匹配网络与双线验证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C0/Rm/fs/Rs/匹配/ESR/Lm/Cm扫描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低/中/高组合LTspice验证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选频、保护、P&amp;O与相位消融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电—声接口EA_IF_V1.0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20DDA7A-D0B0-431F-B447-5EE4617E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240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B33A3A"/>
                </a:solidFill>
              </a:defRPr>
            </a:pPr>
            <a:r>
              <a:rPr sz="2100" b="1">
                <a:solidFill>
                  <a:srgbClr val="B33A3A"/>
                </a:solidFill>
              </a:rPr>
              <a:t>仍未证明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3D56244-F67F-4409-9F5A-8D316B24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90750"/>
            <a:ext cx="28956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假设参数代表实物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P_Rm等于声功率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准稳态时间等于硬件响应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反射代理等于实测反射功率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任何治疗或临床安全结论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824F960-7E97-421C-8148-95851FC5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240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下一阶段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3CA9830-3FA5-4BD3-BE39-8B2669FE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90750"/>
            <a:ext cx="2590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实测阻抗并拟合BVD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电压/电流/功率标定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设定独立反射约束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运行结构声场与网格收敛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水听器声场验证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9DDE6B4A-AB09-4EBB-8B44-51176D30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38750"/>
            <a:ext cx="10191750" cy="609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191694B-7CD5-4A36-8AC3-61975610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8162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当前结论仅适用于特定假设BVD、v2.1匹配网络和设定扰动范围</a:t>
            </a:r>
          </a:p>
        </p:txBody>
      </p:sp>
    </p:spTree>
    <p:extLst>
      <p:ext uri="{BB962C8B-B14F-4D97-AF65-F5344CB8AC3E}">
        <p14:creationId xmlns:p14="http://schemas.microsoft.com/office/powerpoint/2010/main" val="130333904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15">
            <a:extLst xmlns:a="http://schemas.openxmlformats.org/drawingml/2006/main">
              <a:ext uri="{FF2B5EF4-FFF2-40B4-BE49-F238E27FC236}">
                <a16:creationId xmlns:a16="http://schemas.microsoft.com/office/drawing/2014/main" id="{3E395199-6612-4433-A097-6186917F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备份：v2.1参数均有明确来源类别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CB45548-0040-4432-B3E7-7F1D6872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CC62D22-F91B-4D8B-9D09-7BB4A7A3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98A7512-3DF5-4C03-9B1E-9F07D5BD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A539FC7-3775-4F70-9942-A1B9CFBC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19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mlns:a="http://schemas.openxmlformats.org/drawingml/2006/main" x="1238250" y="1333500"/>
          <a:ext xmlns:a="http://schemas.openxmlformats.org/drawingml/2006/main" cx="9715500" cy="461963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323272"/>
                <a:gridCol w="2745685"/>
                <a:gridCol w="1689652"/>
                <a:gridCol w="2956891"/>
              </a:tblGrid>
              <a:tr h="4619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参数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数值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单位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来源类别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目标频段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0.8–1.0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初始频率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0.9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端口电压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100 / 160上限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Vpp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端口电流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 / 6上限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mA RMS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仿真假设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6.858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7.353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kΩ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Qₘ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800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Lₘ / Cₘ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1.040 / 0.0301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H / pF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反推基线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仿真假设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031511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16">
            <a:extLst xmlns:a="http://schemas.openxmlformats.org/drawingml/2006/main">
              <a:ext uri="{FF2B5EF4-FFF2-40B4-BE49-F238E27FC236}">
                <a16:creationId xmlns:a16="http://schemas.microsoft.com/office/drawing/2014/main" id="{01589063-0114-4A5D-8BE6-938CF96D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备份：单因素与组合扰动均有编号和复现参数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B7AC23E-E522-4137-ACEA-BCC35F23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7824AF7-AE71-4886-8A51-AF71A5DC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54231BC-60EA-4231-B1B2-9E51A903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E9DBE01-5BF4-44B7-8239-8E70E1E8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20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52A241A-B307-4E90-AABD-3FBD601C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33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单因素最高档</a:t>
            </a:r>
          </a:p>
        </p:txBody>
      </p:sp>
      <p:graphicFrame>
        <p:nvGraphicFramePr>
          <p:cNvPr id="20" name="表格 19"/>
          <p:cNvGraphicFramePr/>
          <p:nvPr/>
        </p:nvGraphicFramePr>
        <p:xfrm>
          <a:off xmlns:a="http://schemas.openxmlformats.org/drawingml/2006/main" x="838200" y="1790700"/>
          <a:ext xmlns:a="http://schemas.openxmlformats.org/drawingml/2006/main" cx="4000500" cy="3428999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261152"/>
                <a:gridCol w="1739348"/>
              </a:tblGrid>
              <a:tr h="489857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因子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最高档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+30%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+50%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fₛ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+20%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Lmatch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+10%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电感Q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1218308-A443-487E-B19F-3A1E8E67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3335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统一扰动序列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06BC84A-9292-43A0-B5BA-3471FA66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866900"/>
            <a:ext cx="542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Baseline → C₀+30% → Rₘ+50% → fₛ−5%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→ Lmatch+10% → QL=20 → Combined High → Baseline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413F7262-9927-42BD-9A3D-6775E284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00400"/>
            <a:ext cx="5429250" cy="1790700"/>
          </a:xfrm>
          <a:prstGeom xmlns:a="http://schemas.openxmlformats.org/drawingml/2006/main" prst="roundRect">
            <a:avLst>
              <a:gd name="adj" fmla="val 3191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AC232C9-4BC7-4153-90F8-B45FEAC3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29000"/>
            <a:ext cx="48101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0.9 MHz换能器端口基线（匹配网络后端，非Zin）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|Zport| ≈ 7.071 kΩ   相位 ≈ −15.916°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P_Rm ≈ 0.170 W   I_RMS ≈ 5.000 mA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Vport ≈ 100 Vpp</a:t>
            </a:r>
          </a:p>
        </p:txBody>
      </p:sp>
    </p:spTree>
    <p:extLst>
      <p:ext uri="{BB962C8B-B14F-4D97-AF65-F5344CB8AC3E}">
        <p14:creationId xmlns:p14="http://schemas.microsoft.com/office/powerpoint/2010/main" val="139114959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20">
            <a:extLst xmlns:a="http://schemas.openxmlformats.org/drawingml/2006/main">
              <a:ext uri="{FF2B5EF4-FFF2-40B4-BE49-F238E27FC236}">
                <a16:creationId xmlns:a16="http://schemas.microsoft.com/office/drawing/2014/main" id="{F3E101B8-27D5-43E8-89A7-839E0C38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备份：低中高组合均通过LTspice/Python交叉验证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7EA7178-6360-4F07-A22E-4D1C641E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EB9E646-44F6-4289-B9F6-4EAC215C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D2F9AB8-A817-4086-92DB-DAA656F2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6206542-221E-4AE8-98F6-C433D4E6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21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mlns:a="http://schemas.openxmlformats.org/drawingml/2006/main" x="876300" y="1352550"/>
          <a:ext xmlns:a="http://schemas.openxmlformats.org/drawingml/2006/main" cx="10382250" cy="40005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537883"/>
                <a:gridCol w="7844367"/>
              </a:tblGrid>
              <a:tr h="571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组合场景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真实LTspice/Python交叉验证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2001点｜最大|Zin|相对误差 0.01461%｜PASS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中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2001点｜最大|Zin|相对误差 0.00751%｜PASS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2001点｜最大|Zin|相对误差 0.00295%｜PASS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运行证据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.cir / .raw / .log / SHA-256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验收线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误差 &lt; 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结论边界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实现一致，不等于真实器件参数正确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6748966-4E67-49EE-AE3A-A89821AE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769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B33A3A"/>
                </a:solidFill>
              </a:defRPr>
            </a:pPr>
            <a:r>
              <a:rPr sz="1425" b="1">
                <a:solidFill>
                  <a:srgbClr val="B33A3A"/>
                </a:solidFill>
              </a:rPr>
              <a:t>三档误差均远低于5%验收线；这排除了主要实现差异，但不能验证假设参数是真实器件参数。</a:t>
            </a:r>
          </a:p>
        </p:txBody>
      </p:sp>
    </p:spTree>
    <p:extLst>
      <p:ext uri="{BB962C8B-B14F-4D97-AF65-F5344CB8AC3E}">
        <p14:creationId xmlns:p14="http://schemas.microsoft.com/office/powerpoint/2010/main" val="3921489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17">
            <a:extLst xmlns:a="http://schemas.openxmlformats.org/drawingml/2006/main">
              <a:ext uri="{FF2B5EF4-FFF2-40B4-BE49-F238E27FC236}">
                <a16:creationId xmlns:a16="http://schemas.microsoft.com/office/drawing/2014/main" id="{0625368D-1920-43A2-A860-AC054FD1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备份：三种选频准则优化的是不同目标函数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98F4872-E1F2-4B82-A699-E127E897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14B6252-DB6E-41F9-BC6A-3E5FECE4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FD6DBEF-2BBA-41B8-BD48-C8B5A4CE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07A7A08-B34F-43E2-9F09-5E5BBA94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22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mlns:a="http://schemas.openxmlformats.org/drawingml/2006/main" x="819150" y="1466850"/>
          <a:ext xmlns:a="http://schemas.openxmlformats.org/drawingml/2006/main" cx="10477500" cy="2571752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976887"/>
                <a:gridCol w="2372264"/>
                <a:gridCol w="2569953"/>
                <a:gridCol w="3558396"/>
              </a:tblGrid>
              <a:tr h="64293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准则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定义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优点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主要风险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最大功率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max P_Rm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直接对齐控制目标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需功率估计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最小相位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min |arg(V/I)|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观测简单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可能锁到低功率零相位点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最小反射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min Γ代理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适合匹配评价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不一定等于运动支路功率最大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5CEDCE6C-DA25-4003-9119-9B7615FC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72000"/>
            <a:ext cx="92392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4D4E26D-DEEC-4E34-A4B6-33D0160E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57750"/>
            <a:ext cx="8705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典型反例：fs−5%时，最大功率点0.8550 MHz，最小绝对相位点0.9045 MHz，差49.5 kHz。</a:t>
            </a:r>
          </a:p>
        </p:txBody>
      </p:sp>
    </p:spTree>
    <p:extLst>
      <p:ext uri="{BB962C8B-B14F-4D97-AF65-F5344CB8AC3E}">
        <p14:creationId xmlns:p14="http://schemas.microsoft.com/office/powerpoint/2010/main" val="46872480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18">
            <a:extLst xmlns:a="http://schemas.openxmlformats.org/drawingml/2006/main">
              <a:ext uri="{FF2B5EF4-FFF2-40B4-BE49-F238E27FC236}">
                <a16:creationId xmlns:a16="http://schemas.microsoft.com/office/drawing/2014/main" id="{7EB6A367-62C1-44A2-84FC-C094EF8D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备份：相位闭环已作为消融保留，但不能替代最大功率准则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9FD9312-B0C2-4FC1-B6A4-3BAF4E18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BA5FABF-C685-4AD8-92F0-5F05BD24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3C3F7F8-72DC-4258-B397-C1245B02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B7A5D3F-B6A8-49F9-B914-62D857F7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23</a:t>
            </a:r>
          </a:p>
        </p:txBody>
      </p:sp>
      <p:pic>
        <p:nvPicPr>
          <p:cNvPr id="19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17ba4cdd2a4175"/>
          <a:stretch xmlns:a="http://schemas.openxmlformats.org/drawingml/2006/main"/>
        </p:blipFill>
        <p:spPr>
          <a:xfrm xmlns:a="http://schemas.openxmlformats.org/drawingml/2006/main">
            <a:off x="1233899" y="1257300"/>
            <a:ext cx="6142802" cy="4762500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0C50A88-56B5-4E6F-A010-B1B73E0B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φin = arg(Zin) = arg(Vinput / Isource)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2AB96BA-09F2-4852-9E2E-129EB309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2A7F8E"/>
                </a:solidFill>
              </a:defRPr>
            </a:pPr>
            <a:r>
              <a:rPr sz="1875" b="1">
                <a:solidFill>
                  <a:srgbClr val="2A7F8E"/>
                </a:solidFill>
              </a:rPr>
              <a:t>目标相位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2A7F8E"/>
                </a:solidFill>
              </a:defRPr>
            </a:pPr>
            <a:r>
              <a:rPr sz="1875" b="1">
                <a:solidFill>
                  <a:srgbClr val="2A7F8E"/>
                </a:solidFill>
              </a:rPr>
              <a:t>−1.0782°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7DFB6AE-2BC9-4B01-9846-71793E2D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方向由局部 dφ/df 决定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FADA3A4B-3BBE-4862-AE5D-EFAD2E2C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3238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9525">
            <a:solidFill>
              <a:srgbClr val="B33A3A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048CD0F-607A-495A-8FA0-971F144B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67200"/>
            <a:ext cx="281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B33A3A"/>
                </a:solidFill>
              </a:defRPr>
            </a:pPr>
            <a:r>
              <a:rPr sz="1275" b="1">
                <a:solidFill>
                  <a:srgbClr val="B33A3A"/>
                </a:solidFill>
              </a:rPr>
              <a:t>50与100 Hz/°各出现1个错误锁定段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B33A3A"/>
                </a:solidFill>
              </a:defRPr>
            </a:pPr>
            <a:r>
              <a:rPr sz="1275" b="1">
                <a:solidFill>
                  <a:srgbClr val="B33A3A"/>
                </a:solidFill>
              </a:rPr>
              <a:t>|eφ|小，但 P_Rm &lt; 0.95 P*</a:t>
            </a:r>
          </a:p>
        </p:txBody>
      </p:sp>
    </p:spTree>
    <p:extLst>
      <p:ext uri="{BB962C8B-B14F-4D97-AF65-F5344CB8AC3E}">
        <p14:creationId xmlns:p14="http://schemas.microsoft.com/office/powerpoint/2010/main" val="3717416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12">
            <a:extLst xmlns:a="http://schemas.openxmlformats.org/drawingml/2006/main">
              <a:ext uri="{FF2B5EF4-FFF2-40B4-BE49-F238E27FC236}">
                <a16:creationId xmlns:a16="http://schemas.microsoft.com/office/drawing/2014/main" id="{D4CD7FA4-3838-4CD7-A2DC-79ABB117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备份：相位闭环仅作计划书补充消融，不替代P&amp;O排名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703F03E-BDB8-4C1F-ABFF-5176B505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F3BB615-D4BC-4AD5-8001-AFBCCC66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7E5A523-25C8-4839-9FE8-D17D024E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80D7F47-410A-4913-A322-CB8B5743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24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6191249" cy="2762252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752241"/>
                <a:gridCol w="1168160"/>
                <a:gridCol w="1284976"/>
                <a:gridCol w="1051344"/>
                <a:gridCol w="934528"/>
              </a:tblGrid>
              <a:tr h="6905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策略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稳态误差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惩罚恢复时间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峰值电流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实际硬越限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固定0.9 MHz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30.14%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345.7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5.124 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A7F8E"/>
                          </a:solidFill>
                        </a:rPr>
                        <a:t>周期扫频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0%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409.0 ms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5.124 mA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相位K5消融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39.91%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374.3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5.124 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7334250" y="1524000"/>
          <a:ext xmlns:a="http://schemas.openxmlformats.org/drawingml/2006/main" cx="40005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33dc30a167b41e7"/>
          </a:graphicData>
        </a:graphic>
      </p:graphicFrame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149FF8F6-D562-44D3-A5D6-E4A109B0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6489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0739923-96A1-4723-9485-877FCD79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正式排名第三策略仍为扫描辅助P&amp;O；相位K5不替代P&amp;O结论。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在fs漂移与高组合场景中，相位目标可能对应较低功率工作点。</a:t>
            </a:r>
          </a:p>
        </p:txBody>
      </p:sp>
    </p:spTree>
    <p:extLst>
      <p:ext uri="{BB962C8B-B14F-4D97-AF65-F5344CB8AC3E}">
        <p14:creationId xmlns:p14="http://schemas.microsoft.com/office/powerpoint/2010/main" val="102800715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19">
            <a:extLst xmlns:a="http://schemas.openxmlformats.org/drawingml/2006/main">
              <a:ext uri="{FF2B5EF4-FFF2-40B4-BE49-F238E27FC236}">
                <a16:creationId xmlns:a16="http://schemas.microsoft.com/office/drawing/2014/main" id="{3ABD1034-2BB5-4243-BF3B-1FC28BD3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备份：LTspice GUI、RAW、Log与哈希共同构成运行证据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CC332AD-D8C4-47F2-ACFC-68CC3677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0BF6CC1-13ED-48B6-B29B-51913AEB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68DA40A-99B6-4018-8F98-EF38E895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031F3161-BB1F-4B26-9A33-AAEA1E39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25</a:t>
            </a:r>
          </a:p>
        </p:txBody>
      </p:sp>
      <p:pic>
        <p:nvPicPr>
          <p:cNvPr id="19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9b5c4d794744ae"/>
          <a:stretch xmlns:a="http://schemas.openxmlformats.org/drawingml/2006/main"/>
        </p:blipFill>
        <p:spPr>
          <a:xfrm xmlns:a="http://schemas.openxmlformats.org/drawingml/2006/main">
            <a:off x="685800" y="1402326"/>
            <a:ext cx="6858000" cy="3672348"/>
          </a:xfrm>
          <a:prstGeom xmlns:a="http://schemas.openxmlformats.org/drawingml/2006/main" prst="rect">
            <a:avLst/>
          </a:prstGeom>
        </p:spPr>
      </p:pic>
      <p:pic>
        <p:nvPicPr>
          <p:cNvPr id="20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db4b343ac9439d"/>
          <a:stretch xmlns:a="http://schemas.openxmlformats.org/drawingml/2006/main"/>
        </p:blipFill>
        <p:spPr>
          <a:xfrm xmlns:a="http://schemas.openxmlformats.org/drawingml/2006/main">
            <a:off x="7905750" y="1404100"/>
            <a:ext cx="3333750" cy="1535201"/>
          </a:xfrm>
          <a:prstGeom xmlns:a="http://schemas.openxmlformats.org/drawingml/2006/main" prst="rect">
            <a:avLst/>
          </a:prstGeom>
        </p:spPr>
      </p:pic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C3282B1D-4065-4CD6-9C7E-AF30F256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52800"/>
            <a:ext cx="3333750" cy="18859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E0F7314-B688-4905-ADDB-76F36D28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62350"/>
            <a:ext cx="276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证据层级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GUI截图：运行痕迹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RAW文件：数值输出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解析误差：交叉验证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SHA-256：文件追溯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6A367F9-9423-4226-B3C4-E19FD47F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57212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B33A3A"/>
                </a:solidFill>
              </a:defRPr>
            </a:pPr>
            <a:r>
              <a:rPr sz="1500" b="1">
                <a:solidFill>
                  <a:srgbClr val="B33A3A"/>
                </a:solidFill>
              </a:rPr>
              <a:t>GUI截图本身不是数值正确性的证明</a:t>
            </a:r>
          </a:p>
        </p:txBody>
      </p:sp>
    </p:spTree>
    <p:extLst>
      <p:ext uri="{BB962C8B-B14F-4D97-AF65-F5344CB8AC3E}">
        <p14:creationId xmlns:p14="http://schemas.microsoft.com/office/powerpoint/2010/main" val="36508725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20">
            <a:extLst xmlns:a="http://schemas.openxmlformats.org/drawingml/2006/main">
              <a:ext uri="{FF2B5EF4-FFF2-40B4-BE49-F238E27FC236}">
                <a16:creationId xmlns:a16="http://schemas.microsoft.com/office/drawing/2014/main" id="{F3E101B8-27D5-43E8-89A7-839E0C38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备份：控制器比较采用统一且可复现的指标定义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7EA7178-6360-4F07-A22E-4D1C641E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EB9E646-44F6-4289-B9F6-4EAC215C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D2F9AB8-A817-4086-92DB-DAA656F2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6206542-221E-4AE8-98F6-C433D4E6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26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mlns:a="http://schemas.openxmlformats.org/drawingml/2006/main" x="876300" y="1352550"/>
          <a:ext xmlns:a="http://schemas.openxmlformats.org/drawingml/2006/main" cx="10382250" cy="40005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537883"/>
                <a:gridCol w="7844367"/>
              </a:tblGrid>
              <a:tr h="571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本次定义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P*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该场景约束下离线高分辨率最大P_Rm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稳态误差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最后25% NORMAL控制样本的(1−P/P*)均值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恢复时间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P≥0.98P*并连续保持10个NORMAL控制样本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过冲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相对新场景P*的最大正偏差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频率饱和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频率停留在0.8或1.0 MHz边界的时间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错误相位锁定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相位误差达标但P_Rm&lt;0.95P*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6748966-4E67-49EE-AE3A-A89821AE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769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B33A3A"/>
                </a:solidFill>
              </a:defRPr>
            </a:pPr>
            <a:r>
              <a:rPr sz="1425" b="1">
                <a:solidFill>
                  <a:srgbClr val="B33A3A"/>
                </a:solidFill>
              </a:rPr>
              <a:t>130 Vpp/5.5 mA为软触发；160 Vpp/6 mA为硬限。均为本次仿真假设，待实测确认。</a:t>
            </a:r>
          </a:p>
        </p:txBody>
      </p:sp>
    </p:spTree>
    <p:extLst>
      <p:ext uri="{BB962C8B-B14F-4D97-AF65-F5344CB8AC3E}">
        <p14:creationId xmlns:p14="http://schemas.microsoft.com/office/powerpoint/2010/main" val="3921489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21">
            <a:extLst xmlns:a="http://schemas.openxmlformats.org/drawingml/2006/main">
              <a:ext uri="{FF2B5EF4-FFF2-40B4-BE49-F238E27FC236}">
                <a16:creationId xmlns:a16="http://schemas.microsoft.com/office/drawing/2014/main" id="{D5BAA5DF-6B7D-458B-A03B-3F7CC7F7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备份：每张图都能追溯到参数、脚本和原始输出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47534E0-3CF2-4538-BC31-1EA37854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21C4DA7-C6FF-41D4-9724-45F58AB5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9975F5A-48EE-444D-A865-0DC4F017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070817C-4FB6-484B-982A-6450A252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27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B1F0719E-8737-4B4E-B9AA-D23956E9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ECFA9AB2-FD89-43A4-8FCC-8C9CDC7D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05CDAB88-9659-402A-8FED-FAFEC0F4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E46DE908-195A-4AF8-9A4D-E546248D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D3566D5D-F55B-4B86-ABE9-9D61A0E2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5960094-A3D0-46FA-A4CC-42C23CA6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参数CSV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场景注册表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60F4A805-58ED-4A9B-AD6F-58EADA48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5CC82FE-3720-4086-946B-06DFB759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Python脚本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LTspice .cir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C73AA6EC-B704-4EF1-808E-FB83E384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CE892C3-61D3-4558-99E2-4585F838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.raw / .log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控制时序CSV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3FFB3112-A521-4D5E-9546-77458B84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95274DF-9990-42FA-98B0-9DFAE19C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汇总CSV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指标表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BAE66FD9-5671-4BB7-896E-7ECD28EA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02EB26C-388F-44F4-BA56-F2E9BC41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PNG/PDF/SVG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PPT图表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E69182F-BEE7-416E-991F-731D20E0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005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README_汇报工作痕迹索引.md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EB7CFD3-F182-481A-B8D2-2E5DBE6D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6291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SHA256_文件清单.csv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F53C2B87-2383-4511-8EBB-24DD7365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340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E69F00"/>
                </a:solidFill>
              </a:defRPr>
            </a:pPr>
            <a:r>
              <a:rPr sz="1875" b="1">
                <a:solidFill>
                  <a:srgbClr val="E69F00"/>
                </a:solidFill>
              </a:rPr>
              <a:t>图表不是孤立截图，而是可重新运行的产物</a:t>
            </a:r>
          </a:p>
        </p:txBody>
      </p:sp>
    </p:spTree>
    <p:extLst>
      <p:ext uri="{BB962C8B-B14F-4D97-AF65-F5344CB8AC3E}">
        <p14:creationId xmlns:p14="http://schemas.microsoft.com/office/powerpoint/2010/main" val="36669005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22">
            <a:extLst xmlns:a="http://schemas.openxmlformats.org/drawingml/2006/main">
              <a:ext uri="{FF2B5EF4-FFF2-40B4-BE49-F238E27FC236}">
                <a16:creationId xmlns:a16="http://schemas.microsoft.com/office/drawing/2014/main" id="{71F15234-46C8-4939-BA87-D22E3846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备份：结构—声场结果尚未完成，当前只能给出输入与验收清单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2D78C6B-EC51-47A4-BC94-77C25490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A515DB4-17FF-4A58-BBDE-A80C3A96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43D25CB-91B0-4603-8632-AFC28A1C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A0C395E-76BF-488A-896C-E626BA53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28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85ACD25-DD90-4BB4-BA6B-32AD8FAA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4287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17324D"/>
                </a:solidFill>
              </a:rPr>
              <a:t>建模输入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BF8246D-ABEA-41F2-B73D-AAC4E15A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38350"/>
            <a:ext cx="4286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几何尺寸与完整模型树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压电材料矩阵与极化方向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电极、机械、耦合面和PML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粗/中/细三档网格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模态频率与关键模态形状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1632C7B-009D-4655-A2A2-359A7520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352550"/>
            <a:ext cx="190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EDE2498-70EA-4C59-837E-060F6D25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287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17324D"/>
                </a:solidFill>
              </a:rPr>
              <a:t>必须保留的结果证据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7731574-3D8D-4E7C-B16D-A4D8C1BD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38350"/>
            <a:ext cx="4381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端口阻抗/导纳曲线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位移幅值与相位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声压云图与轴向曲线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网格收敛表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Solver Log正常结束页面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AC4B1ECF-C8E2-4005-A166-88DB8106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619750"/>
            <a:ext cx="904875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9525">
            <a:solidFill>
              <a:srgbClr val="B33A3A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DDA0198-7AD5-432B-98A7-988D5142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7150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B33A3A"/>
                </a:solidFill>
              </a:defRPr>
            </a:pPr>
            <a:r>
              <a:rPr sz="1650" b="1">
                <a:solidFill>
                  <a:srgbClr val="B33A3A"/>
                </a:solidFill>
              </a:rPr>
              <a:t>当前没有真实ANSYS/COMSOL截图，不得生成伪造云图填充汇报</a:t>
            </a:r>
          </a:p>
        </p:txBody>
      </p:sp>
    </p:spTree>
    <p:extLst>
      <p:ext uri="{BB962C8B-B14F-4D97-AF65-F5344CB8AC3E}">
        <p14:creationId xmlns:p14="http://schemas.microsoft.com/office/powerpoint/2010/main" val="10972988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2026-09-06T15:52:47.3680000Z</dcterms:created>
  <dcterms:modified xsi:type="dcterms:W3CDTF">2026-09-06T15:52:47.3680000Z</dcterms:modified>
</coreProperties>
</file>