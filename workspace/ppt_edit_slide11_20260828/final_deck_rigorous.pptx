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a27a0d5994306" /><Relationship Type="http://schemas.openxmlformats.org/officeDocument/2006/relationships/extended-properties" Target="/docProps/app.xml" Id="R69aa8a7242784812" /><Relationship Type="http://schemas.openxmlformats.org/officeDocument/2006/relationships/officeDocument" Target="/ppt/presentation.xml" Id="Rccac0d89a0f24d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50b8ae53b475f"/>
  </p:sldMasterIdLst>
  <p:notesMasterIdLst>
    <p:notesMasterId xmlns:r="http://schemas.openxmlformats.org/officeDocument/2006/relationships" r:id="Rcb207e7139f74804"/>
  </p:notesMasterIdLst>
  <p:sldIdLst>
    <p:sldId xmlns:r="http://schemas.openxmlformats.org/officeDocument/2006/relationships" id="256" r:id="R9e1e3157c9f840ce"/>
    <p:sldId xmlns:r="http://schemas.openxmlformats.org/officeDocument/2006/relationships" id="257" r:id="Rc95ec0d4e4d54970"/>
    <p:sldId xmlns:r="http://schemas.openxmlformats.org/officeDocument/2006/relationships" id="258" r:id="R9dea25eaf98c417b"/>
    <p:sldId xmlns:r="http://schemas.openxmlformats.org/officeDocument/2006/relationships" id="259" r:id="Ra2057f987ce2496c"/>
    <p:sldId xmlns:r="http://schemas.openxmlformats.org/officeDocument/2006/relationships" id="260" r:id="Ra2a292e2fa9843e1"/>
    <p:sldId xmlns:r="http://schemas.openxmlformats.org/officeDocument/2006/relationships" id="261" r:id="R870fde628e35483a"/>
    <p:sldId xmlns:r="http://schemas.openxmlformats.org/officeDocument/2006/relationships" id="262" r:id="R157ee1f522fa4fdc"/>
    <p:sldId xmlns:r="http://schemas.openxmlformats.org/officeDocument/2006/relationships" id="263" r:id="R88570da122834c9e"/>
    <p:sldId xmlns:r="http://schemas.openxmlformats.org/officeDocument/2006/relationships" id="264" r:id="R2c85ffc0537c4cf6"/>
    <p:sldId xmlns:r="http://schemas.openxmlformats.org/officeDocument/2006/relationships" id="265" r:id="R00d7d2b81e534971"/>
    <p:sldId xmlns:r="http://schemas.openxmlformats.org/officeDocument/2006/relationships" id="266" r:id="Re1bd2c0d67234b23"/>
    <p:sldId xmlns:r="http://schemas.openxmlformats.org/officeDocument/2006/relationships" id="267" r:id="R618b2f64dd8c42c4"/>
    <p:sldId xmlns:r="http://schemas.openxmlformats.org/officeDocument/2006/relationships" id="268" r:id="R0ffb9cba2ed940fa"/>
    <p:sldId xmlns:r="http://schemas.openxmlformats.org/officeDocument/2006/relationships" id="269" r:id="R6298b7f0a310499b"/>
    <p:sldId xmlns:r="http://schemas.openxmlformats.org/officeDocument/2006/relationships" id="270" r:id="Rf175d4828d464874"/>
    <p:sldId xmlns:r="http://schemas.openxmlformats.org/officeDocument/2006/relationships" id="271" r:id="Rd0cb5a4c9eb14445"/>
    <p:sldId xmlns:r="http://schemas.openxmlformats.org/officeDocument/2006/relationships" id="272" r:id="R0dd3edd6beb24d2b"/>
    <p:sldId xmlns:r="http://schemas.openxmlformats.org/officeDocument/2006/relationships" id="273" r:id="Rb4609bd99ef24929"/>
    <p:sldId xmlns:r="http://schemas.openxmlformats.org/officeDocument/2006/relationships" id="274" r:id="R58fb6aa10b784c99"/>
    <p:sldId xmlns:r="http://schemas.openxmlformats.org/officeDocument/2006/relationships" id="275" r:id="Re6f0a29190b445f4"/>
    <p:sldId xmlns:r="http://schemas.openxmlformats.org/officeDocument/2006/relationships" id="276" r:id="Rc5f6f83b5bfc4fc8"/>
    <p:sldId xmlns:r="http://schemas.openxmlformats.org/officeDocument/2006/relationships" id="277" r:id="R12275656c86848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59db3e6f584554" /><Relationship Type="http://schemas.openxmlformats.org/officeDocument/2006/relationships/slideMaster" Target="/ppt/slideMasters/slideMaster1.xml" Id="Rac850b8ae53b475f" /><Relationship Type="http://schemas.openxmlformats.org/officeDocument/2006/relationships/notesMaster" Target="/ppt/notesMasters/notesMaster1.xml" Id="Rcb207e7139f74804" /><Relationship Type="http://schemas.openxmlformats.org/officeDocument/2006/relationships/presProps" Target="/ppt/presProps.xml" Id="Rad9cccf122db4e40" /><Relationship Type="http://schemas.openxmlformats.org/officeDocument/2006/relationships/viewProps" Target="/ppt/viewProps.xml" Id="R5e26c8663f6a4ca9" /><Relationship Type="http://schemas.openxmlformats.org/officeDocument/2006/relationships/tableStyles" Target="/ppt/tableStyles.xml" Id="R6c404ca9b1f547b2" /><Relationship Type="http://schemas.openxmlformats.org/officeDocument/2006/relationships/slide" Target="/ppt/slides/slide1.xml" Id="R9e1e3157c9f840ce" /><Relationship Type="http://schemas.openxmlformats.org/officeDocument/2006/relationships/slide" Target="/ppt/slides/slide2.xml" Id="Rc95ec0d4e4d54970" /><Relationship Type="http://schemas.openxmlformats.org/officeDocument/2006/relationships/slide" Target="/ppt/slides/slide3.xml" Id="R9dea25eaf98c417b" /><Relationship Type="http://schemas.openxmlformats.org/officeDocument/2006/relationships/slide" Target="/ppt/slides/slide4.xml" Id="Ra2057f987ce2496c" /><Relationship Type="http://schemas.openxmlformats.org/officeDocument/2006/relationships/slide" Target="/ppt/slides/slide5.xml" Id="Ra2a292e2fa9843e1" /><Relationship Type="http://schemas.openxmlformats.org/officeDocument/2006/relationships/slide" Target="/ppt/slides/slide6.xml" Id="R870fde628e35483a" /><Relationship Type="http://schemas.openxmlformats.org/officeDocument/2006/relationships/slide" Target="/ppt/slides/slide7.xml" Id="R157ee1f522fa4fdc" /><Relationship Type="http://schemas.openxmlformats.org/officeDocument/2006/relationships/slide" Target="/ppt/slides/slide8.xml" Id="R88570da122834c9e" /><Relationship Type="http://schemas.openxmlformats.org/officeDocument/2006/relationships/slide" Target="/ppt/slides/slide9.xml" Id="R2c85ffc0537c4cf6" /><Relationship Type="http://schemas.openxmlformats.org/officeDocument/2006/relationships/slide" Target="/ppt/slides/slide10.xml" Id="R00d7d2b81e534971" /><Relationship Type="http://schemas.openxmlformats.org/officeDocument/2006/relationships/slide" Target="/ppt/slides/slide11.xml" Id="Re1bd2c0d67234b23" /><Relationship Type="http://schemas.openxmlformats.org/officeDocument/2006/relationships/slide" Target="/ppt/slides/slide12.xml" Id="R618b2f64dd8c42c4" /><Relationship Type="http://schemas.openxmlformats.org/officeDocument/2006/relationships/slide" Target="/ppt/slides/slide13.xml" Id="R0ffb9cba2ed940fa" /><Relationship Type="http://schemas.openxmlformats.org/officeDocument/2006/relationships/slide" Target="/ppt/slides/slide14.xml" Id="R6298b7f0a310499b" /><Relationship Type="http://schemas.openxmlformats.org/officeDocument/2006/relationships/slide" Target="/ppt/slides/slide15.xml" Id="Rf175d4828d464874" /><Relationship Type="http://schemas.openxmlformats.org/officeDocument/2006/relationships/slide" Target="/ppt/slides/slide16.xml" Id="Rd0cb5a4c9eb14445" /><Relationship Type="http://schemas.openxmlformats.org/officeDocument/2006/relationships/slide" Target="/ppt/slides/slide17.xml" Id="R0dd3edd6beb24d2b" /><Relationship Type="http://schemas.openxmlformats.org/officeDocument/2006/relationships/slide" Target="/ppt/slides/slide18.xml" Id="Rb4609bd99ef24929" /><Relationship Type="http://schemas.openxmlformats.org/officeDocument/2006/relationships/slide" Target="/ppt/slides/slide19.xml" Id="R58fb6aa10b784c99" /><Relationship Type="http://schemas.openxmlformats.org/officeDocument/2006/relationships/slide" Target="/ppt/slides/slide20.xml" Id="Re6f0a29190b445f4" /><Relationship Type="http://schemas.openxmlformats.org/officeDocument/2006/relationships/slide" Target="/ppt/slides/slide21.xml" Id="Rc5f6f83b5bfc4fc8" /><Relationship Type="http://schemas.openxmlformats.org/officeDocument/2006/relationships/slide" Target="/ppt/slides/slide22.xml" Id="R12275656c86848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cd8c87a3b749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f29de6a0194d82" /><Relationship Type="http://schemas.openxmlformats.org/officeDocument/2006/relationships/notesMaster" Target="/ppt/notesMasters/notesMaster1.xml" Id="R7d57e8b65af643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b8b1f11bee41b6" /><Relationship Type="http://schemas.openxmlformats.org/officeDocument/2006/relationships/notesMaster" Target="/ppt/notesMasters/notesMaster1.xml" Id="R1db89f251f28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7c7289ddfa4821" /><Relationship Type="http://schemas.openxmlformats.org/officeDocument/2006/relationships/notesMaster" Target="/ppt/notesMasters/notesMaster1.xml" Id="R565229bd951a48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c694db6ddb472b" /><Relationship Type="http://schemas.openxmlformats.org/officeDocument/2006/relationships/notesMaster" Target="/ppt/notesMasters/notesMaster1.xml" Id="Rb01dfad96d954c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7f5c3dbbe48a1" /><Relationship Type="http://schemas.openxmlformats.org/officeDocument/2006/relationships/notesMaster" Target="/ppt/notesMasters/notesMaster1.xml" Id="Rf1810d39df0c4e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3324c4cf774dc8" /><Relationship Type="http://schemas.openxmlformats.org/officeDocument/2006/relationships/notesMaster" Target="/ppt/notesMasters/notesMaster1.xml" Id="R376afd5a099a49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55d284c4c04bf8" /><Relationship Type="http://schemas.openxmlformats.org/officeDocument/2006/relationships/notesMaster" Target="/ppt/notesMasters/notesMaster1.xml" Id="R79b21fe7d5b149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a5c5d7fad44fea" /><Relationship Type="http://schemas.openxmlformats.org/officeDocument/2006/relationships/notesMaster" Target="/ppt/notesMasters/notesMaster1.xml" Id="Re4e14012fba749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657492f6aa428a" /><Relationship Type="http://schemas.openxmlformats.org/officeDocument/2006/relationships/notesMaster" Target="/ppt/notesMasters/notesMaster1.xml" Id="R944254536e4046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d15eee570847cd" /><Relationship Type="http://schemas.openxmlformats.org/officeDocument/2006/relationships/notesMaster" Target="/ppt/notesMasters/notesMaster1.xml" Id="Rec41b5c98dd94b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1a1257a40b44f2" /><Relationship Type="http://schemas.openxmlformats.org/officeDocument/2006/relationships/notesMaster" Target="/ppt/notesMasters/notesMaster1.xml" Id="R2d616dc49c4440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7916e22d1e460b" /><Relationship Type="http://schemas.openxmlformats.org/officeDocument/2006/relationships/notesMaster" Target="/ppt/notesMasters/notesMaster1.xml" Id="R13f6ae3b0afd47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be82829e4c41a4" /><Relationship Type="http://schemas.openxmlformats.org/officeDocument/2006/relationships/notesMaster" Target="/ppt/notesMasters/notesMaster1.xml" Id="R584c753fc6c44f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e40a900d2b44e0" /><Relationship Type="http://schemas.openxmlformats.org/officeDocument/2006/relationships/notesMaster" Target="/ppt/notesMasters/notesMaster1.xml" Id="R698f1d3d184345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4c08e367e94363" /><Relationship Type="http://schemas.openxmlformats.org/officeDocument/2006/relationships/notesMaster" Target="/ppt/notesMasters/notesMaster1.xml" Id="R5c08178bec5244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35e0d96c584201" /><Relationship Type="http://schemas.openxmlformats.org/officeDocument/2006/relationships/notesMaster" Target="/ppt/notesMasters/notesMaster1.xml" Id="R2c34803f9bbd4b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175e1d2cf8428c" /><Relationship Type="http://schemas.openxmlformats.org/officeDocument/2006/relationships/notesMaster" Target="/ppt/notesMasters/notesMaster1.xml" Id="Rf53f4bddff7240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80d403daa845f9" /><Relationship Type="http://schemas.openxmlformats.org/officeDocument/2006/relationships/notesMaster" Target="/ppt/notesMasters/notesMaster1.xml" Id="Rc445df31e8244f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747fbebc4742f2" /><Relationship Type="http://schemas.openxmlformats.org/officeDocument/2006/relationships/notesMaster" Target="/ppt/notesMasters/notesMaster1.xml" Id="R0edda0fa1f3c45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9bfeb0dd814d19" /><Relationship Type="http://schemas.openxmlformats.org/officeDocument/2006/relationships/notesMaster" Target="/ppt/notesMasters/notesMaster1.xml" Id="R6731ae268b174b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e2b62ccfe84c75" /><Relationship Type="http://schemas.openxmlformats.org/officeDocument/2006/relationships/notesMaster" Target="/ppt/notesMasters/notesMaster1.xml" Id="R1eaaf803d23449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8ed0259dad4ccd" /><Relationship Type="http://schemas.openxmlformats.org/officeDocument/2006/relationships/notesMaster" Target="/ppt/notesMasters/notesMaster1.xml" Id="Rbed31a2224784f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先用上方离线扫频直接证明安全功率峰位由0.9000 MHz移动到0.8548 MHz，再用下方同一扰动窗口解释控制器如何定位新峰值。</a:t>
            </a:r>
          </a:p>
          <a:p xmlns:a="http://schemas.openxmlformats.org/drawingml/2006/main">
            <a:r>
              <a:t>捕获率按每个扰动场景自身的安全最大功率归一化；100%不等于恢复基准场景约170 mW的绝对功率。</a:t>
            </a:r>
            <a:endParaRPr/>
          </a:p>
          <a:p xmlns:a="http://schemas.openxmlformats.org/drawingml/2006/main">
            <a:r>
              <a:t>周期扫频在约96.5 ms后满足连续10个NORMAL控制样本保持在98%以上；P&amp;O在98.5 ms首次到达同一峰位，但周期性参考/试探使其未在本段内通过连续稳态验收。</a:t>
            </a:r>
          </a:p>
          <a:p xmlns:a="http://schemas.openxmlformats.org/drawingml/2006/main">
            <a:r>
              <a:t>下方时序仅绘制CONTROL控制样本；低幅扫描和保护细节见上一页。不要由本页推断P&amp;O已经完成稳定锁定。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C:\Users\24739\Documents\Codex\2026-08-10\new-chat\outputs\v2_self_consistent_rebuild\active_stage3_5\stage3_disturbance\stage3_frequency_response_all_cases.csv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469c1132f49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0c99991fe542e1" /><Relationship Type="http://schemas.openxmlformats.org/officeDocument/2006/relationships/slideLayout" Target="/ppt/slideLayouts/slideLayout1.xml" Id="R22ca0ff793cf46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ca0ff793cf46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6eab8efa14141" /><Relationship Type="http://schemas.openxmlformats.org/officeDocument/2006/relationships/notesSlide" Target="/ppt/notesSlides/notesSlide1.xml" Id="R18cfc5b7e21046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cde20d4744fd4" /><Relationship Type="http://schemas.openxmlformats.org/officeDocument/2006/relationships/notesSlide" Target="/ppt/notesSlides/notesSlide2.xml" Id="R55fe3af66e3242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cd9ac1bc6469f" /><Relationship Type="http://schemas.openxmlformats.org/officeDocument/2006/relationships/notesSlide" Target="/ppt/notesSlides/notesSlide3.xml" Id="R5a278156e08546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2ca1251c9420a" /><Relationship Type="http://schemas.openxmlformats.org/officeDocument/2006/relationships/image" Target="/ppt/media/image.png" Id="R9f0e1a195e7a42c8" /><Relationship Type="http://schemas.openxmlformats.org/officeDocument/2006/relationships/notesSlide" Target="/ppt/notesSlides/notesSlide4.xml" Id="R7ced37d4225e43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238b78f174f40" /><Relationship Type="http://schemas.openxmlformats.org/officeDocument/2006/relationships/image" Target="/ppt/media/image2.png" Id="Rce04acc7f21e44d1" /><Relationship Type="http://schemas.openxmlformats.org/officeDocument/2006/relationships/image" Target="/ppt/media/image3.png" Id="Ra72cc1d703ff4e3d" /><Relationship Type="http://schemas.openxmlformats.org/officeDocument/2006/relationships/notesSlide" Target="/ppt/notesSlides/notesSlide5.xml" Id="Raa0491397a8e46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b8ac2bec241fc" /><Relationship Type="http://schemas.openxmlformats.org/officeDocument/2006/relationships/notesSlide" Target="/ppt/notesSlides/notesSlide6.xml" Id="Rebbfb8bed00a4e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c0f4e3daf4212" /><Relationship Type="http://schemas.openxmlformats.org/officeDocument/2006/relationships/image" Target="/ppt/media/image4.png" Id="R22974b4ad693428b" /><Relationship Type="http://schemas.openxmlformats.org/officeDocument/2006/relationships/notesSlide" Target="/ppt/notesSlides/notesSlide7.xml" Id="R0f7215c8811340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ba0b0c54d4bf5" /><Relationship Type="http://schemas.openxmlformats.org/officeDocument/2006/relationships/image" Target="/ppt/media/image5.png" Id="R46f78c93fada4846" /><Relationship Type="http://schemas.openxmlformats.org/officeDocument/2006/relationships/image" Target="/ppt/media/image6.png" Id="Rc30039e008804d81" /><Relationship Type="http://schemas.openxmlformats.org/officeDocument/2006/relationships/notesSlide" Target="/ppt/notesSlides/notesSlide8.xml" Id="Rc0c79d305e7840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a327fd19e4cec" /><Relationship Type="http://schemas.openxmlformats.org/officeDocument/2006/relationships/image" Target="/ppt/media/image7.png" Id="Rb67c5a01c5ec42fc" /><Relationship Type="http://schemas.openxmlformats.org/officeDocument/2006/relationships/notesSlide" Target="/ppt/notesSlides/notesSlide9.xml" Id="R56a280f1af1d46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89554291842c5" /><Relationship Type="http://schemas.openxmlformats.org/officeDocument/2006/relationships/image" Target="/ppt/media/image8.png" Id="R9d7a079ced754abe" /><Relationship Type="http://schemas.openxmlformats.org/officeDocument/2006/relationships/notesSlide" Target="/ppt/notesSlides/notesSlide10.xml" Id="Rb4b4d2a8dded42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a556a7b2c4b3d" /><Relationship Type="http://schemas.openxmlformats.org/officeDocument/2006/relationships/chart" Target="/ppt/slides/charts/chart1.xml" Id="Ra990900bb5e54e72" /><Relationship Type="http://schemas.openxmlformats.org/officeDocument/2006/relationships/chart" Target="/ppt/slides/charts/chart2.xml" Id="R25953158bdf042de" /><Relationship Type="http://schemas.openxmlformats.org/officeDocument/2006/relationships/chart" Target="/ppt/slides/charts/chart3.xml" Id="R4b44f8d955644eff" /><Relationship Type="http://schemas.openxmlformats.org/officeDocument/2006/relationships/notesSlide" Target="/ppt/notesSlides/notesSlide11.xml" Id="Rbb5acfaeda674c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04ac34f6e4de8" /><Relationship Type="http://schemas.openxmlformats.org/officeDocument/2006/relationships/chart" Target="/ppt/slides/charts/chart4.xml" Id="Ra24269c0ae164301" /><Relationship Type="http://schemas.openxmlformats.org/officeDocument/2006/relationships/notesSlide" Target="/ppt/notesSlides/notesSlide12.xml" Id="R98cb91cb926441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d00b5ca034c76" /><Relationship Type="http://schemas.openxmlformats.org/officeDocument/2006/relationships/notesSlide" Target="/ppt/notesSlides/notesSlide13.xml" Id="Reb96667f90ec4a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f9d6af4f34cb4" /><Relationship Type="http://schemas.openxmlformats.org/officeDocument/2006/relationships/notesSlide" Target="/ppt/notesSlides/notesSlide14.xml" Id="R889ddc9b114d46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695d495154d26" /><Relationship Type="http://schemas.openxmlformats.org/officeDocument/2006/relationships/notesSlide" Target="/ppt/notesSlides/notesSlide15.xml" Id="R81fc2300b63e46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2a3aa572e45f4" /><Relationship Type="http://schemas.openxmlformats.org/officeDocument/2006/relationships/notesSlide" Target="/ppt/notesSlides/notesSlide16.xml" Id="R859342ec14f54d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5c8693cd24702" /><Relationship Type="http://schemas.openxmlformats.org/officeDocument/2006/relationships/notesSlide" Target="/ppt/notesSlides/notesSlide17.xml" Id="Re6272baf963a48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a52a450e94c92" /><Relationship Type="http://schemas.openxmlformats.org/officeDocument/2006/relationships/image" Target="/ppt/media/image9.png" Id="Rb280d8d921be4b1b" /><Relationship Type="http://schemas.openxmlformats.org/officeDocument/2006/relationships/notesSlide" Target="/ppt/notesSlides/notesSlide18.xml" Id="Rbf26a39fcb8b45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1a69b0f3c439c" /><Relationship Type="http://schemas.openxmlformats.org/officeDocument/2006/relationships/image" Target="/ppt/media/image10.png" Id="Rff8a83ac414d4682" /><Relationship Type="http://schemas.openxmlformats.org/officeDocument/2006/relationships/image" Target="/ppt/media/image11.png" Id="Rc3499c6b200e4f59" /><Relationship Type="http://schemas.openxmlformats.org/officeDocument/2006/relationships/notesSlide" Target="/ppt/notesSlides/notesSlide19.xml" Id="Rbaea66cb42bf40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0b3661f2d4a23" /><Relationship Type="http://schemas.openxmlformats.org/officeDocument/2006/relationships/notesSlide" Target="/ppt/notesSlides/notesSlide20.xml" Id="Rca952fbec92540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22caa42054e29" /><Relationship Type="http://schemas.openxmlformats.org/officeDocument/2006/relationships/notesSlide" Target="/ppt/notesSlides/notesSlide21.xml" Id="Rfec07b2c0ece48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534b770e34a74" /><Relationship Type="http://schemas.openxmlformats.org/officeDocument/2006/relationships/notesSlide" Target="/ppt/notesSlides/notesSlide22.xml" Id="R273ad61d0e5c4ca3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324D"/>
                </a:solidFill>
              </a:rPr>
              <a:t>离线局部扫频：安全运动支路有功功率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7324D"/>
              </a:solidFill>
            </a:defRPr>
          </a:pPr>
        </a:p>
      </c:txPr>
    </c:title>
    <c:plotArea>
      <c:scatterChart>
        <c:scatterStyle val="line"/>
        <c:ser>
          <c:idx val="0"/>
          <c:order val="0"/>
          <c:tx>
            <c:v>基准场景</c:v>
          </c:tx>
          <c:spPr>
            <a:ln xmlns:a="http://schemas.openxmlformats.org/drawingml/2006/main" w="28575">
              <a:solidFill>
                <a:srgbClr val="3978B8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09"/>
              <c:pt idx="0">
                <c:v>0.84</c:v>
              </c:pt>
              <c:pt idx="1">
                <c:v>0.8405</c:v>
              </c:pt>
              <c:pt idx="2">
                <c:v>0.841</c:v>
              </c:pt>
              <c:pt idx="3">
                <c:v>0.8415</c:v>
              </c:pt>
              <c:pt idx="4">
                <c:v>0.842</c:v>
              </c:pt>
              <c:pt idx="5">
                <c:v>0.8425</c:v>
              </c:pt>
              <c:pt idx="6">
                <c:v>0.843</c:v>
              </c:pt>
              <c:pt idx="7">
                <c:v>0.8435</c:v>
              </c:pt>
              <c:pt idx="8">
                <c:v>0.844</c:v>
              </c:pt>
              <c:pt idx="9">
                <c:v>0.8445</c:v>
              </c:pt>
              <c:pt idx="10">
                <c:v>0.845</c:v>
              </c:pt>
              <c:pt idx="11">
                <c:v>0.8455</c:v>
              </c:pt>
              <c:pt idx="12">
                <c:v>0.846</c:v>
              </c:pt>
              <c:pt idx="13">
                <c:v>0.8465</c:v>
              </c:pt>
              <c:pt idx="14">
                <c:v>0.847</c:v>
              </c:pt>
              <c:pt idx="15">
                <c:v>0.8475</c:v>
              </c:pt>
              <c:pt idx="16">
                <c:v>0.848</c:v>
              </c:pt>
              <c:pt idx="17">
                <c:v>0.8485</c:v>
              </c:pt>
              <c:pt idx="18">
                <c:v>0.849</c:v>
              </c:pt>
              <c:pt idx="19">
                <c:v>0.8495</c:v>
              </c:pt>
              <c:pt idx="20">
                <c:v>0.85</c:v>
              </c:pt>
              <c:pt idx="21">
                <c:v>0.8505</c:v>
              </c:pt>
              <c:pt idx="22">
                <c:v>0.851</c:v>
              </c:pt>
              <c:pt idx="23">
                <c:v>0.8515</c:v>
              </c:pt>
              <c:pt idx="24">
                <c:v>0.852</c:v>
              </c:pt>
              <c:pt idx="25">
                <c:v>0.8525</c:v>
              </c:pt>
              <c:pt idx="26">
                <c:v>0.853</c:v>
              </c:pt>
              <c:pt idx="27">
                <c:v>0.8535</c:v>
              </c:pt>
              <c:pt idx="28">
                <c:v>0.854</c:v>
              </c:pt>
              <c:pt idx="29">
                <c:v>0.8545</c:v>
              </c:pt>
              <c:pt idx="30">
                <c:v>0.855</c:v>
              </c:pt>
              <c:pt idx="31">
                <c:v>0.8555</c:v>
              </c:pt>
              <c:pt idx="32">
                <c:v>0.856</c:v>
              </c:pt>
              <c:pt idx="33">
                <c:v>0.8565</c:v>
              </c:pt>
              <c:pt idx="34">
                <c:v>0.857</c:v>
              </c:pt>
              <c:pt idx="35">
                <c:v>0.8575</c:v>
              </c:pt>
              <c:pt idx="36">
                <c:v>0.858</c:v>
              </c:pt>
              <c:pt idx="37">
                <c:v>0.8585</c:v>
              </c:pt>
              <c:pt idx="38">
                <c:v>0.859</c:v>
              </c:pt>
              <c:pt idx="39">
                <c:v>0.8595</c:v>
              </c:pt>
              <c:pt idx="40">
                <c:v>0.86</c:v>
              </c:pt>
              <c:pt idx="41">
                <c:v>0.8605</c:v>
              </c:pt>
              <c:pt idx="42">
                <c:v>0.861</c:v>
              </c:pt>
              <c:pt idx="43">
                <c:v>0.8615</c:v>
              </c:pt>
              <c:pt idx="44">
                <c:v>0.862</c:v>
              </c:pt>
              <c:pt idx="45">
                <c:v>0.8625</c:v>
              </c:pt>
              <c:pt idx="46">
                <c:v>0.863</c:v>
              </c:pt>
              <c:pt idx="47">
                <c:v>0.8635</c:v>
              </c:pt>
              <c:pt idx="48">
                <c:v>0.864</c:v>
              </c:pt>
              <c:pt idx="49">
                <c:v>0.8645</c:v>
              </c:pt>
              <c:pt idx="50">
                <c:v>0.865</c:v>
              </c:pt>
              <c:pt idx="51">
                <c:v>0.8655</c:v>
              </c:pt>
              <c:pt idx="52">
                <c:v>0.866</c:v>
              </c:pt>
              <c:pt idx="53">
                <c:v>0.8665</c:v>
              </c:pt>
              <c:pt idx="54">
                <c:v>0.867</c:v>
              </c:pt>
              <c:pt idx="55">
                <c:v>0.8675</c:v>
              </c:pt>
              <c:pt idx="56">
                <c:v>0.868</c:v>
              </c:pt>
              <c:pt idx="57">
                <c:v>0.8685</c:v>
              </c:pt>
              <c:pt idx="58">
                <c:v>0.869</c:v>
              </c:pt>
              <c:pt idx="59">
                <c:v>0.8695</c:v>
              </c:pt>
              <c:pt idx="60">
                <c:v>0.87</c:v>
              </c:pt>
              <c:pt idx="61">
                <c:v>0.8705</c:v>
              </c:pt>
              <c:pt idx="62">
                <c:v>0.871</c:v>
              </c:pt>
              <c:pt idx="63">
                <c:v>0.8715</c:v>
              </c:pt>
              <c:pt idx="64">
                <c:v>0.872</c:v>
              </c:pt>
              <c:pt idx="65">
                <c:v>0.8725</c:v>
              </c:pt>
              <c:pt idx="66">
                <c:v>0.873</c:v>
              </c:pt>
              <c:pt idx="67">
                <c:v>0.8735</c:v>
              </c:pt>
              <c:pt idx="68">
                <c:v>0.874</c:v>
              </c:pt>
              <c:pt idx="69">
                <c:v>0.8745</c:v>
              </c:pt>
              <c:pt idx="70">
                <c:v>0.875</c:v>
              </c:pt>
              <c:pt idx="71">
                <c:v>0.8755</c:v>
              </c:pt>
              <c:pt idx="72">
                <c:v>0.876</c:v>
              </c:pt>
              <c:pt idx="73">
                <c:v>0.8765</c:v>
              </c:pt>
              <c:pt idx="74">
                <c:v>0.877</c:v>
              </c:pt>
              <c:pt idx="75">
                <c:v>0.8775</c:v>
              </c:pt>
              <c:pt idx="76">
                <c:v>0.878</c:v>
              </c:pt>
              <c:pt idx="77">
                <c:v>0.8785</c:v>
              </c:pt>
              <c:pt idx="78">
                <c:v>0.879</c:v>
              </c:pt>
              <c:pt idx="79">
                <c:v>0.8795</c:v>
              </c:pt>
              <c:pt idx="80">
                <c:v>0.88</c:v>
              </c:pt>
              <c:pt idx="81">
                <c:v>0.8805</c:v>
              </c:pt>
              <c:pt idx="82">
                <c:v>0.881</c:v>
              </c:pt>
              <c:pt idx="83">
                <c:v>0.8815</c:v>
              </c:pt>
              <c:pt idx="84">
                <c:v>0.882</c:v>
              </c:pt>
              <c:pt idx="85">
                <c:v>0.8825</c:v>
              </c:pt>
              <c:pt idx="86">
                <c:v>0.883</c:v>
              </c:pt>
              <c:pt idx="87">
                <c:v>0.8835</c:v>
              </c:pt>
              <c:pt idx="88">
                <c:v>0.884</c:v>
              </c:pt>
              <c:pt idx="89">
                <c:v>0.8845</c:v>
              </c:pt>
              <c:pt idx="90">
                <c:v>0.885</c:v>
              </c:pt>
              <c:pt idx="91">
                <c:v>0.8855</c:v>
              </c:pt>
              <c:pt idx="92">
                <c:v>0.886</c:v>
              </c:pt>
              <c:pt idx="93">
                <c:v>0.8865</c:v>
              </c:pt>
              <c:pt idx="94">
                <c:v>0.887</c:v>
              </c:pt>
              <c:pt idx="95">
                <c:v>0.8875</c:v>
              </c:pt>
              <c:pt idx="96">
                <c:v>0.888</c:v>
              </c:pt>
              <c:pt idx="97">
                <c:v>0.8885</c:v>
              </c:pt>
              <c:pt idx="98">
                <c:v>0.889</c:v>
              </c:pt>
              <c:pt idx="99">
                <c:v>0.8895</c:v>
              </c:pt>
              <c:pt idx="100">
                <c:v>0.89</c:v>
              </c:pt>
              <c:pt idx="101">
                <c:v>0.8905</c:v>
              </c:pt>
              <c:pt idx="102">
                <c:v>0.891</c:v>
              </c:pt>
              <c:pt idx="103">
                <c:v>0.8915</c:v>
              </c:pt>
              <c:pt idx="104">
                <c:v>0.892</c:v>
              </c:pt>
              <c:pt idx="105">
                <c:v>0.8925</c:v>
              </c:pt>
              <c:pt idx="106">
                <c:v>0.893</c:v>
              </c:pt>
              <c:pt idx="107">
                <c:v>0.8935</c:v>
              </c:pt>
              <c:pt idx="108">
                <c:v>0.894</c:v>
              </c:pt>
              <c:pt idx="109">
                <c:v>0.8945</c:v>
              </c:pt>
              <c:pt idx="110">
                <c:v>0.895</c:v>
              </c:pt>
              <c:pt idx="111">
                <c:v>0.8955</c:v>
              </c:pt>
              <c:pt idx="112">
                <c:v>0.896</c:v>
              </c:pt>
              <c:pt idx="113">
                <c:v>0.8965</c:v>
              </c:pt>
              <c:pt idx="114">
                <c:v>0.897</c:v>
              </c:pt>
              <c:pt idx="115">
                <c:v>0.8971</c:v>
              </c:pt>
              <c:pt idx="116">
                <c:v>0.8972</c:v>
              </c:pt>
              <c:pt idx="117">
                <c:v>0.8973</c:v>
              </c:pt>
              <c:pt idx="118">
                <c:v>0.8974</c:v>
              </c:pt>
              <c:pt idx="119">
                <c:v>0.8975</c:v>
              </c:pt>
              <c:pt idx="120">
                <c:v>0.8976</c:v>
              </c:pt>
              <c:pt idx="121">
                <c:v>0.8977</c:v>
              </c:pt>
              <c:pt idx="122">
                <c:v>0.8978</c:v>
              </c:pt>
              <c:pt idx="123">
                <c:v>0.8979</c:v>
              </c:pt>
              <c:pt idx="124">
                <c:v>0.898</c:v>
              </c:pt>
              <c:pt idx="125">
                <c:v>0.8981</c:v>
              </c:pt>
              <c:pt idx="126">
                <c:v>0.8982</c:v>
              </c:pt>
              <c:pt idx="127">
                <c:v>0.8983</c:v>
              </c:pt>
              <c:pt idx="128">
                <c:v>0.8984</c:v>
              </c:pt>
              <c:pt idx="129">
                <c:v>0.8985</c:v>
              </c:pt>
              <c:pt idx="130">
                <c:v>0.8986</c:v>
              </c:pt>
              <c:pt idx="131">
                <c:v>0.8987</c:v>
              </c:pt>
              <c:pt idx="132">
                <c:v>0.8988</c:v>
              </c:pt>
              <c:pt idx="133">
                <c:v>0.8989</c:v>
              </c:pt>
              <c:pt idx="134">
                <c:v>0.899</c:v>
              </c:pt>
              <c:pt idx="135">
                <c:v>0.8991</c:v>
              </c:pt>
              <c:pt idx="136">
                <c:v>0.8992</c:v>
              </c:pt>
              <c:pt idx="137">
                <c:v>0.8993</c:v>
              </c:pt>
              <c:pt idx="138">
                <c:v>0.8994</c:v>
              </c:pt>
              <c:pt idx="139">
                <c:v>0.8995</c:v>
              </c:pt>
              <c:pt idx="140">
                <c:v>0.8996</c:v>
              </c:pt>
              <c:pt idx="141">
                <c:v>0.8997</c:v>
              </c:pt>
              <c:pt idx="142">
                <c:v>0.8998</c:v>
              </c:pt>
              <c:pt idx="143">
                <c:v>0.8999</c:v>
              </c:pt>
              <c:pt idx="144">
                <c:v>0.9</c:v>
              </c:pt>
              <c:pt idx="145">
                <c:v>0.9001</c:v>
              </c:pt>
              <c:pt idx="146">
                <c:v>0.9002</c:v>
              </c:pt>
              <c:pt idx="147">
                <c:v>0.9003</c:v>
              </c:pt>
              <c:pt idx="148">
                <c:v>0.9004</c:v>
              </c:pt>
              <c:pt idx="149">
                <c:v>0.9005</c:v>
              </c:pt>
              <c:pt idx="150">
                <c:v>0.9006</c:v>
              </c:pt>
              <c:pt idx="151">
                <c:v>0.9007</c:v>
              </c:pt>
              <c:pt idx="152">
                <c:v>0.9008</c:v>
              </c:pt>
              <c:pt idx="153">
                <c:v>0.9009</c:v>
              </c:pt>
              <c:pt idx="154">
                <c:v>0.901</c:v>
              </c:pt>
              <c:pt idx="155">
                <c:v>0.9011</c:v>
              </c:pt>
              <c:pt idx="156">
                <c:v>0.9012</c:v>
              </c:pt>
              <c:pt idx="157">
                <c:v>0.9013</c:v>
              </c:pt>
              <c:pt idx="158">
                <c:v>0.9014</c:v>
              </c:pt>
              <c:pt idx="159">
                <c:v>0.9015</c:v>
              </c:pt>
              <c:pt idx="160">
                <c:v>0.9016</c:v>
              </c:pt>
              <c:pt idx="161">
                <c:v>0.9017</c:v>
              </c:pt>
              <c:pt idx="162">
                <c:v>0.9018</c:v>
              </c:pt>
              <c:pt idx="163">
                <c:v>0.9019</c:v>
              </c:pt>
              <c:pt idx="164">
                <c:v>0.902</c:v>
              </c:pt>
              <c:pt idx="165">
                <c:v>0.9021</c:v>
              </c:pt>
              <c:pt idx="166">
                <c:v>0.9022</c:v>
              </c:pt>
              <c:pt idx="167">
                <c:v>0.9023</c:v>
              </c:pt>
              <c:pt idx="168">
                <c:v>0.9024</c:v>
              </c:pt>
              <c:pt idx="169">
                <c:v>0.9025</c:v>
              </c:pt>
              <c:pt idx="170">
                <c:v>0.9026</c:v>
              </c:pt>
              <c:pt idx="171">
                <c:v>0.9027</c:v>
              </c:pt>
              <c:pt idx="172">
                <c:v>0.9028</c:v>
              </c:pt>
              <c:pt idx="173">
                <c:v>0.9029</c:v>
              </c:pt>
              <c:pt idx="174">
                <c:v>0.903</c:v>
              </c:pt>
              <c:pt idx="175">
                <c:v>0.9035</c:v>
              </c:pt>
              <c:pt idx="176">
                <c:v>0.904</c:v>
              </c:pt>
              <c:pt idx="177">
                <c:v>0.9045</c:v>
              </c:pt>
              <c:pt idx="178">
                <c:v>0.905</c:v>
              </c:pt>
              <c:pt idx="179">
                <c:v>0.9055</c:v>
              </c:pt>
              <c:pt idx="180">
                <c:v>0.906</c:v>
              </c:pt>
              <c:pt idx="181">
                <c:v>0.9065</c:v>
              </c:pt>
              <c:pt idx="182">
                <c:v>0.907</c:v>
              </c:pt>
              <c:pt idx="183">
                <c:v>0.9075</c:v>
              </c:pt>
              <c:pt idx="184">
                <c:v>0.908</c:v>
              </c:pt>
              <c:pt idx="185">
                <c:v>0.9085</c:v>
              </c:pt>
              <c:pt idx="186">
                <c:v>0.909</c:v>
              </c:pt>
              <c:pt idx="187">
                <c:v>0.9095</c:v>
              </c:pt>
              <c:pt idx="188">
                <c:v>0.91</c:v>
              </c:pt>
              <c:pt idx="189">
                <c:v>0.9105</c:v>
              </c:pt>
              <c:pt idx="190">
                <c:v>0.911</c:v>
              </c:pt>
              <c:pt idx="191">
                <c:v>0.9115</c:v>
              </c:pt>
              <c:pt idx="192">
                <c:v>0.912</c:v>
              </c:pt>
              <c:pt idx="193">
                <c:v>0.9125</c:v>
              </c:pt>
              <c:pt idx="194">
                <c:v>0.913</c:v>
              </c:pt>
              <c:pt idx="195">
                <c:v>0.9135</c:v>
              </c:pt>
              <c:pt idx="196">
                <c:v>0.914</c:v>
              </c:pt>
              <c:pt idx="197">
                <c:v>0.9145</c:v>
              </c:pt>
              <c:pt idx="198">
                <c:v>0.915</c:v>
              </c:pt>
              <c:pt idx="199">
                <c:v>0.9155</c:v>
              </c:pt>
              <c:pt idx="200">
                <c:v>0.916</c:v>
              </c:pt>
              <c:pt idx="201">
                <c:v>0.9165</c:v>
              </c:pt>
              <c:pt idx="202">
                <c:v>0.917</c:v>
              </c:pt>
              <c:pt idx="203">
                <c:v>0.9175</c:v>
              </c:pt>
              <c:pt idx="204">
                <c:v>0.918</c:v>
              </c:pt>
              <c:pt idx="205">
                <c:v>0.9185</c:v>
              </c:pt>
              <c:pt idx="206">
                <c:v>0.919</c:v>
              </c:pt>
              <c:pt idx="207">
                <c:v>0.9195</c:v>
              </c:pt>
              <c:pt idx="208">
                <c:v>0.92</c:v>
              </c:pt>
            </c:numLit>
          </c:xVal>
          <c:yVal>
            <c:numLit>
              <c:formatCode>General</c:formatCode>
              <c:ptCount val="209"/>
              <c:pt idx="0">
                <c:v>0.01657238904287891</c:v>
              </c:pt>
              <c:pt idx="1">
                <c:v>0.01704002061671122</c:v>
              </c:pt>
              <c:pt idx="2">
                <c:v>0.017523908739292805</c:v>
              </c:pt>
              <c:pt idx="3">
                <c:v>0.018024725530863345</c:v>
              </c:pt>
              <c:pt idx="4">
                <c:v>0.01854317543723957</c:v>
              </c:pt>
              <c:pt idx="5">
                <c:v>0.019079997013580877</c:v>
              </c:pt>
              <c:pt idx="6">
                <c:v>0.01963596482013971</c:v>
              </c:pt>
              <c:pt idx="7">
                <c:v>0.020211891437946904</c:v>
              </c:pt>
              <c:pt idx="8">
                <c:v>0.02080862961302721</c:v>
              </c:pt>
              <c:pt idx="9">
                <c:v>0.021427074538424403</c:v>
              </c:pt>
              <c:pt idx="10">
                <c:v>0.022068166284081644</c:v>
              </c:pt>
              <c:pt idx="11">
                <c:v>0.022732892385438</c:v>
              </c:pt>
              <c:pt idx="12">
                <c:v>0.023422290602513277</c:v>
              </c:pt>
              <c:pt idx="13">
                <c:v>0.02413745186222897</c:v>
              </c:pt>
              <c:pt idx="14">
                <c:v>0.024879523397801483</c:v>
              </c:pt>
              <c:pt idx="15">
                <c:v>0.02564971210021207</c:v>
              </c:pt>
              <c:pt idx="16">
                <c:v>0.026449288098065637</c:v>
              </c:pt>
              <c:pt idx="17">
                <c:v>0.027279588583553692</c:v>
              </c:pt>
              <c:pt idx="18">
                <c:v>0.02814202190381018</c:v>
              </c:pt>
              <c:pt idx="19">
                <c:v>0.029038071938644824</c:v>
              </c:pt>
              <c:pt idx="20">
                <c:v>0.029969302787536484</c:v>
              </c:pt>
              <c:pt idx="21">
                <c:v>0.030937363790825467</c:v>
              </c:pt>
              <c:pt idx="22">
                <c:v>0.03194399491234331</c:v>
              </c:pt>
              <c:pt idx="23">
                <c:v>0.03299103251322047</c:v>
              </c:pt>
              <c:pt idx="24">
                <c:v>0.034080415549412914</c:v>
              </c:pt>
              <c:pt idx="25">
                <c:v>0.035214192228539345</c:v>
              </c:pt>
              <c:pt idx="26">
                <c:v>0.03639452716504748</c:v>
              </c:pt>
              <c:pt idx="27">
                <c:v>0.03762370907646982</c:v>
              </c:pt>
              <c:pt idx="28">
                <c:v>0.03890415906772874</c:v>
              </c:pt>
              <c:pt idx="29">
                <c:v>0.04023843955506652</c:v>
              </c:pt>
              <c:pt idx="30">
                <c:v>0.04162926388635166</c:v>
              </c:pt>
              <c:pt idx="31">
                <c:v>0.04307950672021826</c:v>
              </c:pt>
              <c:pt idx="32">
                <c:v>0.04459221523291279</c:v>
              </c:pt>
              <c:pt idx="33">
                <c:v>0.0456826745209703</c:v>
              </c:pt>
              <c:pt idx="34">
                <c:v>0.0467790245715015</c:v>
              </c:pt>
              <c:pt idx="35">
                <c:v>0.0479146108307733</c:v>
              </c:pt>
              <c:pt idx="36">
                <c:v>0.04909131996167969</c:v>
              </c:pt>
              <c:pt idx="37">
                <c:v>0.0503111532029224</c:v>
              </c:pt>
              <c:pt idx="38">
                <c:v>0.051576234813566345</c:v>
              </c:pt>
              <c:pt idx="39">
                <c:v>0.052888821252323456</c:v>
              </c:pt>
              <c:pt idx="40">
                <c:v>0.05425131116552209</c:v>
              </c:pt>
              <c:pt idx="41">
                <c:v>0.05566625626618104</c:v>
              </c:pt>
              <c:pt idx="42">
                <c:v>0.05713637319619626</c:v>
              </c:pt>
              <c:pt idx="43">
                <c:v>0.05866455647444821</c:v>
              </c:pt>
              <c:pt idx="44">
                <c:v>0.06025389264592044</c:v>
              </c:pt>
              <c:pt idx="45">
                <c:v>0.061907675760783286</c:v>
              </c:pt>
              <c:pt idx="46">
                <c:v>0.06362942432822734</c:v>
              </c:pt>
              <c:pt idx="47">
                <c:v>0.06542289990775405</c:v>
              </c:pt>
              <c:pt idx="48">
                <c:v>0.06729212752114531</c:v>
              </c:pt>
              <c:pt idx="49">
                <c:v>0.06924141809168734</c:v>
              </c:pt>
              <c:pt idx="50">
                <c:v>0.07127539314398373</c:v>
              </c:pt>
              <c:pt idx="51">
                <c:v>0.07339901202832147</c:v>
              </c:pt>
              <c:pt idx="52">
                <c:v>0.07561760196875436</c:v>
              </c:pt>
              <c:pt idx="53">
                <c:v>0.07793689127451059</c:v>
              </c:pt>
              <c:pt idx="54">
                <c:v>0.08036304610099965</c:v>
              </c:pt>
              <c:pt idx="55">
                <c:v>0.08290271120053427</c:v>
              </c:pt>
              <c:pt idx="56">
                <c:v>0.08556305516524891</c:v>
              </c:pt>
              <c:pt idx="57">
                <c:v>0.08835182073698733</c:v>
              </c:pt>
              <c:pt idx="58">
                <c:v>0.09127738084300471</c:v>
              </c:pt>
              <c:pt idx="59">
                <c:v>0.09434880111425195</c:v>
              </c:pt>
              <c:pt idx="60">
                <c:v>0.09757590975739047</c:v>
              </c:pt>
              <c:pt idx="61">
                <c:v>0.10096937578561961</c:v>
              </c:pt>
              <c:pt idx="62">
                <c:v>0.10454079677052487</c:v>
              </c:pt>
              <c:pt idx="63">
                <c:v>0.10830279746218167</c:v>
              </c:pt>
              <c:pt idx="64">
                <c:v>0.11226914084291444</c:v>
              </c:pt>
              <c:pt idx="65">
                <c:v>0.11645485343843034</c:v>
              </c:pt>
              <c:pt idx="66">
                <c:v>0.12087636701640074</c:v>
              </c:pt>
              <c:pt idx="67">
                <c:v>0.12555167916737123</c:v>
              </c:pt>
              <c:pt idx="68">
                <c:v>0.13050053569823228</c:v>
              </c:pt>
              <c:pt idx="69">
                <c:v>0.13574463829009267</c:v>
              </c:pt>
              <c:pt idx="70">
                <c:v>0.141307881499</c:v>
              </c:pt>
              <c:pt idx="71">
                <c:v>0.14721662393375787</c:v>
              </c:pt>
              <c:pt idx="72">
                <c:v>0.15349999935945133</c:v>
              </c:pt>
              <c:pt idx="73">
                <c:v>0.16019027458618162</c:v>
              </c:pt>
              <c:pt idx="74">
                <c:v>0.1673232623567594</c:v>
              </c:pt>
              <c:pt idx="75">
                <c:v>0.1749387991053389</c:v>
              </c:pt>
              <c:pt idx="76">
                <c:v>0.18308129949713148</c:v>
              </c:pt>
              <c:pt idx="77">
                <c:v>0.1918004021764114</c:v>
              </c:pt>
              <c:pt idx="78">
                <c:v>0.20115172427145314</c:v>
              </c:pt>
              <c:pt idx="79">
                <c:v>0.21119774609579936</c:v>
              </c:pt>
              <c:pt idx="80">
                <c:v>0.2220088523575046</c:v>
              </c:pt>
              <c:pt idx="81">
                <c:v>0.23366456232259955</c:v>
              </c:pt>
              <c:pt idx="82">
                <c:v>0.24625498914370456</c:v>
              </c:pt>
              <c:pt idx="83">
                <c:v>0.2598825784500894</c:v>
              </c:pt>
              <c:pt idx="84">
                <c:v>0.2746641889548607</c:v>
              </c:pt>
              <c:pt idx="85">
                <c:v>0.29073359415039124</c:v>
              </c:pt>
              <c:pt idx="86">
                <c:v>0.30824450532851166</c:v>
              </c:pt>
              <c:pt idx="87">
                <c:v>0.327374243812328</c:v>
              </c:pt>
              <c:pt idx="88">
                <c:v>0.34832822667398977</c:v>
              </c:pt>
              <c:pt idx="89">
                <c:v>0.37134547847253413</c:v>
              </c:pt>
              <c:pt idx="90">
                <c:v>0.39670544607901703</c:v>
              </c:pt>
              <c:pt idx="91">
                <c:v>0.42473648070586234</c:v>
              </c:pt>
              <c:pt idx="92">
                <c:v>0.45582646977070834</c:v>
              </c:pt>
              <c:pt idx="93">
                <c:v>0.49043626417202724</c:v>
              </c:pt>
              <c:pt idx="94">
                <c:v>0.5291167729556755</c:v>
              </c:pt>
              <c:pt idx="95">
                <c:v>0.572530915468083</c:v>
              </c:pt>
              <c:pt idx="96">
                <c:v>0.6214820734730403</c:v>
              </c:pt>
              <c:pt idx="97">
                <c:v>0.6769513373710158</c:v>
              </c:pt>
              <c:pt idx="98">
                <c:v>0.7401467924957721</c:v>
              </c:pt>
              <c:pt idx="99">
                <c:v>0.8125695027163364</c:v>
              </c:pt>
              <c:pt idx="100">
                <c:v>0.8961029751677123</c:v>
              </c:pt>
              <c:pt idx="101">
                <c:v>0.9931361513795008</c:v>
              </c:pt>
              <c:pt idx="102">
                <c:v>1.1067350688706084</c:v>
              </c:pt>
              <c:pt idx="103">
                <c:v>1.2408864776613064</c:v>
              </c:pt>
              <c:pt idx="104">
                <c:v>1.4008499958988159</c:v>
              </c:pt>
              <c:pt idx="105">
                <c:v>1.5936776786790987</c:v>
              </c:pt>
              <c:pt idx="106">
                <c:v>1.8289983027551815</c:v>
              </c:pt>
              <c:pt idx="107">
                <c:v>2.12023204722174</c:v>
              </c:pt>
              <c:pt idx="108">
                <c:v>2.4865273093997584</c:v>
              </c:pt>
              <c:pt idx="109">
                <c:v>2.955953311658212</c:v>
              </c:pt>
              <c:pt idx="110">
                <c:v>3.5709681540504645</c:v>
              </c:pt>
              <c:pt idx="111">
                <c:v>4.398211122008519</c:v>
              </c:pt>
              <c:pt idx="112">
                <c:v>5.546984968623992</c:v>
              </c:pt>
              <c:pt idx="113">
                <c:v>7.206398737104147</c:v>
              </c:pt>
              <c:pt idx="114">
                <c:v>9.725908822384515</c:v>
              </c:pt>
              <c:pt idx="115">
                <c:v>10.384683199798891</c:v>
              </c:pt>
              <c:pt idx="116">
                <c:v>11.111686755179216</c:v>
              </c:pt>
              <c:pt idx="117">
                <c:v>11.916523708807338</c:v>
              </c:pt>
              <c:pt idx="118">
                <c:v>12.810518598737906</c:v>
              </c:pt>
              <c:pt idx="119">
                <c:v>13.807091827768465</c:v>
              </c:pt>
              <c:pt idx="120">
                <c:v>14.922231980624682</c:v>
              </c:pt>
              <c:pt idx="121">
                <c:v>16.175093564949982</c:v>
              </c:pt>
              <c:pt idx="122">
                <c:v>17.588758324851913</c:v>
              </c:pt>
              <c:pt idx="123">
                <c:v>19.19121118050292</c:v>
              </c:pt>
              <c:pt idx="124">
                <c:v>21.016599420443548</c:v>
              </c:pt>
              <c:pt idx="125">
                <c:v>23.106867693672246</c:v>
              </c:pt>
              <c:pt idx="126">
                <c:v>25.51389377239298</c:v>
              </c:pt>
              <c:pt idx="127">
                <c:v>28.302293550932664</c:v>
              </c:pt>
              <c:pt idx="128">
                <c:v>31.553120866997414</c:v>
              </c:pt>
              <c:pt idx="129">
                <c:v>35.36875968255407</c:v>
              </c:pt>
              <c:pt idx="130">
                <c:v>39.879389250198294</c:v>
              </c:pt>
              <c:pt idx="131">
                <c:v>45.25147982360712</c:v>
              </c:pt>
              <c:pt idx="132">
                <c:v>51.69879589964841</c:v>
              </c:pt>
              <c:pt idx="133">
                <c:v>59.496213875818725</c:v>
              </c:pt>
              <c:pt idx="134">
                <c:v>68.99598570064168</c:v>
              </c:pt>
              <c:pt idx="135">
                <c:v>80.64418329195681</c:v>
              </c:pt>
              <c:pt idx="136">
                <c:v>94.9904044770831</c:v>
              </c:pt>
              <c:pt idx="137">
                <c:v>112.67339849318792</c:v>
              </c:pt>
              <c:pt idx="138">
                <c:v>124.8326940633462</c:v>
              </c:pt>
              <c:pt idx="139">
                <c:v>134.620857345688</c:v>
              </c:pt>
              <c:pt idx="140">
                <c:v>145.58507174969014</c:v>
              </c:pt>
              <c:pt idx="141">
                <c:v>157.69373155908184</c:v>
              </c:pt>
              <c:pt idx="142">
                <c:v>164.31984730658823</c:v>
              </c:pt>
              <c:pt idx="143">
                <c:v>168.55694399042</c:v>
              </c:pt>
              <c:pt idx="144">
                <c:v>169.99997832489854</c:v>
              </c:pt>
              <c:pt idx="145">
                <c:v>168.50604605884402</c:v>
              </c:pt>
              <c:pt idx="146">
                <c:v>164.22879809010584</c:v>
              </c:pt>
              <c:pt idx="147">
                <c:v>157.5810203805377</c:v>
              </c:pt>
              <c:pt idx="148">
                <c:v>149.14142448425923</c:v>
              </c:pt>
              <c:pt idx="149">
                <c:v>139.5421067620248</c:v>
              </c:pt>
              <c:pt idx="150">
                <c:v>129.3724678463813</c:v>
              </c:pt>
              <c:pt idx="151">
                <c:v>112.77994877617776</c:v>
              </c:pt>
              <c:pt idx="152">
                <c:v>95.10347604386862</c:v>
              </c:pt>
              <c:pt idx="153">
                <c:v>80.76024947066868</c:v>
              </c:pt>
              <c:pt idx="154">
                <c:v>69.1125561283786</c:v>
              </c:pt>
              <c:pt idx="155">
                <c:v>59.61161393860592</c:v>
              </c:pt>
              <c:pt idx="156">
                <c:v>51.811947851752784</c:v>
              </c:pt>
              <c:pt idx="157">
                <c:v>45.36172524775428</c:v>
              </c:pt>
              <c:pt idx="158">
                <c:v>39.98635699199382</c:v>
              </c:pt>
              <c:pt idx="159">
                <c:v>35.47227180822185</c:v>
              </c:pt>
              <c:pt idx="160">
                <c:v>31.65312725879271</c:v>
              </c:pt>
              <c:pt idx="161">
                <c:v>28.398827023378498</c:v>
              </c:pt>
              <c:pt idx="162">
                <c:v>25.607039522085287</c:v>
              </c:pt>
              <c:pt idx="163">
                <c:v>23.19674262974654</c:v>
              </c:pt>
              <c:pt idx="164">
                <c:v>21.103338261971363</c:v>
              </c:pt>
              <c:pt idx="165">
                <c:v>19.274957174925483</c:v>
              </c:pt>
              <c:pt idx="166">
                <c:v>17.669657118469942</c:v>
              </c:pt>
              <c:pt idx="167">
                <c:v>16.253289222192276</c:v>
              </c:pt>
              <c:pt idx="168">
                <c:v>14.997864466709103</c:v>
              </c:pt>
              <c:pt idx="169">
                <c:v>13.880295485881181</c:v>
              </c:pt>
              <c:pt idx="170">
                <c:v>12.881421300299301</c:v>
              </c:pt>
              <c:pt idx="171">
                <c:v>11.985246456064928</c:v>
              </c:pt>
              <c:pt idx="172">
                <c:v>11.178343584271088</c:v>
              </c:pt>
              <c:pt idx="173">
                <c:v>10.449381279786516</c:v>
              </c:pt>
              <c:pt idx="174">
                <c:v>9.788748678406012</c:v>
              </c:pt>
              <c:pt idx="175">
                <c:v>7.261245398244594</c:v>
              </c:pt>
              <c:pt idx="176">
                <c:v>5.595547264007016</c:v>
              </c:pt>
              <c:pt idx="177">
                <c:v>4.44173113063305</c:v>
              </c:pt>
              <c:pt idx="178">
                <c:v>3.6103661519164336</c:v>
              </c:pt>
              <c:pt idx="179">
                <c:v>2.991925557937538</c:v>
              </c:pt>
              <c:pt idx="180">
                <c:v>2.5196111767713942</c:v>
              </c:pt>
              <c:pt idx="181">
                <c:v>2.1508498731699426</c:v>
              </c:pt>
              <c:pt idx="182">
                <c:v>1.8574874551344638</c:v>
              </c:pt>
              <c:pt idx="183">
                <c:v>1.6203115848031708</c:v>
              </c:pt>
              <c:pt idx="184">
                <c:v>1.4258531427912138</c:v>
              </c:pt>
              <c:pt idx="185">
                <c:v>1.264445311892549</c:v>
              </c:pt>
              <c:pt idx="186">
                <c:v>1.129006053858727</c:v>
              </c:pt>
              <c:pt idx="187">
                <c:v>1.0142518179978355</c:v>
              </c:pt>
              <c:pt idx="188">
                <c:v>0.9161765314207796</c:v>
              </c:pt>
              <c:pt idx="189">
                <c:v>0.8316983922741302</c:v>
              </c:pt>
              <c:pt idx="190">
                <c:v>0.7584154751703299</c:v>
              </c:pt>
              <c:pt idx="191">
                <c:v>0.6944334858672433</c:v>
              </c:pt>
              <c:pt idx="192">
                <c:v>0.6382423267348748</c:v>
              </c:pt>
              <c:pt idx="193">
                <c:v>0.5886262913197434</c:v>
              </c:pt>
              <c:pt idx="194">
                <c:v>0.5445978161557793</c:v>
              </c:pt>
              <c:pt idx="195">
                <c:v>0.5053479869583926</c:v>
              </c:pt>
              <c:pt idx="196">
                <c:v>0.47020912816598115</c:v>
              </c:pt>
              <c:pt idx="197">
                <c:v>0.43862621971940774</c:v>
              </c:pt>
              <c:pt idx="198">
                <c:v>0.4101348394219393</c:v>
              </c:pt>
              <c:pt idx="199">
                <c:v>0.38434398276521997</c:v>
              </c:pt>
              <c:pt idx="200">
                <c:v>0.3609225658588939</c:v>
              </c:pt>
              <c:pt idx="201">
                <c:v>0.33958873622506086</c:v>
              </c:pt>
              <c:pt idx="202">
                <c:v>0.32010134336970547</c:v>
              </c:pt>
              <c:pt idx="203">
                <c:v>0.3022530845504813</c:v>
              </c:pt>
              <c:pt idx="204">
                <c:v>0.2858649600984204</c:v>
              </c:pt>
              <c:pt idx="205">
                <c:v>0.27078176002362697</c:v>
              </c:pt>
              <c:pt idx="206">
                <c:v>0.25686836841701416</c:v>
              </c:pt>
              <c:pt idx="207">
                <c:v>0.24400672061174383</c:v>
              </c:pt>
              <c:pt idx="208">
                <c:v>0.23209328460572237</c:v>
              </c:pt>
            </c:numLit>
          </c:yVal>
        </c:ser>
        <c:ser>
          <c:idx val="1"/>
          <c:order val="1"/>
          <c:tx>
            <c:v>fs−5%场景</c:v>
          </c:tx>
          <c:spPr>
            <a:ln xmlns:a="http://schemas.openxmlformats.org/drawingml/2006/main" w="28575">
              <a:solidFill>
                <a:srgbClr val="B54343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10"/>
              <c:pt idx="0">
                <c:v>0.84</c:v>
              </c:pt>
              <c:pt idx="1">
                <c:v>0.8405</c:v>
              </c:pt>
              <c:pt idx="2">
                <c:v>0.841</c:v>
              </c:pt>
              <c:pt idx="3">
                <c:v>0.8415</c:v>
              </c:pt>
              <c:pt idx="4">
                <c:v>0.842</c:v>
              </c:pt>
              <c:pt idx="5">
                <c:v>0.8425</c:v>
              </c:pt>
              <c:pt idx="6">
                <c:v>0.843</c:v>
              </c:pt>
              <c:pt idx="7">
                <c:v>0.8435</c:v>
              </c:pt>
              <c:pt idx="8">
                <c:v>0.844</c:v>
              </c:pt>
              <c:pt idx="9">
                <c:v>0.8445</c:v>
              </c:pt>
              <c:pt idx="10">
                <c:v>0.845</c:v>
              </c:pt>
              <c:pt idx="11">
                <c:v>0.8455</c:v>
              </c:pt>
              <c:pt idx="12">
                <c:v>0.846</c:v>
              </c:pt>
              <c:pt idx="13">
                <c:v>0.8465</c:v>
              </c:pt>
              <c:pt idx="14">
                <c:v>0.847</c:v>
              </c:pt>
              <c:pt idx="15">
                <c:v>0.8475</c:v>
              </c:pt>
              <c:pt idx="16">
                <c:v>0.848</c:v>
              </c:pt>
              <c:pt idx="17">
                <c:v>0.8485</c:v>
              </c:pt>
              <c:pt idx="18">
                <c:v>0.849</c:v>
              </c:pt>
              <c:pt idx="19">
                <c:v>0.8495</c:v>
              </c:pt>
              <c:pt idx="20">
                <c:v>0.85</c:v>
              </c:pt>
              <c:pt idx="21">
                <c:v>0.8505</c:v>
              </c:pt>
              <c:pt idx="22">
                <c:v>0.851</c:v>
              </c:pt>
              <c:pt idx="23">
                <c:v>0.8515</c:v>
              </c:pt>
              <c:pt idx="24">
                <c:v>0.8518</c:v>
              </c:pt>
              <c:pt idx="25">
                <c:v>0.8519</c:v>
              </c:pt>
              <c:pt idx="26">
                <c:v>0.852</c:v>
              </c:pt>
              <c:pt idx="27">
                <c:v>0.8521</c:v>
              </c:pt>
              <c:pt idx="28">
                <c:v>0.8522</c:v>
              </c:pt>
              <c:pt idx="29">
                <c:v>0.8523</c:v>
              </c:pt>
              <c:pt idx="30">
                <c:v>0.8524</c:v>
              </c:pt>
              <c:pt idx="31">
                <c:v>0.8525</c:v>
              </c:pt>
              <c:pt idx="32">
                <c:v>0.8526</c:v>
              </c:pt>
              <c:pt idx="33">
                <c:v>0.8527</c:v>
              </c:pt>
              <c:pt idx="34">
                <c:v>0.8528</c:v>
              </c:pt>
              <c:pt idx="35">
                <c:v>0.8529</c:v>
              </c:pt>
              <c:pt idx="36">
                <c:v>0.853</c:v>
              </c:pt>
              <c:pt idx="37">
                <c:v>0.8531</c:v>
              </c:pt>
              <c:pt idx="38">
                <c:v>0.8532</c:v>
              </c:pt>
              <c:pt idx="39">
                <c:v>0.8533</c:v>
              </c:pt>
              <c:pt idx="40">
                <c:v>0.8534</c:v>
              </c:pt>
              <c:pt idx="41">
                <c:v>0.8535</c:v>
              </c:pt>
              <c:pt idx="42">
                <c:v>0.8536</c:v>
              </c:pt>
              <c:pt idx="43">
                <c:v>0.8537</c:v>
              </c:pt>
              <c:pt idx="44">
                <c:v>0.8538</c:v>
              </c:pt>
              <c:pt idx="45">
                <c:v>0.8539</c:v>
              </c:pt>
              <c:pt idx="46">
                <c:v>0.854</c:v>
              </c:pt>
              <c:pt idx="47">
                <c:v>0.8541</c:v>
              </c:pt>
              <c:pt idx="48">
                <c:v>0.8542</c:v>
              </c:pt>
              <c:pt idx="49">
                <c:v>0.8543</c:v>
              </c:pt>
              <c:pt idx="50">
                <c:v>0.8544</c:v>
              </c:pt>
              <c:pt idx="51">
                <c:v>0.8545</c:v>
              </c:pt>
              <c:pt idx="52">
                <c:v>0.8546</c:v>
              </c:pt>
              <c:pt idx="53">
                <c:v>0.8547</c:v>
              </c:pt>
              <c:pt idx="54">
                <c:v>0.8548</c:v>
              </c:pt>
              <c:pt idx="55">
                <c:v>0.8549</c:v>
              </c:pt>
              <c:pt idx="56">
                <c:v>0.855</c:v>
              </c:pt>
              <c:pt idx="57">
                <c:v>0.8551</c:v>
              </c:pt>
              <c:pt idx="58">
                <c:v>0.8552</c:v>
              </c:pt>
              <c:pt idx="59">
                <c:v>0.8553</c:v>
              </c:pt>
              <c:pt idx="60">
                <c:v>0.8554</c:v>
              </c:pt>
              <c:pt idx="61">
                <c:v>0.8555</c:v>
              </c:pt>
              <c:pt idx="62">
                <c:v>0.8556</c:v>
              </c:pt>
              <c:pt idx="63">
                <c:v>0.8557</c:v>
              </c:pt>
              <c:pt idx="64">
                <c:v>0.8558</c:v>
              </c:pt>
              <c:pt idx="65">
                <c:v>0.8559</c:v>
              </c:pt>
              <c:pt idx="66">
                <c:v>0.856</c:v>
              </c:pt>
              <c:pt idx="67">
                <c:v>0.8561</c:v>
              </c:pt>
              <c:pt idx="68">
                <c:v>0.8562</c:v>
              </c:pt>
              <c:pt idx="69">
                <c:v>0.8563</c:v>
              </c:pt>
              <c:pt idx="70">
                <c:v>0.8564</c:v>
              </c:pt>
              <c:pt idx="71">
                <c:v>0.8565</c:v>
              </c:pt>
              <c:pt idx="72">
                <c:v>0.8566</c:v>
              </c:pt>
              <c:pt idx="73">
                <c:v>0.8567</c:v>
              </c:pt>
              <c:pt idx="74">
                <c:v>0.8568</c:v>
              </c:pt>
              <c:pt idx="75">
                <c:v>0.8569</c:v>
              </c:pt>
              <c:pt idx="76">
                <c:v>0.857</c:v>
              </c:pt>
              <c:pt idx="77">
                <c:v>0.8571</c:v>
              </c:pt>
              <c:pt idx="78">
                <c:v>0.8572</c:v>
              </c:pt>
              <c:pt idx="79">
                <c:v>0.8573</c:v>
              </c:pt>
              <c:pt idx="80">
                <c:v>0.8574</c:v>
              </c:pt>
              <c:pt idx="81">
                <c:v>0.8575</c:v>
              </c:pt>
              <c:pt idx="82">
                <c:v>0.8576</c:v>
              </c:pt>
              <c:pt idx="83">
                <c:v>0.8577</c:v>
              </c:pt>
              <c:pt idx="84">
                <c:v>0.8578</c:v>
              </c:pt>
              <c:pt idx="85">
                <c:v>0.858</c:v>
              </c:pt>
              <c:pt idx="86">
                <c:v>0.8585</c:v>
              </c:pt>
              <c:pt idx="87">
                <c:v>0.859</c:v>
              </c:pt>
              <c:pt idx="88">
                <c:v>0.8595</c:v>
              </c:pt>
              <c:pt idx="89">
                <c:v>0.86</c:v>
              </c:pt>
              <c:pt idx="90">
                <c:v>0.8605</c:v>
              </c:pt>
              <c:pt idx="91">
                <c:v>0.861</c:v>
              </c:pt>
              <c:pt idx="92">
                <c:v>0.8615</c:v>
              </c:pt>
              <c:pt idx="93">
                <c:v>0.862</c:v>
              </c:pt>
              <c:pt idx="94">
                <c:v>0.8625</c:v>
              </c:pt>
              <c:pt idx="95">
                <c:v>0.863</c:v>
              </c:pt>
              <c:pt idx="96">
                <c:v>0.8635</c:v>
              </c:pt>
              <c:pt idx="97">
                <c:v>0.864</c:v>
              </c:pt>
              <c:pt idx="98">
                <c:v>0.8645</c:v>
              </c:pt>
              <c:pt idx="99">
                <c:v>0.865</c:v>
              </c:pt>
              <c:pt idx="100">
                <c:v>0.8655</c:v>
              </c:pt>
              <c:pt idx="101">
                <c:v>0.866</c:v>
              </c:pt>
              <c:pt idx="102">
                <c:v>0.8665</c:v>
              </c:pt>
              <c:pt idx="103">
                <c:v>0.867</c:v>
              </c:pt>
              <c:pt idx="104">
                <c:v>0.8675</c:v>
              </c:pt>
              <c:pt idx="105">
                <c:v>0.868</c:v>
              </c:pt>
              <c:pt idx="106">
                <c:v>0.8685</c:v>
              </c:pt>
              <c:pt idx="107">
                <c:v>0.869</c:v>
              </c:pt>
              <c:pt idx="108">
                <c:v>0.8695</c:v>
              </c:pt>
              <c:pt idx="109">
                <c:v>0.87</c:v>
              </c:pt>
              <c:pt idx="110">
                <c:v>0.8705</c:v>
              </c:pt>
              <c:pt idx="111">
                <c:v>0.871</c:v>
              </c:pt>
              <c:pt idx="112">
                <c:v>0.8715</c:v>
              </c:pt>
              <c:pt idx="113">
                <c:v>0.872</c:v>
              </c:pt>
              <c:pt idx="114">
                <c:v>0.8725</c:v>
              </c:pt>
              <c:pt idx="115">
                <c:v>0.873</c:v>
              </c:pt>
              <c:pt idx="116">
                <c:v>0.8735</c:v>
              </c:pt>
              <c:pt idx="117">
                <c:v>0.874</c:v>
              </c:pt>
              <c:pt idx="118">
                <c:v>0.8745</c:v>
              </c:pt>
              <c:pt idx="119">
                <c:v>0.875</c:v>
              </c:pt>
              <c:pt idx="120">
                <c:v>0.8755</c:v>
              </c:pt>
              <c:pt idx="121">
                <c:v>0.876</c:v>
              </c:pt>
              <c:pt idx="122">
                <c:v>0.8765</c:v>
              </c:pt>
              <c:pt idx="123">
                <c:v>0.877</c:v>
              </c:pt>
              <c:pt idx="124">
                <c:v>0.8775</c:v>
              </c:pt>
              <c:pt idx="125">
                <c:v>0.878</c:v>
              </c:pt>
              <c:pt idx="126">
                <c:v>0.8785</c:v>
              </c:pt>
              <c:pt idx="127">
                <c:v>0.879</c:v>
              </c:pt>
              <c:pt idx="128">
                <c:v>0.8795</c:v>
              </c:pt>
              <c:pt idx="129">
                <c:v>0.88</c:v>
              </c:pt>
              <c:pt idx="130">
                <c:v>0.8805</c:v>
              </c:pt>
              <c:pt idx="131">
                <c:v>0.881</c:v>
              </c:pt>
              <c:pt idx="132">
                <c:v>0.8815</c:v>
              </c:pt>
              <c:pt idx="133">
                <c:v>0.882</c:v>
              </c:pt>
              <c:pt idx="134">
                <c:v>0.8825</c:v>
              </c:pt>
              <c:pt idx="135">
                <c:v>0.883</c:v>
              </c:pt>
              <c:pt idx="136">
                <c:v>0.8835</c:v>
              </c:pt>
              <c:pt idx="137">
                <c:v>0.884</c:v>
              </c:pt>
              <c:pt idx="138">
                <c:v>0.8845</c:v>
              </c:pt>
              <c:pt idx="139">
                <c:v>0.885</c:v>
              </c:pt>
              <c:pt idx="140">
                <c:v>0.8855</c:v>
              </c:pt>
              <c:pt idx="141">
                <c:v>0.886</c:v>
              </c:pt>
              <c:pt idx="142">
                <c:v>0.8865</c:v>
              </c:pt>
              <c:pt idx="143">
                <c:v>0.887</c:v>
              </c:pt>
              <c:pt idx="144">
                <c:v>0.8875</c:v>
              </c:pt>
              <c:pt idx="145">
                <c:v>0.888</c:v>
              </c:pt>
              <c:pt idx="146">
                <c:v>0.8885</c:v>
              </c:pt>
              <c:pt idx="147">
                <c:v>0.889</c:v>
              </c:pt>
              <c:pt idx="148">
                <c:v>0.8895</c:v>
              </c:pt>
              <c:pt idx="149">
                <c:v>0.89</c:v>
              </c:pt>
              <c:pt idx="150">
                <c:v>0.8905</c:v>
              </c:pt>
              <c:pt idx="151">
                <c:v>0.891</c:v>
              </c:pt>
              <c:pt idx="152">
                <c:v>0.8915</c:v>
              </c:pt>
              <c:pt idx="153">
                <c:v>0.892</c:v>
              </c:pt>
              <c:pt idx="154">
                <c:v>0.8925</c:v>
              </c:pt>
              <c:pt idx="155">
                <c:v>0.893</c:v>
              </c:pt>
              <c:pt idx="156">
                <c:v>0.8935</c:v>
              </c:pt>
              <c:pt idx="157">
                <c:v>0.894</c:v>
              </c:pt>
              <c:pt idx="158">
                <c:v>0.8945</c:v>
              </c:pt>
              <c:pt idx="159">
                <c:v>0.895</c:v>
              </c:pt>
              <c:pt idx="160">
                <c:v>0.8955</c:v>
              </c:pt>
              <c:pt idx="161">
                <c:v>0.896</c:v>
              </c:pt>
              <c:pt idx="162">
                <c:v>0.8965</c:v>
              </c:pt>
              <c:pt idx="163">
                <c:v>0.897</c:v>
              </c:pt>
              <c:pt idx="164">
                <c:v>0.8975</c:v>
              </c:pt>
              <c:pt idx="165">
                <c:v>0.898</c:v>
              </c:pt>
              <c:pt idx="166">
                <c:v>0.8985</c:v>
              </c:pt>
              <c:pt idx="167">
                <c:v>0.899</c:v>
              </c:pt>
              <c:pt idx="168">
                <c:v>0.8995</c:v>
              </c:pt>
              <c:pt idx="169">
                <c:v>0.9</c:v>
              </c:pt>
              <c:pt idx="170">
                <c:v>0.9005</c:v>
              </c:pt>
              <c:pt idx="171">
                <c:v>0.901</c:v>
              </c:pt>
              <c:pt idx="172">
                <c:v>0.9015</c:v>
              </c:pt>
              <c:pt idx="173">
                <c:v>0.902</c:v>
              </c:pt>
              <c:pt idx="174">
                <c:v>0.9025</c:v>
              </c:pt>
              <c:pt idx="175">
                <c:v>0.903</c:v>
              </c:pt>
              <c:pt idx="176">
                <c:v>0.9035</c:v>
              </c:pt>
              <c:pt idx="177">
                <c:v>0.904</c:v>
              </c:pt>
              <c:pt idx="178">
                <c:v>0.9045</c:v>
              </c:pt>
              <c:pt idx="179">
                <c:v>0.905</c:v>
              </c:pt>
              <c:pt idx="180">
                <c:v>0.9055</c:v>
              </c:pt>
              <c:pt idx="181">
                <c:v>0.906</c:v>
              </c:pt>
              <c:pt idx="182">
                <c:v>0.9065</c:v>
              </c:pt>
              <c:pt idx="183">
                <c:v>0.907</c:v>
              </c:pt>
              <c:pt idx="184">
                <c:v>0.9075</c:v>
              </c:pt>
              <c:pt idx="185">
                <c:v>0.908</c:v>
              </c:pt>
              <c:pt idx="186">
                <c:v>0.9085</c:v>
              </c:pt>
              <c:pt idx="187">
                <c:v>0.909</c:v>
              </c:pt>
              <c:pt idx="188">
                <c:v>0.9095</c:v>
              </c:pt>
              <c:pt idx="189">
                <c:v>0.91</c:v>
              </c:pt>
              <c:pt idx="190">
                <c:v>0.9105</c:v>
              </c:pt>
              <c:pt idx="191">
                <c:v>0.911</c:v>
              </c:pt>
              <c:pt idx="192">
                <c:v>0.9115</c:v>
              </c:pt>
              <c:pt idx="193">
                <c:v>0.912</c:v>
              </c:pt>
              <c:pt idx="194">
                <c:v>0.9125</c:v>
              </c:pt>
              <c:pt idx="195">
                <c:v>0.913</c:v>
              </c:pt>
              <c:pt idx="196">
                <c:v>0.9135</c:v>
              </c:pt>
              <c:pt idx="197">
                <c:v>0.914</c:v>
              </c:pt>
              <c:pt idx="198">
                <c:v>0.9145</c:v>
              </c:pt>
              <c:pt idx="199">
                <c:v>0.915</c:v>
              </c:pt>
              <c:pt idx="200">
                <c:v>0.9155</c:v>
              </c:pt>
              <c:pt idx="201">
                <c:v>0.916</c:v>
              </c:pt>
              <c:pt idx="202">
                <c:v>0.9165</c:v>
              </c:pt>
              <c:pt idx="203">
                <c:v>0.917</c:v>
              </c:pt>
              <c:pt idx="204">
                <c:v>0.9175</c:v>
              </c:pt>
              <c:pt idx="205">
                <c:v>0.918</c:v>
              </c:pt>
              <c:pt idx="206">
                <c:v>0.9185</c:v>
              </c:pt>
              <c:pt idx="207">
                <c:v>0.919</c:v>
              </c:pt>
              <c:pt idx="208">
                <c:v>0.9195</c:v>
              </c:pt>
              <c:pt idx="209">
                <c:v>0.92</c:v>
              </c:pt>
            </c:numLit>
          </c:xVal>
          <c:yVal>
            <c:numLit>
              <c:formatCode>General</c:formatCode>
              <c:ptCount val="210"/>
              <c:pt idx="0">
                <c:v>0.2567183778721905</c:v>
              </c:pt>
              <c:pt idx="1">
                <c:v>0.27800277817370067</c:v>
              </c:pt>
              <c:pt idx="2">
                <c:v>0.3017949575462547</c:v>
              </c:pt>
              <c:pt idx="3">
                <c:v>0.3284904697036173</c:v>
              </c:pt>
              <c:pt idx="4">
                <c:v>0.358564753608419</c:v>
              </c:pt>
              <c:pt idx="5">
                <c:v>0.3925931301659067</c:v>
              </c:pt>
              <c:pt idx="6">
                <c:v>0.43127685753702916</c:v>
              </c:pt>
              <c:pt idx="7">
                <c:v>0.4754774282049229</c:v>
              </c:pt>
              <c:pt idx="8">
                <c:v>0.5262622142101278</c:v>
              </c:pt>
              <c:pt idx="9">
                <c:v>0.5849659439364289</c:v>
              </c:pt>
              <c:pt idx="10">
                <c:v>0.6532745815189802</c:v>
              </c:pt>
              <c:pt idx="11">
                <c:v>0.7333414023009578</c:v>
              </c:pt>
              <c:pt idx="12">
                <c:v>0.8279501293198394</c:v>
              </c:pt>
              <c:pt idx="13">
                <c:v>0.9407481495884407</c:v>
              </c:pt>
              <c:pt idx="14">
                <c:v>1.076586248330398</c:v>
              </c:pt>
              <c:pt idx="15">
                <c:v>1.242023961590037</c:v>
              </c:pt>
              <c:pt idx="16">
                <c:v>1.4460990276448116</c:v>
              </c:pt>
              <c:pt idx="17">
                <c:v>1.7015300582016648</c:v>
              </c:pt>
              <c:pt idx="18">
                <c:v>2.026652855631287</c:v>
              </c:pt>
              <c:pt idx="19">
                <c:v>2.4486448384708033</c:v>
              </c:pt>
              <c:pt idx="20">
                <c:v>3.0091062934640838</c:v>
              </c:pt>
              <c:pt idx="21">
                <c:v>3.7741632302330324</c:v>
              </c:pt>
              <c:pt idx="22">
                <c:v>4.853734106214605</c:v>
              </c:pt>
              <c:pt idx="23">
                <c:v>6.440590683958305</c:v>
              </c:pt>
              <c:pt idx="24">
                <c:v>7.765992254725209</c:v>
              </c:pt>
              <c:pt idx="25">
                <c:v>8.261410743307795</c:v>
              </c:pt>
              <c:pt idx="26">
                <c:v>8.80519526248781</c:v>
              </c:pt>
              <c:pt idx="27">
                <c:v>9.403772559347477</c:v>
              </c:pt>
              <c:pt idx="28">
                <c:v>10.064658441068119</c:v>
              </c:pt>
              <c:pt idx="29">
                <c:v>10.796683446462051</c:v>
              </c:pt>
              <c:pt idx="30">
                <c:v>11.610274002178782</c:v>
              </c:pt>
              <c:pt idx="31">
                <c:v>12.517804869196219</c:v>
              </c:pt>
              <c:pt idx="32">
                <c:v>13.534043794150902</c:v>
              </c:pt>
              <c:pt idx="33">
                <c:v>14.676716223949837</c:v>
              </c:pt>
              <c:pt idx="34">
                <c:v>15.967227434727072</c:v>
              </c:pt>
              <c:pt idx="35">
                <c:v>17.43159247084328</c:v>
              </c:pt>
              <c:pt idx="36">
                <c:v>19.10164229051894</c:v>
              </c:pt>
              <c:pt idx="37">
                <c:v>21.01659942044355</c:v>
              </c:pt>
              <c:pt idx="38">
                <c:v>23.22515088284656</c:v>
              </c:pt>
              <c:pt idx="39">
                <c:v>25.788193648058353</c:v>
              </c:pt>
              <c:pt idx="40">
                <c:v>28.782492592110703</c:v>
              </c:pt>
              <c:pt idx="41">
                <c:v>32.30557711892837</c:v>
              </c:pt>
              <c:pt idx="42">
                <c:v>36.482312001019885</c:v>
              </c:pt>
              <c:pt idx="43">
                <c:v>41.47370306221292</c:v>
              </c:pt>
              <c:pt idx="44">
                <c:v>47.48860471346468</c:v>
              </c:pt>
              <c:pt idx="45">
                <c:v>54.798980040936584</c:v>
              </c:pt>
              <c:pt idx="46">
                <c:v>63.75895018031436</c:v>
              </c:pt>
              <c:pt idx="47">
                <c:v>74.8263817889748</c:v>
              </c:pt>
              <c:pt idx="48">
                <c:v>86.24924917664511</c:v>
              </c:pt>
              <c:pt idx="49">
                <c:v>98.03268630365858</c:v>
              </c:pt>
              <c:pt idx="50">
                <c:v>110.26102115137945</c:v>
              </c:pt>
              <c:pt idx="51">
                <c:v>121.97200009059925</c:v>
              </c:pt>
              <c:pt idx="52">
                <c:v>131.81302121222882</c:v>
              </c:pt>
              <c:pt idx="53">
                <c:v>138.28812989690493</c:v>
              </c:pt>
              <c:pt idx="54">
                <c:v>140.23038267556055</c:v>
              </c:pt>
              <c:pt idx="55">
                <c:v>137.28273409531326</c:v>
              </c:pt>
              <c:pt idx="56">
                <c:v>130.05873978265979</c:v>
              </c:pt>
              <c:pt idx="57">
                <c:v>119.85911332101989</c:v>
              </c:pt>
              <c:pt idx="58">
                <c:v>108.16251251883331</c:v>
              </c:pt>
              <c:pt idx="59">
                <c:v>96.2119243831703</c:v>
              </c:pt>
              <c:pt idx="60">
                <c:v>84.84288298075988</c:v>
              </c:pt>
              <c:pt idx="61">
                <c:v>74.50506777304204</c:v>
              </c:pt>
              <c:pt idx="62">
                <c:v>65.36709604337092</c:v>
              </c:pt>
              <c:pt idx="63">
                <c:v>57.42609150888033</c:v>
              </c:pt>
              <c:pt idx="64">
                <c:v>50.59042279969404</c:v>
              </c:pt>
              <c:pt idx="65">
                <c:v>44.732335418019524</c:v>
              </c:pt>
              <c:pt idx="66">
                <c:v>39.717544838436</c:v>
              </c:pt>
              <c:pt idx="67">
                <c:v>35.41995951088939</c:v>
              </c:pt>
              <c:pt idx="68">
                <c:v>31.72777028210623</c:v>
              </c:pt>
              <c:pt idx="69">
                <c:v>28.544938715812574</c:v>
              </c:pt>
              <c:pt idx="70">
                <c:v>25.790456286363362</c:v>
              </c:pt>
              <c:pt idx="71">
                <c:v>23.39667822443088</c:v>
              </c:pt>
              <c:pt idx="72">
                <c:v>21.307404910785387</c:v>
              </c:pt>
              <c:pt idx="73">
                <c:v>19.47603164780698</c:v>
              </c:pt>
              <c:pt idx="74">
                <c:v>17.86390013210282</c:v>
              </c:pt>
              <c:pt idx="75">
                <c:v>16.438889954214552</c:v>
              </c:pt>
              <c:pt idx="76">
                <c:v>15.17424357578028</c:v>
              </c:pt>
              <c:pt idx="77">
                <c:v>14.047599580022576</c:v>
              </c:pt>
              <c:pt idx="78">
                <c:v>13.040203482606547</c:v>
              </c:pt>
              <c:pt idx="79">
                <c:v>12.136266057758979</c:v>
              </c:pt>
              <c:pt idx="80">
                <c:v>11.322442369364307</c:v>
              </c:pt>
              <c:pt idx="81">
                <c:v>10.587408699609437</c:v>
              </c:pt>
              <c:pt idx="82">
                <c:v>9.921518495887693</c:v>
              </c:pt>
              <c:pt idx="83">
                <c:v>9.316521960305986</c:v>
              </c:pt>
              <c:pt idx="84">
                <c:v>8.765336880066364</c:v>
              </c:pt>
              <c:pt idx="85">
                <c:v>7.8008162338560005</c:v>
              </c:pt>
              <c:pt idx="86">
                <c:v>5.990748185928312</c:v>
              </c:pt>
              <c:pt idx="87">
                <c:v>4.751570556215461</c:v>
              </c:pt>
              <c:pt idx="88">
                <c:v>3.866942352858441</c:v>
              </c:pt>
              <c:pt idx="89">
                <c:v>3.2135969016130828</c:v>
              </c:pt>
              <c:pt idx="90">
                <c:v>2.7038105723217547</c:v>
              </c:pt>
              <c:pt idx="91">
                <c:v>2.276679441915279</c:v>
              </c:pt>
              <c:pt idx="92">
                <c:v>1.9432853938545247</c:v>
              </c:pt>
              <c:pt idx="93">
                <c:v>1.6781145328301652</c:v>
              </c:pt>
              <c:pt idx="94">
                <c:v>1.4637662370843967</c:v>
              </c:pt>
              <c:pt idx="95">
                <c:v>1.2880470797696706</c:v>
              </c:pt>
              <c:pt idx="96">
                <c:v>1.1422090305507309</c:v>
              </c:pt>
              <c:pt idx="97">
                <c:v>1.0198450955670069</c:v>
              </c:pt>
              <c:pt idx="98">
                <c:v>0.9161765314208064</c:v>
              </c:pt>
              <c:pt idx="99">
                <c:v>0.8275807729743341</c:v>
              </c:pt>
              <c:pt idx="100">
                <c:v>0.7512715339128473</c:v>
              </c:pt>
              <c:pt idx="101">
                <c:v>0.6850775351673273</c:v>
              </c:pt>
              <c:pt idx="102">
                <c:v>0.6272866022932978</c:v>
              </c:pt>
              <c:pt idx="103">
                <c:v>0.5765339707356354</c:v>
              </c:pt>
              <c:pt idx="104">
                <c:v>0.5317210395312276</c:v>
              </c:pt>
              <c:pt idx="105">
                <c:v>0.49195544848694633</c:v>
              </c:pt>
              <c:pt idx="106">
                <c:v>0.4565063174945515</c:v>
              </c:pt>
              <c:pt idx="107">
                <c:v>0.4247704186135879</c:v>
              </c:pt>
              <c:pt idx="108">
                <c:v>0.3962463334159491</c:v>
              </c:pt>
              <c:pt idx="109">
                <c:v>0.3705145125289856</c:v>
              </c:pt>
              <c:pt idx="110">
                <c:v>0.34722174607567563</c:v>
              </c:pt>
              <c:pt idx="111">
                <c:v>0.32606896447524</c:v>
              </c:pt>
              <c:pt idx="112">
                <c:v>0.3068015778993997</c:v>
              </c:pt>
              <c:pt idx="113">
                <c:v>0.2892017682320839</c:v>
              </c:pt>
              <c:pt idx="114">
                <c:v>0.2730822953163286</c:v>
              </c:pt>
              <c:pt idx="115">
                <c:v>0.25828148686777214</c:v>
              </c:pt>
              <c:pt idx="116">
                <c:v>0.24465916046372027</c:v>
              </c:pt>
              <c:pt idx="117">
                <c:v>0.2320932846057222</c:v>
              </c:pt>
              <c:pt idx="118">
                <c:v>0.22047722966871883</c:v>
              </c:pt>
              <c:pt idx="119">
                <c:v>0.20971749258745917</c:v>
              </c:pt>
              <c:pt idx="120">
                <c:v>0.19973180423636996</c:v>
              </c:pt>
              <c:pt idx="121">
                <c:v>0.19044754767781472</c:v>
              </c:pt>
              <c:pt idx="122">
                <c:v>0.18180043026878195</c:v>
              </c:pt>
              <c:pt idx="123">
                <c:v>0.17373336411259765</c:v>
              </c:pt>
              <c:pt idx="124">
                <c:v>0.1661955183194936</c:v>
              </c:pt>
              <c:pt idx="125">
                <c:v>0.15914151359245132</c:v>
              </c:pt>
              <c:pt idx="126">
                <c:v>0.15253073522639216</c:v>
              </c:pt>
              <c:pt idx="127">
                <c:v>0.14632674503502044</c:v>
              </c:pt>
              <c:pt idx="128">
                <c:v>0.1404967762537737</c:v>
              </c:pt>
              <c:pt idx="129">
                <c:v>0.13501129830358594</c:v>
              </c:pt>
              <c:pt idx="130">
                <c:v>0.12984364058685563</c:v>
              </c:pt>
              <c:pt idx="131">
                <c:v>0.12496966633931457</c:v>
              </c:pt>
              <c:pt idx="132">
                <c:v>0.12036748906822564</c:v>
              </c:pt>
              <c:pt idx="133">
                <c:v>0.11601722533833297</c:v>
              </c:pt>
              <c:pt idx="134">
                <c:v>0.11190077867651092</c:v>
              </c:pt>
              <c:pt idx="135">
                <c:v>0.10800165019745721</c:v>
              </c:pt>
              <c:pt idx="136">
                <c:v>0.10430477223969062</c:v>
              </c:pt>
              <c:pt idx="137">
                <c:v>0.1007963618709747</c:v>
              </c:pt>
              <c:pt idx="138">
                <c:v>0.09746379159647163</c:v>
              </c:pt>
              <c:pt idx="139">
                <c:v>0.09429547499895521</c:v>
              </c:pt>
              <c:pt idx="140">
                <c:v>0.09128076537207158</c:v>
              </c:pt>
              <c:pt idx="141">
                <c:v>0.0884098656864147</c:v>
              </c:pt>
              <c:pt idx="142">
                <c:v>0.08567374846306644</c:v>
              </c:pt>
              <c:pt idx="143">
                <c:v>0.08306408432783108</c:v>
              </c:pt>
              <c:pt idx="144">
                <c:v>0.080573178187646</c:v>
              </c:pt>
              <c:pt idx="145">
                <c:v>0.07819391211373582</c:v>
              </c:pt>
              <c:pt idx="146">
                <c:v>0.07591969413787636</c:v>
              </c:pt>
              <c:pt idx="147">
                <c:v>0.07374441227230885</c:v>
              </c:pt>
              <c:pt idx="148">
                <c:v>0.07166239315293733</c:v>
              </c:pt>
              <c:pt idx="149">
                <c:v>0.06966836478201462</c:v>
              </c:pt>
              <c:pt idx="150">
                <c:v>0.06775742291231968</c:v>
              </c:pt>
              <c:pt idx="151">
                <c:v>0.06592500067163315</c:v>
              </c:pt>
              <c:pt idx="152">
                <c:v>0.06416684107533813</c:v>
              </c:pt>
              <c:pt idx="153">
                <c:v>0.06247897211749723</c:v>
              </c:pt>
              <c:pt idx="154">
                <c:v>0.06085768416756968</c:v>
              </c:pt>
              <c:pt idx="155">
                <c:v>0.05929950943203945</c:v>
              </c:pt>
              <c:pt idx="156">
                <c:v>0.05780120326808487</c:v>
              </c:pt>
              <c:pt idx="157">
                <c:v>0.056359727160845835</c:v>
              </c:pt>
              <c:pt idx="158">
                <c:v>0.054972233197106396</c:v>
              </c:pt>
              <c:pt idx="159">
                <c:v>0.05363604988690737</c:v>
              </c:pt>
              <c:pt idx="160">
                <c:v>0.05234866920095658</c:v>
              </c:pt>
              <c:pt idx="161">
                <c:v>0.05110773470611736</c:v>
              </c:pt>
              <c:pt idx="162">
                <c:v>0.04991103069391052</c:v>
              </c:pt>
              <c:pt idx="163">
                <c:v>0.04875647220816245</c:v>
              </c:pt>
              <c:pt idx="164">
                <c:v>0.047642095887771026</c:v>
              </c:pt>
              <c:pt idx="165">
                <c:v>0.04656605154932443</c:v>
              </c:pt>
              <c:pt idx="166">
                <c:v>0.04552659444201293</c:v>
              </c:pt>
              <c:pt idx="167">
                <c:v>0.0445220781141536</c:v>
              </c:pt>
              <c:pt idx="168">
                <c:v>0.04355094783672927</c:v>
              </c:pt>
              <c:pt idx="169">
                <c:v>0.04261173453477683</c:v>
              </c:pt>
              <c:pt idx="170">
                <c:v>0.041703049182280835</c:v>
              </c:pt>
              <c:pt idx="171">
                <c:v>0.0408235776205441</c:v>
              </c:pt>
              <c:pt idx="172">
                <c:v>0.03997207576384867</c:v>
              </c:pt>
              <c:pt idx="173">
                <c:v>0.03914736515967192</c:v>
              </c:pt>
              <c:pt idx="174">
                <c:v>0.0383483288737919</c:v>
              </c:pt>
              <c:pt idx="175">
                <c:v>0.037573907673390576</c:v>
              </c:pt>
              <c:pt idx="176">
                <c:v>0.03682309648373396</c:v>
              </c:pt>
              <c:pt idx="177">
                <c:v>0.03609494109624536</c:v>
              </c:pt>
              <c:pt idx="178">
                <c:v>0.03538853510778073</c:v>
              </c:pt>
              <c:pt idx="179">
                <c:v>0.03470301707273596</c:v>
              </c:pt>
              <c:pt idx="180">
                <c:v>0.03403756785122512</c:v>
              </c:pt>
              <c:pt idx="181">
                <c:v>0.03339140813805817</c:v>
              </c:pt>
              <c:pt idx="182">
                <c:v>0.032763796158552884</c:v>
              </c:pt>
              <c:pt idx="183">
                <c:v>0.03215402551843565</c:v>
              </c:pt>
              <c:pt idx="184">
                <c:v>0.031561423196156006</c:v>
              </c:pt>
              <c:pt idx="185">
                <c:v>0.03098534766693764</c:v>
              </c:pt>
              <c:pt idx="186">
                <c:v>0.030425187148771758</c:v>
              </c:pt>
              <c:pt idx="187">
                <c:v>0.02988035796137918</c:v>
              </c:pt>
              <c:pt idx="188">
                <c:v>0.02935030298989265</c:v>
              </c:pt>
              <c:pt idx="189">
                <c:v>0.028834490245697023</c:v>
              </c:pt>
              <c:pt idx="190">
                <c:v>0.028332411517457776</c:v>
              </c:pt>
              <c:pt idx="191">
                <c:v>0.027843581105941435</c:v>
              </c:pt>
              <c:pt idx="192">
                <c:v>0.027367534636723225</c:v>
              </c:pt>
              <c:pt idx="193">
                <c:v>0.026903827945353686</c:v>
              </c:pt>
              <c:pt idx="194">
                <c:v>0.026452036029969032</c:v>
              </c:pt>
              <c:pt idx="195">
                <c:v>0.02601175206672223</c:v>
              </c:pt>
              <c:pt idx="196">
                <c:v>0.025582586483762864</c:v>
              </c:pt>
              <c:pt idx="197">
                <c:v>0.025164166089821156</c:v>
              </c:pt>
              <c:pt idx="198">
                <c:v>0.024756133253741538</c:v>
              </c:pt>
              <c:pt idx="199">
                <c:v>0.024358145131593633</c:v>
              </c:pt>
              <c:pt idx="200">
                <c:v>0.023969872938228085</c:v>
              </c:pt>
              <c:pt idx="201">
                <c:v>0.023591001260382098</c:v>
              </c:pt>
              <c:pt idx="202">
                <c:v>0.023221227408644234</c:v>
              </c:pt>
              <c:pt idx="203">
                <c:v>0.022860260805789005</c:v>
              </c:pt>
              <c:pt idx="204">
                <c:v>0.022507822409162034</c:v>
              </c:pt>
              <c:pt idx="205">
                <c:v>0.022163644164969857</c:v>
              </c:pt>
              <c:pt idx="206">
                <c:v>0.021827468492471233</c:v>
              </c:pt>
              <c:pt idx="207">
                <c:v>0.021499047796215785</c:v>
              </c:pt>
              <c:pt idx="208">
                <c:v>0.021178144004595178</c:v>
              </c:pt>
              <c:pt idx="209">
                <c:v>0.020864528133100746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F6B76"/>
                    </a:solidFill>
                  </a:rPr>
                  <a:t>Safe power (mW)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F6B7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0.92"/>
          <c:min val="0.8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F6B76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F6B76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majorUnit val="0.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0E6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7324D"/>
                </a:solidFill>
              </a:rPr>
              <a:t>同一 fs−5% 扰动窗口：安全功率捕获率
捕获率按当前扰动场景自身的安全最大功率归一化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17324D"/>
              </a:solidFill>
            </a:defRPr>
          </a:pPr>
        </a:p>
      </c:txPr>
    </c:title>
    <c:plotArea>
      <c:scatterChart>
        <c:scatterStyle val="line"/>
        <c:ser>
          <c:idx val="0"/>
          <c:order val="0"/>
          <c:tx>
            <c:v>固定0.900 MHz</c:v>
          </c:tx>
          <c:spPr>
            <a:ln xmlns:a="http://schemas.openxmlformats.org/drawingml/2006/main" w="23813">
              <a:solidFill>
                <a:srgbClr val="777777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65"/>
              <c:pt idx="0">
                <c:v>2.2000000000000015</c:v>
              </c:pt>
              <c:pt idx="1">
                <c:v>2.2200000000000015</c:v>
              </c:pt>
              <c:pt idx="2">
                <c:v>2.2400000000000015</c:v>
              </c:pt>
              <c:pt idx="3">
                <c:v>2.2600000000000016</c:v>
              </c:pt>
              <c:pt idx="4">
                <c:v>2.2800000000000016</c:v>
              </c:pt>
              <c:pt idx="5">
                <c:v>2.3000000000000016</c:v>
              </c:pt>
              <c:pt idx="6">
                <c:v>2.3200000000000016</c:v>
              </c:pt>
              <c:pt idx="7">
                <c:v>2.3400000000000016</c:v>
              </c:pt>
              <c:pt idx="8">
                <c:v>2.3600000000000017</c:v>
              </c:pt>
              <c:pt idx="9">
                <c:v>2.3800000000000017</c:v>
              </c:pt>
              <c:pt idx="10">
                <c:v>2.4000000000000017</c:v>
              </c:pt>
              <c:pt idx="11">
                <c:v>2.4200000000000017</c:v>
              </c:pt>
              <c:pt idx="12">
                <c:v>2.4400000000000017</c:v>
              </c:pt>
              <c:pt idx="13">
                <c:v>2.4600000000000017</c:v>
              </c:pt>
              <c:pt idx="14">
                <c:v>2.4800000000000018</c:v>
              </c:pt>
              <c:pt idx="15">
                <c:v>2.5000000000000018</c:v>
              </c:pt>
              <c:pt idx="16">
                <c:v>2.520000000000002</c:v>
              </c:pt>
              <c:pt idx="17">
                <c:v>2.540000000000002</c:v>
              </c:pt>
              <c:pt idx="18">
                <c:v>2.560000000000002</c:v>
              </c:pt>
              <c:pt idx="19">
                <c:v>2.580000000000002</c:v>
              </c:pt>
              <c:pt idx="20">
                <c:v>2.600000000000002</c:v>
              </c:pt>
              <c:pt idx="21">
                <c:v>2.620000000000002</c:v>
              </c:pt>
              <c:pt idx="22">
                <c:v>2.640000000000002</c:v>
              </c:pt>
              <c:pt idx="23">
                <c:v>2.660000000000002</c:v>
              </c:pt>
              <c:pt idx="24">
                <c:v>2.680000000000002</c:v>
              </c:pt>
              <c:pt idx="25">
                <c:v>2.700000000000002</c:v>
              </c:pt>
              <c:pt idx="26">
                <c:v>2.720000000000002</c:v>
              </c:pt>
              <c:pt idx="27">
                <c:v>2.740000000000002</c:v>
              </c:pt>
              <c:pt idx="28">
                <c:v>2.760000000000002</c:v>
              </c:pt>
              <c:pt idx="29">
                <c:v>2.780000000000002</c:v>
              </c:pt>
              <c:pt idx="30">
                <c:v>2.800000000000002</c:v>
              </c:pt>
              <c:pt idx="31">
                <c:v>2.820000000000002</c:v>
              </c:pt>
              <c:pt idx="32">
                <c:v>2.840000000000002</c:v>
              </c:pt>
              <c:pt idx="33">
                <c:v>2.860000000000002</c:v>
              </c:pt>
              <c:pt idx="34">
                <c:v>2.880000000000002</c:v>
              </c:pt>
              <c:pt idx="35">
                <c:v>2.900000000000002</c:v>
              </c:pt>
              <c:pt idx="36">
                <c:v>2.920000000000002</c:v>
              </c:pt>
              <c:pt idx="37">
                <c:v>2.940000000000002</c:v>
              </c:pt>
              <c:pt idx="38">
                <c:v>2.960000000000002</c:v>
              </c:pt>
              <c:pt idx="39">
                <c:v>2.980000000000002</c:v>
              </c:pt>
              <c:pt idx="40">
                <c:v>3.000000000000002</c:v>
              </c:pt>
              <c:pt idx="41">
                <c:v>3.0200000000000022</c:v>
              </c:pt>
              <c:pt idx="42">
                <c:v>3.0400000000000023</c:v>
              </c:pt>
              <c:pt idx="43">
                <c:v>3.0600000000000023</c:v>
              </c:pt>
              <c:pt idx="44">
                <c:v>3.0800000000000023</c:v>
              </c:pt>
              <c:pt idx="45">
                <c:v>3.1000000000000023</c:v>
              </c:pt>
              <c:pt idx="46">
                <c:v>3.1200000000000023</c:v>
              </c:pt>
              <c:pt idx="47">
                <c:v>3.1400000000000023</c:v>
              </c:pt>
              <c:pt idx="48">
                <c:v>3.1600000000000024</c:v>
              </c:pt>
              <c:pt idx="49">
                <c:v>3.1800000000000024</c:v>
              </c:pt>
              <c:pt idx="50">
                <c:v>3.2000000000000024</c:v>
              </c:pt>
              <c:pt idx="51">
                <c:v>3.2200000000000024</c:v>
              </c:pt>
              <c:pt idx="52">
                <c:v>3.2400000000000024</c:v>
              </c:pt>
              <c:pt idx="53">
                <c:v>3.2600000000000025</c:v>
              </c:pt>
              <c:pt idx="54">
                <c:v>3.2800000000000025</c:v>
              </c:pt>
              <c:pt idx="55">
                <c:v>3.3000000000000025</c:v>
              </c:pt>
              <c:pt idx="56">
                <c:v>3.3200000000000025</c:v>
              </c:pt>
              <c:pt idx="57">
                <c:v>3.3400000000000025</c:v>
              </c:pt>
              <c:pt idx="58">
                <c:v>3.3600000000000025</c:v>
              </c:pt>
              <c:pt idx="59">
                <c:v>3.3800000000000026</c:v>
              </c:pt>
              <c:pt idx="60">
                <c:v>3.4000000000000026</c:v>
              </c:pt>
              <c:pt idx="61">
                <c:v>3.4200000000000026</c:v>
              </c:pt>
              <c:pt idx="62">
                <c:v>3.4400000000000026</c:v>
              </c:pt>
              <c:pt idx="63">
                <c:v>3.4600000000000026</c:v>
              </c:pt>
              <c:pt idx="64">
                <c:v>3.4800000000000026</c:v>
              </c:pt>
            </c:numLit>
          </c:xVal>
          <c:yVal>
            <c:numLit>
              <c:formatCode>General</c:formatCode>
              <c:ptCount val="65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  <c:pt idx="8">
                <c:v>100</c:v>
              </c:pt>
              <c:pt idx="9">
                <c:v>100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0.003980196293026164</c:v>
              </c:pt>
              <c:pt idx="14">
                <c:v>0.003980196293026164</c:v>
              </c:pt>
              <c:pt idx="15">
                <c:v>0.003980196293026164</c:v>
              </c:pt>
              <c:pt idx="16">
                <c:v>0.003980196293026164</c:v>
              </c:pt>
              <c:pt idx="17">
                <c:v>0.003980196293026164</c:v>
              </c:pt>
              <c:pt idx="18">
                <c:v>0.0057314826619576775</c:v>
              </c:pt>
              <c:pt idx="19">
                <c:v>0.007801184734331281</c:v>
              </c:pt>
              <c:pt idx="20">
                <c:v>0.010189302510146972</c:v>
              </c:pt>
              <c:pt idx="21">
                <c:v>0.012895835989404764</c:v>
              </c:pt>
              <c:pt idx="22">
                <c:v>0.01592078517210465</c:v>
              </c:pt>
              <c:pt idx="23">
                <c:v>0.019264150058246624</c:v>
              </c:pt>
              <c:pt idx="24">
                <c:v>0.02292593064783071</c:v>
              </c:pt>
              <c:pt idx="25">
                <c:v>0.02690612694085686</c:v>
              </c:pt>
              <c:pt idx="26">
                <c:v>0.030386948763709835</c:v>
              </c:pt>
              <c:pt idx="27">
                <c:v>0.030386948763709835</c:v>
              </c:pt>
              <c:pt idx="28">
                <c:v>0.030386948763709835</c:v>
              </c:pt>
              <c:pt idx="29">
                <c:v>0.030386948763709835</c:v>
              </c:pt>
              <c:pt idx="30">
                <c:v>0.030386948763709835</c:v>
              </c:pt>
              <c:pt idx="31">
                <c:v>0.030386948763709835</c:v>
              </c:pt>
              <c:pt idx="32">
                <c:v>0.030386948763709835</c:v>
              </c:pt>
              <c:pt idx="33">
                <c:v>0.030386948763709835</c:v>
              </c:pt>
              <c:pt idx="34">
                <c:v>0.030386948763709835</c:v>
              </c:pt>
              <c:pt idx="35">
                <c:v>0.030386948763709835</c:v>
              </c:pt>
              <c:pt idx="36">
                <c:v>0.030386948763709835</c:v>
              </c:pt>
              <c:pt idx="37">
                <c:v>0.030386948763709835</c:v>
              </c:pt>
              <c:pt idx="38">
                <c:v>0.030386948763709835</c:v>
              </c:pt>
              <c:pt idx="39">
                <c:v>0.030386948763709835</c:v>
              </c:pt>
              <c:pt idx="40">
                <c:v>0.030386948763709835</c:v>
              </c:pt>
              <c:pt idx="41">
                <c:v>0.030386948763709835</c:v>
              </c:pt>
              <c:pt idx="42">
                <c:v>0.030386948763709835</c:v>
              </c:pt>
              <c:pt idx="43">
                <c:v>0.030386948763709835</c:v>
              </c:pt>
              <c:pt idx="44">
                <c:v>0.030386948763709835</c:v>
              </c:pt>
              <c:pt idx="45">
                <c:v>0.030386948763709835</c:v>
              </c:pt>
              <c:pt idx="46">
                <c:v>0.030386948763709835</c:v>
              </c:pt>
              <c:pt idx="47">
                <c:v>0.030386948763709835</c:v>
              </c:pt>
              <c:pt idx="48">
                <c:v>0.030386948763709835</c:v>
              </c:pt>
              <c:pt idx="49">
                <c:v>0.030386948763709835</c:v>
              </c:pt>
              <c:pt idx="50">
                <c:v>48.79358465984279</c:v>
              </c:pt>
              <c:pt idx="51">
                <c:v>55.60278919610619</c:v>
              </c:pt>
              <c:pt idx="52">
                <c:v>62.85659426887843</c:v>
              </c:pt>
              <c:pt idx="53">
                <c:v>70.55499987815953</c:v>
              </c:pt>
              <c:pt idx="54">
                <c:v>78.69800602394955</c:v>
              </c:pt>
              <c:pt idx="55">
                <c:v>87.28561270624839</c:v>
              </c:pt>
              <c:pt idx="56">
                <c:v>88.92010730177427</c:v>
              </c:pt>
              <c:pt idx="57">
                <c:v>88.92010730177427</c:v>
              </c:pt>
              <c:pt idx="58">
                <c:v>88.92010730177427</c:v>
              </c:pt>
              <c:pt idx="59">
                <c:v>88.92010730177427</c:v>
              </c:pt>
              <c:pt idx="60">
                <c:v>88.92010730177427</c:v>
              </c:pt>
              <c:pt idx="61">
                <c:v>88.92010730177427</c:v>
              </c:pt>
              <c:pt idx="62">
                <c:v>88.92010730177427</c:v>
              </c:pt>
              <c:pt idx="63">
                <c:v>88.92010730177427</c:v>
              </c:pt>
              <c:pt idx="64">
                <c:v>88.92010730177427</c:v>
              </c:pt>
            </c:numLit>
          </c:yVal>
        </c:ser>
        <c:ser>
          <c:idx val="1"/>
          <c:order val="1"/>
          <c:tx>
            <c:v>周期扫频 ○</c:v>
          </c:tx>
          <c:spPr>
            <a:ln xmlns:a="http://schemas.openxmlformats.org/drawingml/2006/main" w="38100">
              <a:solidFill>
                <a:srgbClr val="3978B8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50"/>
              <c:pt idx="0">
                <c:v>2.2770000000000046</c:v>
              </c:pt>
              <c:pt idx="1">
                <c:v>2.2970000000000046</c:v>
              </c:pt>
              <c:pt idx="2">
                <c:v>2.3170000000000046</c:v>
              </c:pt>
              <c:pt idx="3">
                <c:v>2.3370000000000046</c:v>
              </c:pt>
              <c:pt idx="4">
                <c:v>2.3570000000000046</c:v>
              </c:pt>
              <c:pt idx="5">
                <c:v>2.3770000000000047</c:v>
              </c:pt>
              <c:pt idx="6">
                <c:v>2.3970000000000047</c:v>
              </c:pt>
              <c:pt idx="7">
                <c:v>2.4965000000000077</c:v>
              </c:pt>
              <c:pt idx="8">
                <c:v>2.5165000000000077</c:v>
              </c:pt>
              <c:pt idx="9">
                <c:v>2.5365000000000077</c:v>
              </c:pt>
              <c:pt idx="10">
                <c:v>2.5565000000000078</c:v>
              </c:pt>
              <c:pt idx="11">
                <c:v>2.576500000000008</c:v>
              </c:pt>
              <c:pt idx="12">
                <c:v>2.596500000000008</c:v>
              </c:pt>
              <c:pt idx="13">
                <c:v>2.616500000000008</c:v>
              </c:pt>
              <c:pt idx="14">
                <c:v>2.636500000000008</c:v>
              </c:pt>
              <c:pt idx="15">
                <c:v>2.656500000000008</c:v>
              </c:pt>
              <c:pt idx="16">
                <c:v>2.676500000000008</c:v>
              </c:pt>
              <c:pt idx="17">
                <c:v>2.696500000000008</c:v>
              </c:pt>
              <c:pt idx="18">
                <c:v>2.716500000000008</c:v>
              </c:pt>
              <c:pt idx="19">
                <c:v>2.736500000000008</c:v>
              </c:pt>
              <c:pt idx="20">
                <c:v>2.756500000000008</c:v>
              </c:pt>
              <c:pt idx="21">
                <c:v>2.776500000000008</c:v>
              </c:pt>
              <c:pt idx="22">
                <c:v>2.796500000000008</c:v>
              </c:pt>
              <c:pt idx="23">
                <c:v>2.816500000000008</c:v>
              </c:pt>
              <c:pt idx="24">
                <c:v>2.836500000000008</c:v>
              </c:pt>
              <c:pt idx="25">
                <c:v>2.856500000000008</c:v>
              </c:pt>
              <c:pt idx="26">
                <c:v>2.876500000000008</c:v>
              </c:pt>
              <c:pt idx="27">
                <c:v>2.896500000000008</c:v>
              </c:pt>
              <c:pt idx="28">
                <c:v>2.916500000000008</c:v>
              </c:pt>
              <c:pt idx="29">
                <c:v>2.936500000000008</c:v>
              </c:pt>
              <c:pt idx="30">
                <c:v>2.956500000000008</c:v>
              </c:pt>
              <c:pt idx="31">
                <c:v>2.976500000000008</c:v>
              </c:pt>
              <c:pt idx="32">
                <c:v>3.076000000000011</c:v>
              </c:pt>
              <c:pt idx="33">
                <c:v>3.096000000000011</c:v>
              </c:pt>
              <c:pt idx="34">
                <c:v>3.116000000000011</c:v>
              </c:pt>
              <c:pt idx="35">
                <c:v>3.1360000000000112</c:v>
              </c:pt>
              <c:pt idx="36">
                <c:v>3.1560000000000112</c:v>
              </c:pt>
              <c:pt idx="37">
                <c:v>3.1760000000000113</c:v>
              </c:pt>
              <c:pt idx="38">
                <c:v>3.1960000000000113</c:v>
              </c:pt>
              <c:pt idx="39">
                <c:v>3.2955000000000143</c:v>
              </c:pt>
              <c:pt idx="40">
                <c:v>3.3155000000000143</c:v>
              </c:pt>
              <c:pt idx="41">
                <c:v>3.3355000000000143</c:v>
              </c:pt>
              <c:pt idx="42">
                <c:v>3.3555000000000144</c:v>
              </c:pt>
              <c:pt idx="43">
                <c:v>3.3755000000000144</c:v>
              </c:pt>
              <c:pt idx="44">
                <c:v>3.3955000000000144</c:v>
              </c:pt>
              <c:pt idx="45">
                <c:v>3.4155000000000144</c:v>
              </c:pt>
              <c:pt idx="46">
                <c:v>3.4355000000000144</c:v>
              </c:pt>
              <c:pt idx="47">
                <c:v>3.4555000000000144</c:v>
              </c:pt>
              <c:pt idx="48">
                <c:v>3.4755000000000145</c:v>
              </c:pt>
              <c:pt idx="49">
                <c:v>3.4955000000000145</c:v>
              </c:pt>
            </c:numLit>
          </c:xVal>
          <c:yVal>
            <c:numLit>
              <c:formatCode>General</c:formatCode>
              <c:ptCount val="50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  <c:pt idx="8">
                <c:v>100</c:v>
              </c:pt>
              <c:pt idx="9">
                <c:v>100</c:v>
              </c:pt>
              <c:pt idx="10">
                <c:v>100</c:v>
              </c:pt>
              <c:pt idx="11">
                <c:v>100</c:v>
              </c:pt>
              <c:pt idx="12">
                <c:v>100</c:v>
              </c:pt>
              <c:pt idx="13">
                <c:v>100</c:v>
              </c:pt>
              <c:pt idx="14">
                <c:v>100</c:v>
              </c:pt>
              <c:pt idx="15">
                <c:v>100</c:v>
              </c:pt>
              <c:pt idx="16">
                <c:v>100</c:v>
              </c:pt>
              <c:pt idx="17">
                <c:v>100</c:v>
              </c:pt>
              <c:pt idx="18">
                <c:v>100</c:v>
              </c:pt>
              <c:pt idx="19">
                <c:v>100</c:v>
              </c:pt>
              <c:pt idx="20">
                <c:v>100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  <c:pt idx="31">
                <c:v>100</c:v>
              </c:pt>
              <c:pt idx="32">
                <c:v>100</c:v>
              </c:pt>
              <c:pt idx="33">
                <c:v>100</c:v>
              </c:pt>
              <c:pt idx="34">
                <c:v>100</c:v>
              </c:pt>
              <c:pt idx="35">
                <c:v>100</c:v>
              </c:pt>
              <c:pt idx="36">
                <c:v>100</c:v>
              </c:pt>
              <c:pt idx="37">
                <c:v>100</c:v>
              </c:pt>
              <c:pt idx="38">
                <c:v>100</c:v>
              </c:pt>
              <c:pt idx="39">
                <c:v>100</c:v>
              </c:pt>
              <c:pt idx="40">
                <c:v>100</c:v>
              </c:pt>
              <c:pt idx="41">
                <c:v>100</c:v>
              </c:pt>
              <c:pt idx="42">
                <c:v>100</c:v>
              </c:pt>
              <c:pt idx="43">
                <c:v>100</c:v>
              </c:pt>
              <c:pt idx="44">
                <c:v>100</c:v>
              </c:pt>
              <c:pt idx="45">
                <c:v>100</c:v>
              </c:pt>
              <c:pt idx="46">
                <c:v>100</c:v>
              </c:pt>
              <c:pt idx="47">
                <c:v>100</c:v>
              </c:pt>
              <c:pt idx="48">
                <c:v>100</c:v>
              </c:pt>
              <c:pt idx="49">
                <c:v>100</c:v>
              </c:pt>
            </c:numLit>
          </c:yVal>
        </c:ser>
        <c:ser>
          <c:idx val="2"/>
          <c:order val="2"/>
          <c:tx>
            <c:v>扫描辅助P&amp;O △</c:v>
          </c:tx>
          <c:spPr>
            <a:ln xmlns:a="http://schemas.openxmlformats.org/drawingml/2006/main" w="19050">
              <a:solidFill>
                <a:srgbClr val="B54343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41"/>
              <c:pt idx="0">
                <c:v>2.2590000000000017</c:v>
              </c:pt>
              <c:pt idx="1">
                <c:v>2.2790000000000017</c:v>
              </c:pt>
              <c:pt idx="2">
                <c:v>2.2990000000000017</c:v>
              </c:pt>
              <c:pt idx="3">
                <c:v>2.3190000000000017</c:v>
              </c:pt>
              <c:pt idx="4">
                <c:v>2.3390000000000017</c:v>
              </c:pt>
              <c:pt idx="5">
                <c:v>2.399000000000002</c:v>
              </c:pt>
              <c:pt idx="6">
                <c:v>2.498500000000005</c:v>
              </c:pt>
              <c:pt idx="7">
                <c:v>2.518500000000005</c:v>
              </c:pt>
              <c:pt idx="8">
                <c:v>2.538500000000005</c:v>
              </c:pt>
              <c:pt idx="9">
                <c:v>2.558500000000005</c:v>
              </c:pt>
              <c:pt idx="10">
                <c:v>2.578500000000005</c:v>
              </c:pt>
              <c:pt idx="11">
                <c:v>2.638500000000005</c:v>
              </c:pt>
              <c:pt idx="12">
                <c:v>2.658500000000005</c:v>
              </c:pt>
              <c:pt idx="13">
                <c:v>2.678500000000005</c:v>
              </c:pt>
              <c:pt idx="14">
                <c:v>2.698500000000005</c:v>
              </c:pt>
              <c:pt idx="15">
                <c:v>2.718500000000005</c:v>
              </c:pt>
              <c:pt idx="16">
                <c:v>2.778500000000005</c:v>
              </c:pt>
              <c:pt idx="17">
                <c:v>2.798500000000005</c:v>
              </c:pt>
              <c:pt idx="18">
                <c:v>2.818500000000005</c:v>
              </c:pt>
              <c:pt idx="19">
                <c:v>2.838500000000005</c:v>
              </c:pt>
              <c:pt idx="20">
                <c:v>2.858500000000005</c:v>
              </c:pt>
              <c:pt idx="21">
                <c:v>2.918500000000005</c:v>
              </c:pt>
              <c:pt idx="22">
                <c:v>2.938500000000005</c:v>
              </c:pt>
              <c:pt idx="23">
                <c:v>2.9585000000000052</c:v>
              </c:pt>
              <c:pt idx="24">
                <c:v>2.9785000000000053</c:v>
              </c:pt>
              <c:pt idx="25">
                <c:v>2.9985000000000053</c:v>
              </c:pt>
              <c:pt idx="26">
                <c:v>3.0585000000000053</c:v>
              </c:pt>
              <c:pt idx="27">
                <c:v>3.0785000000000053</c:v>
              </c:pt>
              <c:pt idx="28">
                <c:v>3.0985000000000054</c:v>
              </c:pt>
              <c:pt idx="29">
                <c:v>3.1185000000000054</c:v>
              </c:pt>
              <c:pt idx="30">
                <c:v>3.1385000000000054</c:v>
              </c:pt>
              <c:pt idx="31">
                <c:v>3.1985000000000054</c:v>
              </c:pt>
              <c:pt idx="32">
                <c:v>3.2980000000000085</c:v>
              </c:pt>
              <c:pt idx="33">
                <c:v>3.3180000000000085</c:v>
              </c:pt>
              <c:pt idx="34">
                <c:v>3.3380000000000085</c:v>
              </c:pt>
              <c:pt idx="35">
                <c:v>3.3580000000000085</c:v>
              </c:pt>
              <c:pt idx="36">
                <c:v>3.3780000000000086</c:v>
              </c:pt>
              <c:pt idx="37">
                <c:v>3.4380000000000086</c:v>
              </c:pt>
              <c:pt idx="38">
                <c:v>3.4580000000000086</c:v>
              </c:pt>
              <c:pt idx="39">
                <c:v>3.4780000000000086</c:v>
              </c:pt>
              <c:pt idx="40">
                <c:v>3.4980000000000087</c:v>
              </c:pt>
            </c:numLit>
          </c:xVal>
          <c:yVal>
            <c:numLit>
              <c:formatCode>General</c:formatCode>
              <c:ptCount val="41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  <c:pt idx="8">
                <c:v>100</c:v>
              </c:pt>
              <c:pt idx="9">
                <c:v>100</c:v>
              </c:pt>
              <c:pt idx="10">
                <c:v>100</c:v>
              </c:pt>
              <c:pt idx="11">
                <c:v>100</c:v>
              </c:pt>
              <c:pt idx="12">
                <c:v>100</c:v>
              </c:pt>
              <c:pt idx="13">
                <c:v>100</c:v>
              </c:pt>
              <c:pt idx="14">
                <c:v>100</c:v>
              </c:pt>
              <c:pt idx="15">
                <c:v>100</c:v>
              </c:pt>
              <c:pt idx="16">
                <c:v>100</c:v>
              </c:pt>
              <c:pt idx="17">
                <c:v>100</c:v>
              </c:pt>
              <c:pt idx="18">
                <c:v>100</c:v>
              </c:pt>
              <c:pt idx="19">
                <c:v>100</c:v>
              </c:pt>
              <c:pt idx="20">
                <c:v>100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  <c:pt idx="31">
                <c:v>100</c:v>
              </c:pt>
              <c:pt idx="32">
                <c:v>100</c:v>
              </c:pt>
              <c:pt idx="33">
                <c:v>100</c:v>
              </c:pt>
              <c:pt idx="34">
                <c:v>100</c:v>
              </c:pt>
              <c:pt idx="35">
                <c:v>100</c:v>
              </c:pt>
              <c:pt idx="36">
                <c:v>100</c:v>
              </c:pt>
              <c:pt idx="37">
                <c:v>100</c:v>
              </c:pt>
              <c:pt idx="38">
                <c:v>100</c:v>
              </c:pt>
              <c:pt idx="39">
                <c:v>100</c:v>
              </c:pt>
              <c:pt idx="40">
                <c:v>100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B76"/>
                    </a:solidFill>
                  </a:rPr>
                  <a:t>Capture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B7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3.5"/>
          <c:min val="2.2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numFmt formatCode="0.0"/>
        <c:majorTickMark val="none"/>
        <c:minorTickMark val="none"/>
        <c:tickLblPos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F6B7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0E6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7324D"/>
                </a:solidFill>
              </a:rPr>
              <a:t>同一窗口：控制频率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7324D"/>
              </a:solidFill>
            </a:defRPr>
          </a:pPr>
        </a:p>
      </c:txPr>
    </c:title>
    <c:plotArea>
      <c:scatterChart>
        <c:scatterStyle val="line"/>
        <c:ser>
          <c:idx val="0"/>
          <c:order val="0"/>
          <c:tx>
            <c:v>固定0.900 MHz</c:v>
          </c:tx>
          <c:spPr>
            <a:ln xmlns:a="http://schemas.openxmlformats.org/drawingml/2006/main" w="23813">
              <a:solidFill>
                <a:srgbClr val="777777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65"/>
              <c:pt idx="0">
                <c:v>2.2000000000000015</c:v>
              </c:pt>
              <c:pt idx="1">
                <c:v>2.2200000000000015</c:v>
              </c:pt>
              <c:pt idx="2">
                <c:v>2.2400000000000015</c:v>
              </c:pt>
              <c:pt idx="3">
                <c:v>2.2600000000000016</c:v>
              </c:pt>
              <c:pt idx="4">
                <c:v>2.2800000000000016</c:v>
              </c:pt>
              <c:pt idx="5">
                <c:v>2.3000000000000016</c:v>
              </c:pt>
              <c:pt idx="6">
                <c:v>2.3200000000000016</c:v>
              </c:pt>
              <c:pt idx="7">
                <c:v>2.3400000000000016</c:v>
              </c:pt>
              <c:pt idx="8">
                <c:v>2.3600000000000017</c:v>
              </c:pt>
              <c:pt idx="9">
                <c:v>2.3800000000000017</c:v>
              </c:pt>
              <c:pt idx="10">
                <c:v>2.4000000000000017</c:v>
              </c:pt>
              <c:pt idx="11">
                <c:v>2.4200000000000017</c:v>
              </c:pt>
              <c:pt idx="12">
                <c:v>2.4400000000000017</c:v>
              </c:pt>
              <c:pt idx="13">
                <c:v>2.4600000000000017</c:v>
              </c:pt>
              <c:pt idx="14">
                <c:v>2.4800000000000018</c:v>
              </c:pt>
              <c:pt idx="15">
                <c:v>2.5000000000000018</c:v>
              </c:pt>
              <c:pt idx="16">
                <c:v>2.520000000000002</c:v>
              </c:pt>
              <c:pt idx="17">
                <c:v>2.540000000000002</c:v>
              </c:pt>
              <c:pt idx="18">
                <c:v>2.560000000000002</c:v>
              </c:pt>
              <c:pt idx="19">
                <c:v>2.580000000000002</c:v>
              </c:pt>
              <c:pt idx="20">
                <c:v>2.600000000000002</c:v>
              </c:pt>
              <c:pt idx="21">
                <c:v>2.620000000000002</c:v>
              </c:pt>
              <c:pt idx="22">
                <c:v>2.640000000000002</c:v>
              </c:pt>
              <c:pt idx="23">
                <c:v>2.660000000000002</c:v>
              </c:pt>
              <c:pt idx="24">
                <c:v>2.680000000000002</c:v>
              </c:pt>
              <c:pt idx="25">
                <c:v>2.700000000000002</c:v>
              </c:pt>
              <c:pt idx="26">
                <c:v>2.720000000000002</c:v>
              </c:pt>
              <c:pt idx="27">
                <c:v>2.740000000000002</c:v>
              </c:pt>
              <c:pt idx="28">
                <c:v>2.760000000000002</c:v>
              </c:pt>
              <c:pt idx="29">
                <c:v>2.780000000000002</c:v>
              </c:pt>
              <c:pt idx="30">
                <c:v>2.800000000000002</c:v>
              </c:pt>
              <c:pt idx="31">
                <c:v>2.820000000000002</c:v>
              </c:pt>
              <c:pt idx="32">
                <c:v>2.840000000000002</c:v>
              </c:pt>
              <c:pt idx="33">
                <c:v>2.860000000000002</c:v>
              </c:pt>
              <c:pt idx="34">
                <c:v>2.880000000000002</c:v>
              </c:pt>
              <c:pt idx="35">
                <c:v>2.900000000000002</c:v>
              </c:pt>
              <c:pt idx="36">
                <c:v>2.920000000000002</c:v>
              </c:pt>
              <c:pt idx="37">
                <c:v>2.940000000000002</c:v>
              </c:pt>
              <c:pt idx="38">
                <c:v>2.960000000000002</c:v>
              </c:pt>
              <c:pt idx="39">
                <c:v>2.980000000000002</c:v>
              </c:pt>
              <c:pt idx="40">
                <c:v>3.000000000000002</c:v>
              </c:pt>
              <c:pt idx="41">
                <c:v>3.0200000000000022</c:v>
              </c:pt>
              <c:pt idx="42">
                <c:v>3.0400000000000023</c:v>
              </c:pt>
              <c:pt idx="43">
                <c:v>3.0600000000000023</c:v>
              </c:pt>
              <c:pt idx="44">
                <c:v>3.0800000000000023</c:v>
              </c:pt>
              <c:pt idx="45">
                <c:v>3.1000000000000023</c:v>
              </c:pt>
              <c:pt idx="46">
                <c:v>3.1200000000000023</c:v>
              </c:pt>
              <c:pt idx="47">
                <c:v>3.1400000000000023</c:v>
              </c:pt>
              <c:pt idx="48">
                <c:v>3.1600000000000024</c:v>
              </c:pt>
              <c:pt idx="49">
                <c:v>3.1800000000000024</c:v>
              </c:pt>
              <c:pt idx="50">
                <c:v>3.2000000000000024</c:v>
              </c:pt>
              <c:pt idx="51">
                <c:v>3.2200000000000024</c:v>
              </c:pt>
              <c:pt idx="52">
                <c:v>3.2400000000000024</c:v>
              </c:pt>
              <c:pt idx="53">
                <c:v>3.2600000000000025</c:v>
              </c:pt>
              <c:pt idx="54">
                <c:v>3.2800000000000025</c:v>
              </c:pt>
              <c:pt idx="55">
                <c:v>3.3000000000000025</c:v>
              </c:pt>
              <c:pt idx="56">
                <c:v>3.3200000000000025</c:v>
              </c:pt>
              <c:pt idx="57">
                <c:v>3.3400000000000025</c:v>
              </c:pt>
              <c:pt idx="58">
                <c:v>3.3600000000000025</c:v>
              </c:pt>
              <c:pt idx="59">
                <c:v>3.3800000000000026</c:v>
              </c:pt>
              <c:pt idx="60">
                <c:v>3.4000000000000026</c:v>
              </c:pt>
              <c:pt idx="61">
                <c:v>3.4200000000000026</c:v>
              </c:pt>
              <c:pt idx="62">
                <c:v>3.4400000000000026</c:v>
              </c:pt>
              <c:pt idx="63">
                <c:v>3.4600000000000026</c:v>
              </c:pt>
              <c:pt idx="64">
                <c:v>3.4800000000000026</c:v>
              </c:pt>
            </c:numLit>
          </c:xVal>
          <c:yVal>
            <c:numLit>
              <c:formatCode>0.000</c:formatCode>
              <c:ptCount val="65"/>
              <c:pt idx="0">
                <c:v>0.9</c:v>
              </c:pt>
              <c:pt idx="1">
                <c:v>0.9</c:v>
              </c:pt>
              <c:pt idx="2">
                <c:v>0.9</c:v>
              </c:pt>
              <c:pt idx="3">
                <c:v>0.9</c:v>
              </c:pt>
              <c:pt idx="4">
                <c:v>0.9</c:v>
              </c:pt>
              <c:pt idx="5">
                <c:v>0.9</c:v>
              </c:pt>
              <c:pt idx="6">
                <c:v>0.9</c:v>
              </c:pt>
              <c:pt idx="7">
                <c:v>0.9</c:v>
              </c:pt>
              <c:pt idx="8">
                <c:v>0.9</c:v>
              </c:pt>
              <c:pt idx="9">
                <c:v>0.9</c:v>
              </c:pt>
              <c:pt idx="10">
                <c:v>0.9</c:v>
              </c:pt>
              <c:pt idx="11">
                <c:v>0.9</c:v>
              </c:pt>
              <c:pt idx="12">
                <c:v>0.9</c:v>
              </c:pt>
              <c:pt idx="13">
                <c:v>0.9</c:v>
              </c:pt>
              <c:pt idx="14">
                <c:v>0.9</c:v>
              </c:pt>
              <c:pt idx="15">
                <c:v>0.9</c:v>
              </c:pt>
              <c:pt idx="16">
                <c:v>0.9</c:v>
              </c:pt>
              <c:pt idx="17">
                <c:v>0.9</c:v>
              </c:pt>
              <c:pt idx="18">
                <c:v>0.9</c:v>
              </c:pt>
              <c:pt idx="19">
                <c:v>0.9</c:v>
              </c:pt>
              <c:pt idx="20">
                <c:v>0.9</c:v>
              </c:pt>
              <c:pt idx="21">
                <c:v>0.9</c:v>
              </c:pt>
              <c:pt idx="22">
                <c:v>0.9</c:v>
              </c:pt>
              <c:pt idx="23">
                <c:v>0.9</c:v>
              </c:pt>
              <c:pt idx="24">
                <c:v>0.9</c:v>
              </c:pt>
              <c:pt idx="25">
                <c:v>0.9</c:v>
              </c:pt>
              <c:pt idx="26">
                <c:v>0.9</c:v>
              </c:pt>
              <c:pt idx="27">
                <c:v>0.9</c:v>
              </c:pt>
              <c:pt idx="28">
                <c:v>0.9</c:v>
              </c:pt>
              <c:pt idx="29">
                <c:v>0.9</c:v>
              </c:pt>
              <c:pt idx="30">
                <c:v>0.9</c:v>
              </c:pt>
              <c:pt idx="31">
                <c:v>0.9</c:v>
              </c:pt>
              <c:pt idx="32">
                <c:v>0.9</c:v>
              </c:pt>
              <c:pt idx="33">
                <c:v>0.9</c:v>
              </c:pt>
              <c:pt idx="34">
                <c:v>0.9</c:v>
              </c:pt>
              <c:pt idx="35">
                <c:v>0.9</c:v>
              </c:pt>
              <c:pt idx="36">
                <c:v>0.9</c:v>
              </c:pt>
              <c:pt idx="37">
                <c:v>0.9</c:v>
              </c:pt>
              <c:pt idx="38">
                <c:v>0.9</c:v>
              </c:pt>
              <c:pt idx="39">
                <c:v>0.9</c:v>
              </c:pt>
              <c:pt idx="40">
                <c:v>0.9</c:v>
              </c:pt>
              <c:pt idx="41">
                <c:v>0.9</c:v>
              </c:pt>
              <c:pt idx="42">
                <c:v>0.9</c:v>
              </c:pt>
              <c:pt idx="43">
                <c:v>0.9</c:v>
              </c:pt>
              <c:pt idx="44">
                <c:v>0.9</c:v>
              </c:pt>
              <c:pt idx="45">
                <c:v>0.9</c:v>
              </c:pt>
              <c:pt idx="46">
                <c:v>0.9</c:v>
              </c:pt>
              <c:pt idx="47">
                <c:v>0.9</c:v>
              </c:pt>
              <c:pt idx="48">
                <c:v>0.9</c:v>
              </c:pt>
              <c:pt idx="49">
                <c:v>0.9</c:v>
              </c:pt>
              <c:pt idx="50">
                <c:v>0.9</c:v>
              </c:pt>
              <c:pt idx="51">
                <c:v>0.9</c:v>
              </c:pt>
              <c:pt idx="52">
                <c:v>0.9</c:v>
              </c:pt>
              <c:pt idx="53">
                <c:v>0.9</c:v>
              </c:pt>
              <c:pt idx="54">
                <c:v>0.9</c:v>
              </c:pt>
              <c:pt idx="55">
                <c:v>0.9</c:v>
              </c:pt>
              <c:pt idx="56">
                <c:v>0.9</c:v>
              </c:pt>
              <c:pt idx="57">
                <c:v>0.9</c:v>
              </c:pt>
              <c:pt idx="58">
                <c:v>0.9</c:v>
              </c:pt>
              <c:pt idx="59">
                <c:v>0.9</c:v>
              </c:pt>
              <c:pt idx="60">
                <c:v>0.9</c:v>
              </c:pt>
              <c:pt idx="61">
                <c:v>0.9</c:v>
              </c:pt>
              <c:pt idx="62">
                <c:v>0.9</c:v>
              </c:pt>
              <c:pt idx="63">
                <c:v>0.9</c:v>
              </c:pt>
              <c:pt idx="64">
                <c:v>0.9</c:v>
              </c:pt>
            </c:numLit>
          </c:yVal>
        </c:ser>
        <c:ser>
          <c:idx val="1"/>
          <c:order val="1"/>
          <c:tx>
            <c:v>周期扫频 ○</c:v>
          </c:tx>
          <c:spPr>
            <a:ln xmlns:a="http://schemas.openxmlformats.org/drawingml/2006/main" w="38100">
              <a:solidFill>
                <a:srgbClr val="3978B8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50"/>
              <c:pt idx="0">
                <c:v>2.2770000000000046</c:v>
              </c:pt>
              <c:pt idx="1">
                <c:v>2.2970000000000046</c:v>
              </c:pt>
              <c:pt idx="2">
                <c:v>2.3170000000000046</c:v>
              </c:pt>
              <c:pt idx="3">
                <c:v>2.3370000000000046</c:v>
              </c:pt>
              <c:pt idx="4">
                <c:v>2.3570000000000046</c:v>
              </c:pt>
              <c:pt idx="5">
                <c:v>2.3770000000000047</c:v>
              </c:pt>
              <c:pt idx="6">
                <c:v>2.3970000000000047</c:v>
              </c:pt>
              <c:pt idx="7">
                <c:v>2.4965000000000077</c:v>
              </c:pt>
              <c:pt idx="8">
                <c:v>2.5165000000000077</c:v>
              </c:pt>
              <c:pt idx="9">
                <c:v>2.5365000000000077</c:v>
              </c:pt>
              <c:pt idx="10">
                <c:v>2.5565000000000078</c:v>
              </c:pt>
              <c:pt idx="11">
                <c:v>2.576500000000008</c:v>
              </c:pt>
              <c:pt idx="12">
                <c:v>2.596500000000008</c:v>
              </c:pt>
              <c:pt idx="13">
                <c:v>2.616500000000008</c:v>
              </c:pt>
              <c:pt idx="14">
                <c:v>2.636500000000008</c:v>
              </c:pt>
              <c:pt idx="15">
                <c:v>2.656500000000008</c:v>
              </c:pt>
              <c:pt idx="16">
                <c:v>2.676500000000008</c:v>
              </c:pt>
              <c:pt idx="17">
                <c:v>2.696500000000008</c:v>
              </c:pt>
              <c:pt idx="18">
                <c:v>2.716500000000008</c:v>
              </c:pt>
              <c:pt idx="19">
                <c:v>2.736500000000008</c:v>
              </c:pt>
              <c:pt idx="20">
                <c:v>2.756500000000008</c:v>
              </c:pt>
              <c:pt idx="21">
                <c:v>2.776500000000008</c:v>
              </c:pt>
              <c:pt idx="22">
                <c:v>2.796500000000008</c:v>
              </c:pt>
              <c:pt idx="23">
                <c:v>2.816500000000008</c:v>
              </c:pt>
              <c:pt idx="24">
                <c:v>2.836500000000008</c:v>
              </c:pt>
              <c:pt idx="25">
                <c:v>2.856500000000008</c:v>
              </c:pt>
              <c:pt idx="26">
                <c:v>2.876500000000008</c:v>
              </c:pt>
              <c:pt idx="27">
                <c:v>2.896500000000008</c:v>
              </c:pt>
              <c:pt idx="28">
                <c:v>2.916500000000008</c:v>
              </c:pt>
              <c:pt idx="29">
                <c:v>2.936500000000008</c:v>
              </c:pt>
              <c:pt idx="30">
                <c:v>2.956500000000008</c:v>
              </c:pt>
              <c:pt idx="31">
                <c:v>2.976500000000008</c:v>
              </c:pt>
              <c:pt idx="32">
                <c:v>3.076000000000011</c:v>
              </c:pt>
              <c:pt idx="33">
                <c:v>3.096000000000011</c:v>
              </c:pt>
              <c:pt idx="34">
                <c:v>3.116000000000011</c:v>
              </c:pt>
              <c:pt idx="35">
                <c:v>3.1360000000000112</c:v>
              </c:pt>
              <c:pt idx="36">
                <c:v>3.1560000000000112</c:v>
              </c:pt>
              <c:pt idx="37">
                <c:v>3.1760000000000113</c:v>
              </c:pt>
              <c:pt idx="38">
                <c:v>3.1960000000000113</c:v>
              </c:pt>
              <c:pt idx="39">
                <c:v>3.2955000000000143</c:v>
              </c:pt>
              <c:pt idx="40">
                <c:v>3.3155000000000143</c:v>
              </c:pt>
              <c:pt idx="41">
                <c:v>3.3355000000000143</c:v>
              </c:pt>
              <c:pt idx="42">
                <c:v>3.3555000000000144</c:v>
              </c:pt>
              <c:pt idx="43">
                <c:v>3.3755000000000144</c:v>
              </c:pt>
              <c:pt idx="44">
                <c:v>3.3955000000000144</c:v>
              </c:pt>
              <c:pt idx="45">
                <c:v>3.4155000000000144</c:v>
              </c:pt>
              <c:pt idx="46">
                <c:v>3.4355000000000144</c:v>
              </c:pt>
              <c:pt idx="47">
                <c:v>3.4555000000000144</c:v>
              </c:pt>
              <c:pt idx="48">
                <c:v>3.4755000000000145</c:v>
              </c:pt>
              <c:pt idx="49">
                <c:v>3.4955000000000145</c:v>
              </c:pt>
            </c:numLit>
          </c:xVal>
          <c:yVal>
            <c:numLit>
              <c:formatCode>0.000</c:formatCode>
              <c:ptCount val="50"/>
              <c:pt idx="0">
                <c:v>0.9</c:v>
              </c:pt>
              <c:pt idx="1">
                <c:v>0.9</c:v>
              </c:pt>
              <c:pt idx="2">
                <c:v>0.9</c:v>
              </c:pt>
              <c:pt idx="3">
                <c:v>0.9</c:v>
              </c:pt>
              <c:pt idx="4">
                <c:v>0.9</c:v>
              </c:pt>
              <c:pt idx="5">
                <c:v>0.9</c:v>
              </c:pt>
              <c:pt idx="6">
                <c:v>0.9</c:v>
              </c:pt>
              <c:pt idx="7">
                <c:v>0.8548</c:v>
              </c:pt>
              <c:pt idx="8">
                <c:v>0.8548</c:v>
              </c:pt>
              <c:pt idx="9">
                <c:v>0.8548</c:v>
              </c:pt>
              <c:pt idx="10">
                <c:v>0.8548</c:v>
              </c:pt>
              <c:pt idx="11">
                <c:v>0.8548</c:v>
              </c:pt>
              <c:pt idx="12">
                <c:v>0.8548</c:v>
              </c:pt>
              <c:pt idx="13">
                <c:v>0.8548</c:v>
              </c:pt>
              <c:pt idx="14">
                <c:v>0.8548</c:v>
              </c:pt>
              <c:pt idx="15">
                <c:v>0.8548</c:v>
              </c:pt>
              <c:pt idx="16">
                <c:v>0.8548</c:v>
              </c:pt>
              <c:pt idx="17">
                <c:v>0.8548</c:v>
              </c:pt>
              <c:pt idx="18">
                <c:v>0.8548</c:v>
              </c:pt>
              <c:pt idx="19">
                <c:v>0.8548</c:v>
              </c:pt>
              <c:pt idx="20">
                <c:v>0.8548</c:v>
              </c:pt>
              <c:pt idx="21">
                <c:v>0.8548</c:v>
              </c:pt>
              <c:pt idx="22">
                <c:v>0.8548</c:v>
              </c:pt>
              <c:pt idx="23">
                <c:v>0.8548</c:v>
              </c:pt>
              <c:pt idx="24">
                <c:v>0.8548</c:v>
              </c:pt>
              <c:pt idx="25">
                <c:v>0.8548</c:v>
              </c:pt>
              <c:pt idx="26">
                <c:v>0.8548</c:v>
              </c:pt>
              <c:pt idx="27">
                <c:v>0.8548</c:v>
              </c:pt>
              <c:pt idx="28">
                <c:v>0.8548</c:v>
              </c:pt>
              <c:pt idx="29">
                <c:v>0.8548</c:v>
              </c:pt>
              <c:pt idx="30">
                <c:v>0.8548</c:v>
              </c:pt>
              <c:pt idx="31">
                <c:v>0.8548</c:v>
              </c:pt>
              <c:pt idx="32">
                <c:v>0.8548</c:v>
              </c:pt>
              <c:pt idx="33">
                <c:v>0.8548</c:v>
              </c:pt>
              <c:pt idx="34">
                <c:v>0.8548</c:v>
              </c:pt>
              <c:pt idx="35">
                <c:v>0.8548</c:v>
              </c:pt>
              <c:pt idx="36">
                <c:v>0.8548</c:v>
              </c:pt>
              <c:pt idx="37">
                <c:v>0.8548</c:v>
              </c:pt>
              <c:pt idx="38">
                <c:v>0.8548</c:v>
              </c:pt>
              <c:pt idx="39">
                <c:v>0.9003</c:v>
              </c:pt>
              <c:pt idx="40">
                <c:v>0.9003</c:v>
              </c:pt>
              <c:pt idx="41">
                <c:v>0.9003</c:v>
              </c:pt>
              <c:pt idx="42">
                <c:v>0.9003</c:v>
              </c:pt>
              <c:pt idx="43">
                <c:v>0.9003</c:v>
              </c:pt>
              <c:pt idx="44">
                <c:v>0.9003</c:v>
              </c:pt>
              <c:pt idx="45">
                <c:v>0.9003</c:v>
              </c:pt>
              <c:pt idx="46">
                <c:v>0.9003</c:v>
              </c:pt>
              <c:pt idx="47">
                <c:v>0.9003</c:v>
              </c:pt>
              <c:pt idx="48">
                <c:v>0.9003</c:v>
              </c:pt>
              <c:pt idx="49">
                <c:v>0.9003</c:v>
              </c:pt>
            </c:numLit>
          </c:yVal>
        </c:ser>
        <c:ser>
          <c:idx val="2"/>
          <c:order val="2"/>
          <c:tx>
            <c:v>扫描辅助P&amp;O △</c:v>
          </c:tx>
          <c:spPr>
            <a:ln xmlns:a="http://schemas.openxmlformats.org/drawingml/2006/main" w="19050">
              <a:solidFill>
                <a:srgbClr val="B54343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41"/>
              <c:pt idx="0">
                <c:v>2.2590000000000017</c:v>
              </c:pt>
              <c:pt idx="1">
                <c:v>2.2790000000000017</c:v>
              </c:pt>
              <c:pt idx="2">
                <c:v>2.2990000000000017</c:v>
              </c:pt>
              <c:pt idx="3">
                <c:v>2.3190000000000017</c:v>
              </c:pt>
              <c:pt idx="4">
                <c:v>2.3390000000000017</c:v>
              </c:pt>
              <c:pt idx="5">
                <c:v>2.399000000000002</c:v>
              </c:pt>
              <c:pt idx="6">
                <c:v>2.498500000000005</c:v>
              </c:pt>
              <c:pt idx="7">
                <c:v>2.518500000000005</c:v>
              </c:pt>
              <c:pt idx="8">
                <c:v>2.538500000000005</c:v>
              </c:pt>
              <c:pt idx="9">
                <c:v>2.558500000000005</c:v>
              </c:pt>
              <c:pt idx="10">
                <c:v>2.578500000000005</c:v>
              </c:pt>
              <c:pt idx="11">
                <c:v>2.638500000000005</c:v>
              </c:pt>
              <c:pt idx="12">
                <c:v>2.658500000000005</c:v>
              </c:pt>
              <c:pt idx="13">
                <c:v>2.678500000000005</c:v>
              </c:pt>
              <c:pt idx="14">
                <c:v>2.698500000000005</c:v>
              </c:pt>
              <c:pt idx="15">
                <c:v>2.718500000000005</c:v>
              </c:pt>
              <c:pt idx="16">
                <c:v>2.778500000000005</c:v>
              </c:pt>
              <c:pt idx="17">
                <c:v>2.798500000000005</c:v>
              </c:pt>
              <c:pt idx="18">
                <c:v>2.818500000000005</c:v>
              </c:pt>
              <c:pt idx="19">
                <c:v>2.838500000000005</c:v>
              </c:pt>
              <c:pt idx="20">
                <c:v>2.858500000000005</c:v>
              </c:pt>
              <c:pt idx="21">
                <c:v>2.918500000000005</c:v>
              </c:pt>
              <c:pt idx="22">
                <c:v>2.938500000000005</c:v>
              </c:pt>
              <c:pt idx="23">
                <c:v>2.9585000000000052</c:v>
              </c:pt>
              <c:pt idx="24">
                <c:v>2.9785000000000053</c:v>
              </c:pt>
              <c:pt idx="25">
                <c:v>2.9985000000000053</c:v>
              </c:pt>
              <c:pt idx="26">
                <c:v>3.0585000000000053</c:v>
              </c:pt>
              <c:pt idx="27">
                <c:v>3.0785000000000053</c:v>
              </c:pt>
              <c:pt idx="28">
                <c:v>3.0985000000000054</c:v>
              </c:pt>
              <c:pt idx="29">
                <c:v>3.1185000000000054</c:v>
              </c:pt>
              <c:pt idx="30">
                <c:v>3.1385000000000054</c:v>
              </c:pt>
              <c:pt idx="31">
                <c:v>3.1985000000000054</c:v>
              </c:pt>
              <c:pt idx="32">
                <c:v>3.2980000000000085</c:v>
              </c:pt>
              <c:pt idx="33">
                <c:v>3.3180000000000085</c:v>
              </c:pt>
              <c:pt idx="34">
                <c:v>3.3380000000000085</c:v>
              </c:pt>
              <c:pt idx="35">
                <c:v>3.3580000000000085</c:v>
              </c:pt>
              <c:pt idx="36">
                <c:v>3.3780000000000086</c:v>
              </c:pt>
              <c:pt idx="37">
                <c:v>3.4380000000000086</c:v>
              </c:pt>
              <c:pt idx="38">
                <c:v>3.4580000000000086</c:v>
              </c:pt>
              <c:pt idx="39">
                <c:v>3.4780000000000086</c:v>
              </c:pt>
              <c:pt idx="40">
                <c:v>3.4980000000000087</c:v>
              </c:pt>
            </c:numLit>
          </c:xVal>
          <c:yVal>
            <c:numLit>
              <c:formatCode>0.000</c:formatCode>
              <c:ptCount val="41"/>
              <c:pt idx="0">
                <c:v>0.9</c:v>
              </c:pt>
              <c:pt idx="1">
                <c:v>0.9</c:v>
              </c:pt>
              <c:pt idx="2">
                <c:v>0.9</c:v>
              </c:pt>
              <c:pt idx="3">
                <c:v>0.9</c:v>
              </c:pt>
              <c:pt idx="4">
                <c:v>0.9</c:v>
              </c:pt>
              <c:pt idx="5">
                <c:v>0.9</c:v>
              </c:pt>
              <c:pt idx="6">
                <c:v>0.8548</c:v>
              </c:pt>
              <c:pt idx="7">
                <c:v>0.8548</c:v>
              </c:pt>
              <c:pt idx="8">
                <c:v>0.8548</c:v>
              </c:pt>
              <c:pt idx="9">
                <c:v>0.8548</c:v>
              </c:pt>
              <c:pt idx="10">
                <c:v>0.8548</c:v>
              </c:pt>
              <c:pt idx="11">
                <c:v>0.8548</c:v>
              </c:pt>
              <c:pt idx="12">
                <c:v>0.8548</c:v>
              </c:pt>
              <c:pt idx="13">
                <c:v>0.8548</c:v>
              </c:pt>
              <c:pt idx="14">
                <c:v>0.8548</c:v>
              </c:pt>
              <c:pt idx="15">
                <c:v>0.8548</c:v>
              </c:pt>
              <c:pt idx="16">
                <c:v>0.8548</c:v>
              </c:pt>
              <c:pt idx="17">
                <c:v>0.8548</c:v>
              </c:pt>
              <c:pt idx="18">
                <c:v>0.8548</c:v>
              </c:pt>
              <c:pt idx="19">
                <c:v>0.8548</c:v>
              </c:pt>
              <c:pt idx="20">
                <c:v>0.8548</c:v>
              </c:pt>
              <c:pt idx="21">
                <c:v>0.8548</c:v>
              </c:pt>
              <c:pt idx="22">
                <c:v>0.8548</c:v>
              </c:pt>
              <c:pt idx="23">
                <c:v>0.8548</c:v>
              </c:pt>
              <c:pt idx="24">
                <c:v>0.8548</c:v>
              </c:pt>
              <c:pt idx="25">
                <c:v>0.8548</c:v>
              </c:pt>
              <c:pt idx="26">
                <c:v>0.8548</c:v>
              </c:pt>
              <c:pt idx="27">
                <c:v>0.8548</c:v>
              </c:pt>
              <c:pt idx="28">
                <c:v>0.8548</c:v>
              </c:pt>
              <c:pt idx="29">
                <c:v>0.8548</c:v>
              </c:pt>
              <c:pt idx="30">
                <c:v>0.8548</c:v>
              </c:pt>
              <c:pt idx="31">
                <c:v>0.8548</c:v>
              </c:pt>
              <c:pt idx="32">
                <c:v>0.9003</c:v>
              </c:pt>
              <c:pt idx="33">
                <c:v>0.9003</c:v>
              </c:pt>
              <c:pt idx="34">
                <c:v>0.9003</c:v>
              </c:pt>
              <c:pt idx="35">
                <c:v>0.9003</c:v>
              </c:pt>
              <c:pt idx="36">
                <c:v>0.9003</c:v>
              </c:pt>
              <c:pt idx="37">
                <c:v>0.9003</c:v>
              </c:pt>
              <c:pt idx="38">
                <c:v>0.9003</c:v>
              </c:pt>
              <c:pt idx="39">
                <c:v>0.9003</c:v>
              </c:pt>
              <c:pt idx="40">
                <c:v>0.9003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0.905"/>
          <c:min val="0.8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B76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B76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50112"/>
        <c:majorUnit val="0.01"/>
      </c:valAx>
      <c:valAx>
        <c:axId val="48650112"/>
        <c:scaling>
          <c:orientation val="minMax"/>
          <c:max val="3.5"/>
          <c:min val="2.2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B76"/>
                    </a:solidFill>
                  </a:rPr>
                  <a:t>Quasi-steady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B76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0E6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e1a195e7a42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1066800"/>
            <a:ext cx="7077075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4acc7f21e44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04900"/>
            <a:ext cx="6800850" cy="4762500"/>
          </a:xfrm>
          <a:prstGeom xmlns:a="http://schemas.openxmlformats.org/drawingml/2006/main" prst="rect">
            <a:avLst/>
          </a:prstGeom>
        </p:spPr>
      </p:pic>
      <p:pic>
        <p:nvPicPr>
          <p:cNvPr id="2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cc1d703ff4e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257300"/>
            <a:ext cx="33337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 ≈ 106.726 μH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74b4ad69342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1066800"/>
            <a:ext cx="6496050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78c93fada4846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039e008804d81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c5a01c5ec42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009650"/>
            <a:ext cx="10820400" cy="4581525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57850"/>
            <a:ext cx="3429000" cy="7429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4357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推荐：±50 kHz / 1 kHz / 101点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扫描时间代理：151.5 ms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a079ced754a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1047750"/>
            <a:ext cx="7000875" cy="50958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72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978B8"/>
                </a:solidFill>
              </a:defRPr>
            </a:pPr>
            <a:r>
              <a:rPr sz="1425" b="1">
                <a:solidFill>
                  <a:srgbClr val="3978B8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稳定锁定0.8548 MHz；捕获率100%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54343"/>
                </a:solidFill>
              </a:defRPr>
            </a:pPr>
            <a:r>
              <a:rPr sz="1350" b="1">
                <a:solidFill>
                  <a:srgbClr val="B54343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graphicFrame>
        <p:nvGraphicFramePr>
          <p:cNvPr id="60" name="local-safe-power-sweep"/>
          <p:cNvGraphicFramePr/>
          <p:nvPr/>
        </p:nvGraphicFramePr>
        <p:xfrm>
          <a:off xmlns:a="http://schemas.openxmlformats.org/drawingml/2006/main" x="685800" y="1066800"/>
          <a:ext xmlns:a="http://schemas.openxmlformats.org/drawingml/2006/main" cx="78105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90900bb5e54e72"/>
          </a:graphicData>
        </a:graphic>
      </p:graphicFrame>
      <p:graphicFrame>
        <p:nvGraphicFramePr>
          <p:cNvPr id="61" name="fs-minus5-capture-timeline"/>
          <p:cNvGraphicFramePr/>
          <p:nvPr/>
        </p:nvGraphicFramePr>
        <p:xfrm>
          <a:off xmlns:a="http://schemas.openxmlformats.org/drawingml/2006/main" x="685800" y="3286125"/>
          <a:ext xmlns:a="http://schemas.openxmlformats.org/drawingml/2006/main" cx="781050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953158bdf042de"/>
          </a:graphicData>
        </a:graphic>
      </p:graphicFrame>
      <p:graphicFrame>
        <p:nvGraphicFramePr>
          <p:cNvPr id="62" name="fs-minus5-frequency-timeline"/>
          <p:cNvGraphicFramePr/>
          <p:nvPr/>
        </p:nvGraphicFramePr>
        <p:xfrm>
          <a:off xmlns:a="http://schemas.openxmlformats.org/drawingml/2006/main" x="685800" y="4933950"/>
          <a:ext xmlns:a="http://schemas.openxmlformats.org/drawingml/2006/main" cx="7810500" cy="1381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44f8d955644eff"/>
          </a:graphicData>
        </a:graphic>
      </p:graphicFrame>
      <p:sp>
        <p:nvSpPr>
          <p:cNvPr id="18" name="guide-fs-minus5-peak">
            <a:extLst xmlns:a="http://schemas.openxmlformats.org/drawingml/2006/main">
              <a:ext uri="{FF2B5EF4-FFF2-40B4-BE49-F238E27FC236}">
                <a16:creationId xmlns:a16="http://schemas.microsoft.com/office/drawing/2014/main" id="{8C722D83-8238-4C14-8A3E-EDA05D7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796" y="156210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0">
            <a:solidFill>
              <a:srgbClr val="B54343"/>
            </a:solidFill>
            <a:prstDash val="solid"/>
          </a:ln>
        </p:spPr>
      </p:sp>
      <p:sp>
        <p:nvSpPr>
          <p:cNvPr id="19" name="guide-fixed-0p9">
            <a:extLst xmlns:a="http://schemas.openxmlformats.org/drawingml/2006/main">
              <a:ext uri="{FF2B5EF4-FFF2-40B4-BE49-F238E27FC236}">
                <a16:creationId xmlns:a16="http://schemas.microsoft.com/office/drawing/2014/main" id="{334A790E-F7FA-4A35-9BDC-0FF7C953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56210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20" name="marker-fs-minus5-peak">
            <a:extLst xmlns:a="http://schemas.openxmlformats.org/drawingml/2006/main">
              <a:ext uri="{FF2B5EF4-FFF2-40B4-BE49-F238E27FC236}">
                <a16:creationId xmlns:a16="http://schemas.microsoft.com/office/drawing/2014/main" id="{031EC225-B240-451C-B0B7-B4765A1D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96" y="180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marker-baseline-peak">
            <a:extLst xmlns:a="http://schemas.openxmlformats.org/drawingml/2006/main">
              <a:ext uri="{FF2B5EF4-FFF2-40B4-BE49-F238E27FC236}">
                <a16:creationId xmlns:a16="http://schemas.microsoft.com/office/drawing/2014/main" id="{2EFEAD6B-BF7D-4D89-9B7E-5C2D32DA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8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label-fs-minus5-peak">
            <a:extLst xmlns:a="http://schemas.openxmlformats.org/drawingml/2006/main">
              <a:ext uri="{FF2B5EF4-FFF2-40B4-BE49-F238E27FC236}">
                <a16:creationId xmlns:a16="http://schemas.microsoft.com/office/drawing/2014/main" id="{4FD4B7E6-9BBA-4FF2-B212-13AE9D47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90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4343"/>
                </a:solidFill>
              </a:defRPr>
            </a:pPr>
            <a:r>
              <a:rPr sz="1050" b="1">
                <a:solidFill>
                  <a:srgbClr val="B54343"/>
                </a:solidFill>
              </a:rPr>
              <a:t>fs−5%峰值：0.8548 MHz</a:t>
            </a:r>
          </a:p>
        </p:txBody>
      </p:sp>
      <p:sp>
        <p:nvSpPr>
          <p:cNvPr id="23" name="label-baseline-peak">
            <a:extLst xmlns:a="http://schemas.openxmlformats.org/drawingml/2006/main">
              <a:ext uri="{FF2B5EF4-FFF2-40B4-BE49-F238E27FC236}">
                <a16:creationId xmlns:a16="http://schemas.microsoft.com/office/drawing/2014/main" id="{CD510186-96CE-40C0-BC30-A056E08A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90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978B8"/>
                </a:solidFill>
              </a:defRPr>
            </a:pPr>
            <a:r>
              <a:rPr sz="1050" b="1">
                <a:solidFill>
                  <a:srgbClr val="3978B8"/>
                </a:solidFill>
              </a:rPr>
              <a:t>基准峰值：0.9000 MHz</a:t>
            </a:r>
          </a:p>
        </p:txBody>
      </p:sp>
      <p:sp>
        <p:nvSpPr>
          <p:cNvPr id="24" name="event-start-capture">
            <a:extLst xmlns:a="http://schemas.openxmlformats.org/drawingml/2006/main">
              <a:ext uri="{FF2B5EF4-FFF2-40B4-BE49-F238E27FC236}">
                <a16:creationId xmlns:a16="http://schemas.microsoft.com/office/drawing/2014/main" id="{B77CF417-29FA-4B64-BCDD-085F6D69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213" y="40005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25" name="event-arrival-capture">
            <a:extLst xmlns:a="http://schemas.openxmlformats.org/drawingml/2006/main">
              <a:ext uri="{FF2B5EF4-FFF2-40B4-BE49-F238E27FC236}">
                <a16:creationId xmlns:a16="http://schemas.microsoft.com/office/drawing/2014/main" id="{D29E6A2E-301B-4071-AC0B-361403FD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69" y="40005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B8"/>
          </a:solidFill>
          <a:ln xmlns:a="http://schemas.openxmlformats.org/drawingml/2006/main" w="0">
            <a:solidFill>
              <a:srgbClr val="3978B8"/>
            </a:solidFill>
            <a:prstDash val="solid"/>
          </a:ln>
        </p:spPr>
      </p:sp>
      <p:sp>
        <p:nvSpPr>
          <p:cNvPr id="26" name="event-start-frequency">
            <a:extLst xmlns:a="http://schemas.openxmlformats.org/drawingml/2006/main">
              <a:ext uri="{FF2B5EF4-FFF2-40B4-BE49-F238E27FC236}">
                <a16:creationId xmlns:a16="http://schemas.microsoft.com/office/drawing/2014/main" id="{F9E8DA0A-A235-472A-BDFF-1D0E9EC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213" y="5334000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27" name="event-arrival-frequency">
            <a:extLst xmlns:a="http://schemas.openxmlformats.org/drawingml/2006/main">
              <a:ext uri="{FF2B5EF4-FFF2-40B4-BE49-F238E27FC236}">
                <a16:creationId xmlns:a16="http://schemas.microsoft.com/office/drawing/2014/main" id="{1A9AF939-155B-4768-AA1F-4D900C50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69" y="5334000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B8"/>
          </a:solidFill>
          <a:ln xmlns:a="http://schemas.openxmlformats.org/drawingml/2006/main" w="0">
            <a:solidFill>
              <a:srgbClr val="3978B8"/>
            </a:solidFill>
            <a:prstDash val="solid"/>
          </a:ln>
        </p:spPr>
      </p:sp>
      <p:sp>
        <p:nvSpPr>
          <p:cNvPr id="28" name="label-disturbance-start">
            <a:extLst xmlns:a="http://schemas.openxmlformats.org/drawingml/2006/main">
              <a:ext uri="{FF2B5EF4-FFF2-40B4-BE49-F238E27FC236}">
                <a16:creationId xmlns:a16="http://schemas.microsoft.com/office/drawing/2014/main" id="{B2EE1836-8E9C-4AFC-86E5-63D2A5D1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538" y="51816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77777"/>
                </a:solidFill>
              </a:defRPr>
            </a:pPr>
            <a:r>
              <a:rPr sz="975" b="1">
                <a:solidFill>
                  <a:srgbClr val="777777"/>
                </a:solidFill>
              </a:rPr>
              <a:t>扰动开始</a:t>
            </a:r>
          </a:p>
        </p:txBody>
      </p:sp>
      <p:sp>
        <p:nvSpPr>
          <p:cNvPr id="29" name="label-arrival-time">
            <a:extLst xmlns:a="http://schemas.openxmlformats.org/drawingml/2006/main">
              <a:ext uri="{FF2B5EF4-FFF2-40B4-BE49-F238E27FC236}">
                <a16:creationId xmlns:a16="http://schemas.microsoft.com/office/drawing/2014/main" id="{BE23CA5A-E3C0-4090-B516-93B0DD6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444" y="51816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8B8"/>
                </a:solidFill>
              </a:defRPr>
            </a:pPr>
            <a:r>
              <a:rPr sz="975" b="1">
                <a:solidFill>
                  <a:srgbClr val="3978B8"/>
                </a:solidFill>
              </a:rPr>
              <a:t>约2.50 s到达新峰位</a:t>
            </a:r>
          </a:p>
        </p:txBody>
      </p:sp>
      <p:sp>
        <p:nvSpPr>
          <p:cNvPr id="30" name="label-frequency-fixed-platform">
            <a:extLst xmlns:a="http://schemas.openxmlformats.org/drawingml/2006/main">
              <a:ext uri="{FF2B5EF4-FFF2-40B4-BE49-F238E27FC236}">
                <a16:creationId xmlns:a16="http://schemas.microsoft.com/office/drawing/2014/main" id="{93EE899B-19B7-4B72-B96B-A07D3C6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0542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77777"/>
                </a:solidFill>
              </a:defRPr>
            </a:pPr>
            <a:r>
              <a:rPr sz="975" b="1">
                <a:solidFill>
                  <a:srgbClr val="777777"/>
                </a:solidFill>
              </a:rPr>
              <a:t>固定：0.9000 MHz</a:t>
            </a:r>
          </a:p>
        </p:txBody>
      </p:sp>
      <p:sp>
        <p:nvSpPr>
          <p:cNvPr id="31" name="label-frequency-adaptive-platform">
            <a:extLst xmlns:a="http://schemas.openxmlformats.org/drawingml/2006/main">
              <a:ext uri="{FF2B5EF4-FFF2-40B4-BE49-F238E27FC236}">
                <a16:creationId xmlns:a16="http://schemas.microsoft.com/office/drawing/2014/main" id="{9FCD0D8E-D9EC-4B7D-8006-F5AC940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721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8B8"/>
                </a:solidFill>
              </a:defRPr>
            </a:pPr>
            <a:r>
              <a:rPr sz="975" b="1">
                <a:solidFill>
                  <a:srgbClr val="3978B8"/>
                </a:solidFill>
              </a:rPr>
              <a:t>自适应：0.8548 MHz</a:t>
            </a:r>
          </a:p>
        </p:txBody>
      </p:sp>
      <p:sp>
        <p:nvSpPr>
          <p:cNvPr id="32" name="periodic-capture-circle-0">
            <a:extLst xmlns:a="http://schemas.openxmlformats.org/drawingml/2006/main">
              <a:ext uri="{FF2B5EF4-FFF2-40B4-BE49-F238E27FC236}">
                <a16:creationId xmlns:a16="http://schemas.microsoft.com/office/drawing/2014/main" id="{C4AA7B73-F23A-4452-890C-55BC7DC9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577" y="3990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33" name="periodic-capture-circle-1">
            <a:extLst xmlns:a="http://schemas.openxmlformats.org/drawingml/2006/main">
              <a:ext uri="{FF2B5EF4-FFF2-40B4-BE49-F238E27FC236}">
                <a16:creationId xmlns:a16="http://schemas.microsoft.com/office/drawing/2014/main" id="{129D6A75-8045-4345-BC87-75C795F9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515" y="3990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34" name="periodic-capture-circle-2">
            <a:extLst xmlns:a="http://schemas.openxmlformats.org/drawingml/2006/main">
              <a:ext uri="{FF2B5EF4-FFF2-40B4-BE49-F238E27FC236}">
                <a16:creationId xmlns:a16="http://schemas.microsoft.com/office/drawing/2014/main" id="{AE48FB40-3AD0-433A-942A-788D848D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454" y="3990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35" name="periodic-capture-circle-3">
            <a:extLst xmlns:a="http://schemas.openxmlformats.org/drawingml/2006/main">
              <a:ext uri="{FF2B5EF4-FFF2-40B4-BE49-F238E27FC236}">
                <a16:creationId xmlns:a16="http://schemas.microsoft.com/office/drawing/2014/main" id="{D28A8ADD-978E-4FDF-8EEC-56DA6C78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392" y="3990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36" name="periodic-capture-circle-4">
            <a:extLst xmlns:a="http://schemas.openxmlformats.org/drawingml/2006/main">
              <a:ext uri="{FF2B5EF4-FFF2-40B4-BE49-F238E27FC236}">
                <a16:creationId xmlns:a16="http://schemas.microsoft.com/office/drawing/2014/main" id="{CC32A399-C567-4000-87E9-823BF89F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331" y="3990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37" name="pando-capture-triangle-0">
            <a:extLst xmlns:a="http://schemas.openxmlformats.org/drawingml/2006/main">
              <a:ext uri="{FF2B5EF4-FFF2-40B4-BE49-F238E27FC236}">
                <a16:creationId xmlns:a16="http://schemas.microsoft.com/office/drawing/2014/main" id="{79EAF355-EBB6-4538-BB7D-B0C41F72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284" y="39862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14288">
            <a:solidFill>
              <a:srgbClr val="B54343"/>
            </a:solidFill>
            <a:prstDash val="solid"/>
          </a:ln>
        </p:spPr>
      </p:sp>
      <p:sp>
        <p:nvSpPr>
          <p:cNvPr id="38" name="pando-capture-triangle-1">
            <a:extLst xmlns:a="http://schemas.openxmlformats.org/drawingml/2006/main">
              <a:ext uri="{FF2B5EF4-FFF2-40B4-BE49-F238E27FC236}">
                <a16:creationId xmlns:a16="http://schemas.microsoft.com/office/drawing/2014/main" id="{E197EAA0-0BAC-450E-89F2-E105879C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222" y="39862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14288">
            <a:solidFill>
              <a:srgbClr val="B54343"/>
            </a:solidFill>
            <a:prstDash val="solid"/>
          </a:ln>
        </p:spPr>
      </p:sp>
      <p:sp>
        <p:nvSpPr>
          <p:cNvPr id="39" name="pando-capture-triangle-2">
            <a:extLst xmlns:a="http://schemas.openxmlformats.org/drawingml/2006/main">
              <a:ext uri="{FF2B5EF4-FFF2-40B4-BE49-F238E27FC236}">
                <a16:creationId xmlns:a16="http://schemas.microsoft.com/office/drawing/2014/main" id="{D246205A-5B0E-4969-9A24-0B2F5806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161" y="39862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14288">
            <a:solidFill>
              <a:srgbClr val="B54343"/>
            </a:solidFill>
            <a:prstDash val="solid"/>
          </a:ln>
        </p:spPr>
      </p:sp>
      <p:sp>
        <p:nvSpPr>
          <p:cNvPr id="40" name="pando-capture-triangle-3">
            <a:extLst xmlns:a="http://schemas.openxmlformats.org/drawingml/2006/main">
              <a:ext uri="{FF2B5EF4-FFF2-40B4-BE49-F238E27FC236}">
                <a16:creationId xmlns:a16="http://schemas.microsoft.com/office/drawing/2014/main" id="{C1FA5F83-3D69-41DB-9E87-21BED680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099" y="39862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14288">
            <a:solidFill>
              <a:srgbClr val="B54343"/>
            </a:solidFill>
            <a:prstDash val="solid"/>
          </a:ln>
        </p:spPr>
      </p:sp>
      <p:sp>
        <p:nvSpPr>
          <p:cNvPr id="41" name="pando-capture-triangle-4">
            <a:extLst xmlns:a="http://schemas.openxmlformats.org/drawingml/2006/main">
              <a:ext uri="{FF2B5EF4-FFF2-40B4-BE49-F238E27FC236}">
                <a16:creationId xmlns:a16="http://schemas.microsoft.com/office/drawing/2014/main" id="{D38DD6D4-BD69-4930-ADBA-440DE032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803" y="39862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14288">
            <a:solidFill>
              <a:srgbClr val="B54343"/>
            </a:solidFill>
            <a:prstDash val="solid"/>
          </a:ln>
        </p:spPr>
      </p:sp>
      <p:sp>
        <p:nvSpPr>
          <p:cNvPr id="42" name="periodic-frequency-circle-0">
            <a:extLst xmlns:a="http://schemas.openxmlformats.org/drawingml/2006/main">
              <a:ext uri="{FF2B5EF4-FFF2-40B4-BE49-F238E27FC236}">
                <a16:creationId xmlns:a16="http://schemas.microsoft.com/office/drawing/2014/main" id="{CDEE350C-9893-4E66-A68E-99E3D309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577" y="576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43" name="periodic-frequency-circle-1">
            <a:extLst xmlns:a="http://schemas.openxmlformats.org/drawingml/2006/main">
              <a:ext uri="{FF2B5EF4-FFF2-40B4-BE49-F238E27FC236}">
                <a16:creationId xmlns:a16="http://schemas.microsoft.com/office/drawing/2014/main" id="{C99D987C-1E64-4E62-BE10-F61E0C7C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515" y="576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44" name="periodic-frequency-circle-2">
            <a:extLst xmlns:a="http://schemas.openxmlformats.org/drawingml/2006/main">
              <a:ext uri="{FF2B5EF4-FFF2-40B4-BE49-F238E27FC236}">
                <a16:creationId xmlns:a16="http://schemas.microsoft.com/office/drawing/2014/main" id="{50E7E9CC-B96C-47D3-BD0C-0936D0CA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454" y="576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45" name="pando-frequency-triangle-0">
            <a:extLst xmlns:a="http://schemas.openxmlformats.org/drawingml/2006/main">
              <a:ext uri="{FF2B5EF4-FFF2-40B4-BE49-F238E27FC236}">
                <a16:creationId xmlns:a16="http://schemas.microsoft.com/office/drawing/2014/main" id="{7F1B6F5E-7D94-4E56-88D2-4525A24E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284" y="57578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14288">
            <a:solidFill>
              <a:srgbClr val="B54343"/>
            </a:solidFill>
            <a:prstDash val="solid"/>
          </a:ln>
        </p:spPr>
      </p:sp>
      <p:sp>
        <p:nvSpPr>
          <p:cNvPr id="46" name="pando-frequency-triangle-1">
            <a:extLst xmlns:a="http://schemas.openxmlformats.org/drawingml/2006/main">
              <a:ext uri="{FF2B5EF4-FFF2-40B4-BE49-F238E27FC236}">
                <a16:creationId xmlns:a16="http://schemas.microsoft.com/office/drawing/2014/main" id="{47F187CD-9D1D-42FF-8B75-17B52B9E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222" y="57578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14288">
            <a:solidFill>
              <a:srgbClr val="B54343"/>
            </a:solidFill>
            <a:prstDash val="solid"/>
          </a:ln>
        </p:spPr>
      </p:sp>
      <p:sp>
        <p:nvSpPr>
          <p:cNvPr id="47" name="pando-frequency-triangle-2">
            <a:extLst xmlns:a="http://schemas.openxmlformats.org/drawingml/2006/main">
              <a:ext uri="{FF2B5EF4-FFF2-40B4-BE49-F238E27FC236}">
                <a16:creationId xmlns:a16="http://schemas.microsoft.com/office/drawing/2014/main" id="{61164FA3-4C38-4DB0-8024-A0E5B524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161" y="57578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14288">
            <a:solidFill>
              <a:srgbClr val="B543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970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4269c0ae164301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0d8d921be4b1b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a83ac414d4682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99c6b200e4f59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2026-08-28T08:22:22.3320000Z</dcterms:created>
  <dcterms:modified xsi:type="dcterms:W3CDTF">2026-08-28T08:22:22.3320000Z</dcterms:modified>
</coreProperties>
</file>