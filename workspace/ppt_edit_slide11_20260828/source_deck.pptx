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a6833700684419" /><Relationship Type="http://schemas.openxmlformats.org/officeDocument/2006/relationships/extended-properties" Target="/docProps/app.xml" Id="R85b509d781ca4927" /><Relationship Type="http://schemas.openxmlformats.org/officeDocument/2006/relationships/officeDocument" Target="/ppt/presentation.xml" Id="R2439a128c3594c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cb4a938edf43b3"/>
  </p:sldMasterIdLst>
  <p:notesMasterIdLst>
    <p:notesMasterId xmlns:r="http://schemas.openxmlformats.org/officeDocument/2006/relationships" r:id="R903d41c1d7d24314"/>
  </p:notesMasterIdLst>
  <p:sldIdLst>
    <p:sldId xmlns:r="http://schemas.openxmlformats.org/officeDocument/2006/relationships" id="256" r:id="Re4ce43a2a29d4b18"/>
    <p:sldId xmlns:r="http://schemas.openxmlformats.org/officeDocument/2006/relationships" id="257" r:id="Rfbcb02f5b56e4dc6"/>
    <p:sldId xmlns:r="http://schemas.openxmlformats.org/officeDocument/2006/relationships" id="258" r:id="Rdc2f62082e9348df"/>
    <p:sldId xmlns:r="http://schemas.openxmlformats.org/officeDocument/2006/relationships" id="259" r:id="R2643da78f8534755"/>
    <p:sldId xmlns:r="http://schemas.openxmlformats.org/officeDocument/2006/relationships" id="260" r:id="R9180ea9b7e55479d"/>
    <p:sldId xmlns:r="http://schemas.openxmlformats.org/officeDocument/2006/relationships" id="261" r:id="R12670543b5f04237"/>
    <p:sldId xmlns:r="http://schemas.openxmlformats.org/officeDocument/2006/relationships" id="262" r:id="Rd688b70726a041b3"/>
    <p:sldId xmlns:r="http://schemas.openxmlformats.org/officeDocument/2006/relationships" id="263" r:id="R3365cb8c48134832"/>
    <p:sldId xmlns:r="http://schemas.openxmlformats.org/officeDocument/2006/relationships" id="264" r:id="R1855440951294464"/>
    <p:sldId xmlns:r="http://schemas.openxmlformats.org/officeDocument/2006/relationships" id="265" r:id="Rd162674307074b2d"/>
    <p:sldId xmlns:r="http://schemas.openxmlformats.org/officeDocument/2006/relationships" id="266" r:id="Rc0876d932f1d4abc"/>
    <p:sldId xmlns:r="http://schemas.openxmlformats.org/officeDocument/2006/relationships" id="267" r:id="R331ddd1ab4254f35"/>
    <p:sldId xmlns:r="http://schemas.openxmlformats.org/officeDocument/2006/relationships" id="268" r:id="R53971d8c82e94642"/>
    <p:sldId xmlns:r="http://schemas.openxmlformats.org/officeDocument/2006/relationships" id="269" r:id="R7c47b8d532b44e24"/>
    <p:sldId xmlns:r="http://schemas.openxmlformats.org/officeDocument/2006/relationships" id="270" r:id="R63b7bc2208b0413c"/>
    <p:sldId xmlns:r="http://schemas.openxmlformats.org/officeDocument/2006/relationships" id="271" r:id="Rd0da18c5e0dc46ed"/>
    <p:sldId xmlns:r="http://schemas.openxmlformats.org/officeDocument/2006/relationships" id="272" r:id="R884c5278366346c2"/>
    <p:sldId xmlns:r="http://schemas.openxmlformats.org/officeDocument/2006/relationships" id="273" r:id="Ra0b3080565df4e0c"/>
    <p:sldId xmlns:r="http://schemas.openxmlformats.org/officeDocument/2006/relationships" id="274" r:id="Rc6288a83a5144490"/>
    <p:sldId xmlns:r="http://schemas.openxmlformats.org/officeDocument/2006/relationships" id="275" r:id="Rd2e626c7692341b8"/>
    <p:sldId xmlns:r="http://schemas.openxmlformats.org/officeDocument/2006/relationships" id="276" r:id="R4624316f9aa642a5"/>
    <p:sldId xmlns:r="http://schemas.openxmlformats.org/officeDocument/2006/relationships" id="277" r:id="R91b60098ecf94e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c5c1c254d342c6" /><Relationship Type="http://schemas.openxmlformats.org/officeDocument/2006/relationships/slideMaster" Target="/ppt/slideMasters/slideMaster1.xml" Id="R07cb4a938edf43b3" /><Relationship Type="http://schemas.openxmlformats.org/officeDocument/2006/relationships/notesMaster" Target="/ppt/notesMasters/notesMaster1.xml" Id="R903d41c1d7d24314" /><Relationship Type="http://schemas.openxmlformats.org/officeDocument/2006/relationships/presProps" Target="/ppt/presProps.xml" Id="R84cd51643c3d4d60" /><Relationship Type="http://schemas.openxmlformats.org/officeDocument/2006/relationships/viewProps" Target="/ppt/viewProps.xml" Id="Re7e413dcf8794426" /><Relationship Type="http://schemas.openxmlformats.org/officeDocument/2006/relationships/tableStyles" Target="/ppt/tableStyles.xml" Id="R34d7a42b43394e5e" /><Relationship Type="http://schemas.openxmlformats.org/officeDocument/2006/relationships/slide" Target="/ppt/slides/slide1.xml" Id="Re4ce43a2a29d4b18" /><Relationship Type="http://schemas.openxmlformats.org/officeDocument/2006/relationships/slide" Target="/ppt/slides/slide2.xml" Id="Rfbcb02f5b56e4dc6" /><Relationship Type="http://schemas.openxmlformats.org/officeDocument/2006/relationships/slide" Target="/ppt/slides/slide3.xml" Id="Rdc2f62082e9348df" /><Relationship Type="http://schemas.openxmlformats.org/officeDocument/2006/relationships/slide" Target="/ppt/slides/slide4.xml" Id="R2643da78f8534755" /><Relationship Type="http://schemas.openxmlformats.org/officeDocument/2006/relationships/slide" Target="/ppt/slides/slide5.xml" Id="R9180ea9b7e55479d" /><Relationship Type="http://schemas.openxmlformats.org/officeDocument/2006/relationships/slide" Target="/ppt/slides/slide6.xml" Id="R12670543b5f04237" /><Relationship Type="http://schemas.openxmlformats.org/officeDocument/2006/relationships/slide" Target="/ppt/slides/slide7.xml" Id="Rd688b70726a041b3" /><Relationship Type="http://schemas.openxmlformats.org/officeDocument/2006/relationships/slide" Target="/ppt/slides/slide8.xml" Id="R3365cb8c48134832" /><Relationship Type="http://schemas.openxmlformats.org/officeDocument/2006/relationships/slide" Target="/ppt/slides/slide9.xml" Id="R1855440951294464" /><Relationship Type="http://schemas.openxmlformats.org/officeDocument/2006/relationships/slide" Target="/ppt/slides/slide10.xml" Id="Rd162674307074b2d" /><Relationship Type="http://schemas.openxmlformats.org/officeDocument/2006/relationships/slide" Target="/ppt/slides/slide11.xml" Id="Rc0876d932f1d4abc" /><Relationship Type="http://schemas.openxmlformats.org/officeDocument/2006/relationships/slide" Target="/ppt/slides/slide12.xml" Id="R331ddd1ab4254f35" /><Relationship Type="http://schemas.openxmlformats.org/officeDocument/2006/relationships/slide" Target="/ppt/slides/slide13.xml" Id="R53971d8c82e94642" /><Relationship Type="http://schemas.openxmlformats.org/officeDocument/2006/relationships/slide" Target="/ppt/slides/slide14.xml" Id="R7c47b8d532b44e24" /><Relationship Type="http://schemas.openxmlformats.org/officeDocument/2006/relationships/slide" Target="/ppt/slides/slide15.xml" Id="R63b7bc2208b0413c" /><Relationship Type="http://schemas.openxmlformats.org/officeDocument/2006/relationships/slide" Target="/ppt/slides/slide16.xml" Id="Rd0da18c5e0dc46ed" /><Relationship Type="http://schemas.openxmlformats.org/officeDocument/2006/relationships/slide" Target="/ppt/slides/slide17.xml" Id="R884c5278366346c2" /><Relationship Type="http://schemas.openxmlformats.org/officeDocument/2006/relationships/slide" Target="/ppt/slides/slide18.xml" Id="Ra0b3080565df4e0c" /><Relationship Type="http://schemas.openxmlformats.org/officeDocument/2006/relationships/slide" Target="/ppt/slides/slide19.xml" Id="Rc6288a83a5144490" /><Relationship Type="http://schemas.openxmlformats.org/officeDocument/2006/relationships/slide" Target="/ppt/slides/slide20.xml" Id="Rd2e626c7692341b8" /><Relationship Type="http://schemas.openxmlformats.org/officeDocument/2006/relationships/slide" Target="/ppt/slides/slide21.xml" Id="R4624316f9aa642a5" /><Relationship Type="http://schemas.openxmlformats.org/officeDocument/2006/relationships/slide" Target="/ppt/slides/slide22.xml" Id="R91b60098ecf94e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02469333a04b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967b55afca4045" /><Relationship Type="http://schemas.openxmlformats.org/officeDocument/2006/relationships/notesMaster" Target="/ppt/notesMasters/notesMaster1.xml" Id="R3371b0d674f748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9a203418214b38" /><Relationship Type="http://schemas.openxmlformats.org/officeDocument/2006/relationships/notesMaster" Target="/ppt/notesMasters/notesMaster1.xml" Id="R14655b57535c4c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cbde71ea024410" /><Relationship Type="http://schemas.openxmlformats.org/officeDocument/2006/relationships/notesMaster" Target="/ppt/notesMasters/notesMaster1.xml" Id="Rc4af27df81ec4f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0e28bd0a504038" /><Relationship Type="http://schemas.openxmlformats.org/officeDocument/2006/relationships/notesMaster" Target="/ppt/notesMasters/notesMaster1.xml" Id="R4a869452395c4f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c7160e13924028" /><Relationship Type="http://schemas.openxmlformats.org/officeDocument/2006/relationships/notesMaster" Target="/ppt/notesMasters/notesMaster1.xml" Id="R0c7c4c47a05b4d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c9393d0dfc4ab2" /><Relationship Type="http://schemas.openxmlformats.org/officeDocument/2006/relationships/notesMaster" Target="/ppt/notesMasters/notesMaster1.xml" Id="R281a3009dec144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ba9559f6e74ade" /><Relationship Type="http://schemas.openxmlformats.org/officeDocument/2006/relationships/notesMaster" Target="/ppt/notesMasters/notesMaster1.xml" Id="R8e78cd8ade8b41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e0c3c3a21d4015" /><Relationship Type="http://schemas.openxmlformats.org/officeDocument/2006/relationships/notesMaster" Target="/ppt/notesMasters/notesMaster1.xml" Id="R27263bb7daba40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f1b30faa1f4ee9" /><Relationship Type="http://schemas.openxmlformats.org/officeDocument/2006/relationships/notesMaster" Target="/ppt/notesMasters/notesMaster1.xml" Id="R4fc6b124c8a547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6fb23e81c6483f" /><Relationship Type="http://schemas.openxmlformats.org/officeDocument/2006/relationships/notesMaster" Target="/ppt/notesMasters/notesMaster1.xml" Id="R029b1e1a6e714a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cb685795cb4230" /><Relationship Type="http://schemas.openxmlformats.org/officeDocument/2006/relationships/notesMaster" Target="/ppt/notesMasters/notesMaster1.xml" Id="R2f9636b5c52144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306bd56c3a4a35" /><Relationship Type="http://schemas.openxmlformats.org/officeDocument/2006/relationships/notesMaster" Target="/ppt/notesMasters/notesMaster1.xml" Id="R22d4aabe1ffc45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a61537daa34b15" /><Relationship Type="http://schemas.openxmlformats.org/officeDocument/2006/relationships/notesMaster" Target="/ppt/notesMasters/notesMaster1.xml" Id="Re81658e2190e40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a55addc8144950" /><Relationship Type="http://schemas.openxmlformats.org/officeDocument/2006/relationships/notesMaster" Target="/ppt/notesMasters/notesMaster1.xml" Id="Re11b9ebddb0f4b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821f57be5245fa" /><Relationship Type="http://schemas.openxmlformats.org/officeDocument/2006/relationships/notesMaster" Target="/ppt/notesMasters/notesMaster1.xml" Id="R5aa9517c891149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f54e169b244202" /><Relationship Type="http://schemas.openxmlformats.org/officeDocument/2006/relationships/notesMaster" Target="/ppt/notesMasters/notesMaster1.xml" Id="R62b8724c96e14a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7bd6c5a6954f0c" /><Relationship Type="http://schemas.openxmlformats.org/officeDocument/2006/relationships/notesMaster" Target="/ppt/notesMasters/notesMaster1.xml" Id="R593923eefbfa40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85020d8f624af2" /><Relationship Type="http://schemas.openxmlformats.org/officeDocument/2006/relationships/notesMaster" Target="/ppt/notesMasters/notesMaster1.xml" Id="R30cac5bd045248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6cb490f97e4e46" /><Relationship Type="http://schemas.openxmlformats.org/officeDocument/2006/relationships/notesMaster" Target="/ppt/notesMasters/notesMaster1.xml" Id="R89194c0c166343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3ad9ea82164a0e" /><Relationship Type="http://schemas.openxmlformats.org/officeDocument/2006/relationships/notesMaster" Target="/ppt/notesMasters/notesMaster1.xml" Id="R19ee211a2b924d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f5ab14fe4e4e15" /><Relationship Type="http://schemas.openxmlformats.org/officeDocument/2006/relationships/notesMaster" Target="/ppt/notesMasters/notesMaster1.xml" Id="Reb4e27f5159243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4ae5b92b8c46f1" /><Relationship Type="http://schemas.openxmlformats.org/officeDocument/2006/relationships/notesMaster" Target="/ppt/notesMasters/notesMaster1.xml" Id="Rb2428e3c76914b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开场只做边界定义：本月完成的是端口电学模型、匹配、扰动扫描和控制原型，不是CTO治疗效果验证。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这页回答项目在解决什么：负载或参数变化导致电学最优点移动，固定频率可能失配。随后引出参数必须先自洽。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教授最可能追问参数来源。先主动展示旧参数冲突，再强调v2.1只解决数学自洽，不代表器件真实性。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强调比较使用同一Thevenin源，不在每个网络后重新校准端电压。32.8倍只描述P_Rm代理，不应称为效率。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这页不是念完整扫描表，而是回答谁控制峰位、峰高和峰宽。重点指出fs漂移决定控制器的捕获范围。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C:\Users\24739\Documents\Codex\2026-08-10\new-chat\outputs\v2_self_consistent_rebuild\report_evidence_final\04_扰动与Qm\stage3_trend_table.csv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三组保持fs、Rm和C0固定，并重新推导Lm/Cm。峰高约0.17 W保持不变，峰宽随Qm增加而缩小。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C:\Users\24739\Documents\Codex\2026-08-10\new-chat\outputs\v2_self_consistent_rebuild\report_evidence_final\04_扰动与Qm\stage3_Qm_500_800_1000_summary.csv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先看基准场景，再看fs-5%的反例。最大功率点与最小相位点相差49.5 kHz，说明零相位不能直接作为功率最大化目标。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±20 kHz会漏掉部分漂移峰；±50 kHz可覆盖当前28场景。扫描时间按1.5 ms/点估算，只是准稳态代理。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C:\Users\24739\Documents\Codex\2026-08-10\new-chat\outputs\v2_self_consistent_rebuild\report_evidence_final\05_选频准则\stage3_window_step_aggregate.csv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围绕约2.4 s真实触发窗口讲解。任何非NORMAL状态都先调幅并冻结频率，预测裁剪保证实际硬越限次数为0。阈值是仿真假设。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按照扰动—响应—恢复顺序讲图，不逐点念曲线。不要说P&amp;O恢复最快；当前严格验收下周期扫频更稳健。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C:\Users\24739\Documents\Codex\2026-08-10\new-chat\outputs\v2_self_consistent_rebuild\report_evidence_final\07_汇报截图\stage4_01_three_strategy_timeline.png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文献可以支持CTO结构异质性及负载变化的物理背景，但不能直接给出病变类型到fs、Rm、C0的定量换算。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 xmlns:a="http://schemas.openxmlformats.org/drawingml/2006/main"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结束时保持本页。用三列明确区分已完成、未证明和下一步，不以泛化结论收尾。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C:\Users\24739\Documents\Codex\2026-08-10\new-chat\outputs\v2_self_consistent_rebuild\report_evidence_final\FINAL_COMPLETION_AUDIT_2026-08-15.md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答疑时用这页回答参数从哪里来。所有数值分成用户约束、假设基线和扫描变量，不能称为实测。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用于回答扰动为何这样选、各场景是否可复现，以及基准0.9 MHz各指标。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用于回答为什么主控制目标选择最大功率，而相位和反射只作为对照。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相位目标不是0度，而是基准受约束最大功率点的相位。局部相位曲线斜率决定更新方向。高增益仍可能错误锁定。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C:\Users\24739\Documents\Codex\2026-08-10\new-chat\outputs\v2_self_consistent_rebuild\report_evidence_final\06_控制与保护\phase_gain_sweep_summary.csv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用于回应‘是否真的运行LTspice’。截图证明运行痕迹，RAW解析与误差CSV才证明结果一致，哈希用于追溯。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用于回答恢复时间、稳态误差和错误锁定如何定义。强调所有策略用相同定义。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用于回答复现性和文件组织。展示从参数到图表的完整链条。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C:\Users\24739\Documents\Codex\2026-08-10\new-chat\outputs\v2_self_consistent_rebuild\report_evidence_final\README_汇报工作痕迹索引.md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这页用于坦诚说明结构声场尚未完成，并列出下一阶段需要自己从ANSYS/COMSOL截图保存的证据。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C:\Users\24739\Documents\Codex\2026-08-10\new-chat\outputs\v2_self_consistent_rebuild\report_evidence_final\08_结构声场未完成说明\GUI_evidence_capture_checklist.md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C:\Users\24739\Documents\Codex\2026-08-10\new-chat\outputs\v2_self_consistent_rebuild\report_evidence_final\08_结构声场未完成说明\solver_input_requirements.csv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dbe7d318e47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da17055d704c13" /><Relationship Type="http://schemas.openxmlformats.org/officeDocument/2006/relationships/slideLayout" Target="/ppt/slideLayouts/slideLayout1.xml" Id="R87b9a408542745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b9a408542745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5dcbfa53c45fb" /><Relationship Type="http://schemas.openxmlformats.org/officeDocument/2006/relationships/notesSlide" Target="/ppt/notesSlides/notesSlide1.xml" Id="R7859f54f768a4b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4c2d5e6774fbf" /><Relationship Type="http://schemas.openxmlformats.org/officeDocument/2006/relationships/notesSlide" Target="/ppt/notesSlides/notesSlide2.xml" Id="R6ae841d334354e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2e2df14844beb" /><Relationship Type="http://schemas.openxmlformats.org/officeDocument/2006/relationships/notesSlide" Target="/ppt/notesSlides/notesSlide3.xml" Id="R5c77b6cec09641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66b80a3154d48" /><Relationship Type="http://schemas.openxmlformats.org/officeDocument/2006/relationships/image" Target="/ppt/media/image.png" Id="R29a04a53c5b34a83" /><Relationship Type="http://schemas.openxmlformats.org/officeDocument/2006/relationships/notesSlide" Target="/ppt/notesSlides/notesSlide4.xml" Id="Rc00c658324f642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4338a4d4a41a7" /><Relationship Type="http://schemas.openxmlformats.org/officeDocument/2006/relationships/image" Target="/ppt/media/image2.png" Id="Ra9b293c3ab0445ca" /><Relationship Type="http://schemas.openxmlformats.org/officeDocument/2006/relationships/image" Target="/ppt/media/image3.png" Id="R689e236ba73d43df" /><Relationship Type="http://schemas.openxmlformats.org/officeDocument/2006/relationships/notesSlide" Target="/ppt/notesSlides/notesSlide5.xml" Id="R502362d6f0b54e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953e6a9f34951" /><Relationship Type="http://schemas.openxmlformats.org/officeDocument/2006/relationships/notesSlide" Target="/ppt/notesSlides/notesSlide6.xml" Id="Rc2250e5e2ffc42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f7d5bfd9140c6" /><Relationship Type="http://schemas.openxmlformats.org/officeDocument/2006/relationships/image" Target="/ppt/media/image4.png" Id="R501115636f3b4d41" /><Relationship Type="http://schemas.openxmlformats.org/officeDocument/2006/relationships/notesSlide" Target="/ppt/notesSlides/notesSlide7.xml" Id="Rc4122c2d724349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e3122f06a4e02" /><Relationship Type="http://schemas.openxmlformats.org/officeDocument/2006/relationships/image" Target="/ppt/media/image5.png" Id="R8e63a158b90c49c4" /><Relationship Type="http://schemas.openxmlformats.org/officeDocument/2006/relationships/image" Target="/ppt/media/image6.png" Id="R16bd0ed57d434e98" /><Relationship Type="http://schemas.openxmlformats.org/officeDocument/2006/relationships/notesSlide" Target="/ppt/notesSlides/notesSlide8.xml" Id="R54c4289debe24f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acb160f0347ee" /><Relationship Type="http://schemas.openxmlformats.org/officeDocument/2006/relationships/image" Target="/ppt/media/image7.png" Id="R38e5d6acdc6f405b" /><Relationship Type="http://schemas.openxmlformats.org/officeDocument/2006/relationships/notesSlide" Target="/ppt/notesSlides/notesSlide9.xml" Id="R47af70c3b4034e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f786c32884765" /><Relationship Type="http://schemas.openxmlformats.org/officeDocument/2006/relationships/image" Target="/ppt/media/image8.png" Id="R913d79a2c0ab4233" /><Relationship Type="http://schemas.openxmlformats.org/officeDocument/2006/relationships/notesSlide" Target="/ppt/notesSlides/notesSlide10.xml" Id="Ra866db61f14646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d6d470d8d44cb" /><Relationship Type="http://schemas.openxmlformats.org/officeDocument/2006/relationships/image" Target="/ppt/media/image9.png" Id="R11b21abe55b64f3d" /><Relationship Type="http://schemas.openxmlformats.org/officeDocument/2006/relationships/notesSlide" Target="/ppt/notesSlides/notesSlide11.xml" Id="R641ec732bc4b4a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c821513a04b2f" /><Relationship Type="http://schemas.openxmlformats.org/officeDocument/2006/relationships/chart" Target="/ppt/slides/charts/chart1.xml" Id="Rf3487ba485e74f81" /><Relationship Type="http://schemas.openxmlformats.org/officeDocument/2006/relationships/notesSlide" Target="/ppt/notesSlides/notesSlide12.xml" Id="Rb4d97866f1dd45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1815e7de4415f" /><Relationship Type="http://schemas.openxmlformats.org/officeDocument/2006/relationships/notesSlide" Target="/ppt/notesSlides/notesSlide13.xml" Id="R12c5b9bf6e6d45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745107500465f" /><Relationship Type="http://schemas.openxmlformats.org/officeDocument/2006/relationships/notesSlide" Target="/ppt/notesSlides/notesSlide14.xml" Id="Rdb9a40d669fc4c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f590686984f11" /><Relationship Type="http://schemas.openxmlformats.org/officeDocument/2006/relationships/notesSlide" Target="/ppt/notesSlides/notesSlide15.xml" Id="Ra1109cfcbaa04a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aa633e6614820" /><Relationship Type="http://schemas.openxmlformats.org/officeDocument/2006/relationships/notesSlide" Target="/ppt/notesSlides/notesSlide16.xml" Id="Rc76979335f6d45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7e3a23bac4310" /><Relationship Type="http://schemas.openxmlformats.org/officeDocument/2006/relationships/notesSlide" Target="/ppt/notesSlides/notesSlide17.xml" Id="R5b6023b413e142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0e67dc78b4bb5" /><Relationship Type="http://schemas.openxmlformats.org/officeDocument/2006/relationships/image" Target="/ppt/media/image10.png" Id="R01d4c06544f34b64" /><Relationship Type="http://schemas.openxmlformats.org/officeDocument/2006/relationships/notesSlide" Target="/ppt/notesSlides/notesSlide18.xml" Id="Rb04823c6fda04e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773d8ea764832" /><Relationship Type="http://schemas.openxmlformats.org/officeDocument/2006/relationships/image" Target="/ppt/media/image11.png" Id="R3af924c33a734829" /><Relationship Type="http://schemas.openxmlformats.org/officeDocument/2006/relationships/image" Target="/ppt/media/image12.png" Id="Rd21155ca2c644d69" /><Relationship Type="http://schemas.openxmlformats.org/officeDocument/2006/relationships/notesSlide" Target="/ppt/notesSlides/notesSlide19.xml" Id="Ra2f50809b6e048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5c39c859c4133" /><Relationship Type="http://schemas.openxmlformats.org/officeDocument/2006/relationships/notesSlide" Target="/ppt/notesSlides/notesSlide20.xml" Id="R514555126816409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ece569a8b4902" /><Relationship Type="http://schemas.openxmlformats.org/officeDocument/2006/relationships/notesSlide" Target="/ppt/notesSlides/notesSlide21.xml" Id="Rf6100513d98840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030e49f344aec" /><Relationship Type="http://schemas.openxmlformats.org/officeDocument/2006/relationships/notesSlide" Target="/ppt/notesSlides/notesSlide22.xml" Id="Rb2c1932993ba4d1f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  |  2026.08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04a53c5b34a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1066800"/>
            <a:ext cx="7077075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293c3ab0445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04900"/>
            <a:ext cx="6800850" cy="4762500"/>
          </a:xfrm>
          <a:prstGeom xmlns:a="http://schemas.openxmlformats.org/drawingml/2006/main" prst="rect">
            <a:avLst/>
          </a:prstGeom>
        </p:spPr>
      </p:pic>
      <p:pic>
        <p:nvPicPr>
          <p:cNvPr id="2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e236ba73d43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257300"/>
            <a:ext cx="33337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81450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9100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 ≈ 106.726 μH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 ≈ 283.599 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86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76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115636f3b4d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1066800"/>
            <a:ext cx="6496050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3a158b90c49c4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d0ed57d434e98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5d6acdc6f40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009650"/>
            <a:ext cx="10820400" cy="4581525"/>
          </a:xfrm>
          <a:prstGeom xmlns:a="http://schemas.openxmlformats.org/drawingml/2006/main" prst="rect">
            <a:avLst/>
          </a:prstGeom>
        </p:spPr>
      </p:pic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57850"/>
            <a:ext cx="3429000" cy="7429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43575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推荐：±50 kHz / 1 kHz / 101点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扫描时间代理：151.5 ms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483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d79a2c0ab42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1047750"/>
            <a:ext cx="7000875" cy="5095875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172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固定频率在谐振漂移段失去功率，自适应策略可重新定位峰值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pic>
        <p:nvPicPr>
          <p:cNvPr id="2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21abe55b64f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1000125"/>
            <a:ext cx="6877050" cy="53340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77777"/>
                </a:solidFill>
              </a:defRPr>
            </a:pPr>
            <a:r>
              <a:rPr sz="1575" b="1">
                <a:solidFill>
                  <a:srgbClr val="777777"/>
                </a:solidFill>
              </a:rPr>
              <a:t>固定0.9 MHz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漂移段不能恢复峰值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978B8"/>
                </a:solidFill>
              </a:defRPr>
            </a:pPr>
            <a:r>
              <a:rPr sz="1575" b="1">
                <a:solidFill>
                  <a:srgbClr val="3978B8"/>
                </a:solidFill>
              </a:rPr>
              <a:t>周期扫频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194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重新定位后稳定捕获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54343"/>
                </a:solidFill>
              </a:defRPr>
            </a:pPr>
            <a:r>
              <a:rPr sz="1575" b="1">
                <a:solidFill>
                  <a:srgbClr val="B54343"/>
                </a:solidFill>
              </a:rPr>
              <a:t>扫描辅助P&amp;O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81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可到达稳态，但确认恢复较慢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29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三种策略经历完全相同的8段绝对时间扰动序列</a:t>
            </a:r>
          </a:p>
        </p:txBody>
      </p:sp>
    </p:spTree>
    <p:extLst>
      <p:ext uri="{BB962C8B-B14F-4D97-AF65-F5344CB8AC3E}">
        <p14:creationId xmlns:p14="http://schemas.microsoft.com/office/powerpoint/2010/main" val="138970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487ba485e74f81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4c06544f34b64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924c33a734829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155ca2c644d69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2026-08-28T02:30:48.1180000Z</dcterms:created>
  <dcterms:modified xsi:type="dcterms:W3CDTF">2026-08-28T02:30:48.1180000Z</dcterms:modified>
</coreProperties>
</file>