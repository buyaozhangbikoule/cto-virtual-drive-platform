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1744b15df4fa4" /><Relationship Type="http://schemas.openxmlformats.org/officeDocument/2006/relationships/extended-properties" Target="/docProps/app.xml" Id="Rd604111a637e4fc9" /><Relationship Type="http://schemas.openxmlformats.org/officeDocument/2006/relationships/officeDocument" Target="/ppt/presentation.xml" Id="R2111942bdac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56" r:id="R6b38e4407d7649a9"/>
    <p:sldId xmlns:r="http://schemas.openxmlformats.org/officeDocument/2006/relationships" id="257" r:id="R4422a06545d04f55"/>
    <p:sldId xmlns:r="http://schemas.openxmlformats.org/officeDocument/2006/relationships" id="258" r:id="R4c1af03e7eec429e"/>
    <p:sldId xmlns:r="http://schemas.openxmlformats.org/officeDocument/2006/relationships" id="259" r:id="R07c42de238f24026"/>
    <p:sldId xmlns:r="http://schemas.openxmlformats.org/officeDocument/2006/relationships" id="260" r:id="R79b8c17b72764f73"/>
    <p:sldId xmlns:r="http://schemas.openxmlformats.org/officeDocument/2006/relationships" id="261" r:id="R0cb95e40e941489f"/>
    <p:sldId xmlns:r="http://schemas.openxmlformats.org/officeDocument/2006/relationships" id="262" r:id="Ra5d621dfa8d74648"/>
    <p:sldId xmlns:r="http://schemas.openxmlformats.org/officeDocument/2006/relationships" id="263" r:id="R1f670dc504404c0a"/>
    <p:sldId xmlns:r="http://schemas.openxmlformats.org/officeDocument/2006/relationships" id="264" r:id="R14c3b12d35a747e6"/>
    <p:sldId xmlns:r="http://schemas.openxmlformats.org/officeDocument/2006/relationships" id="265" r:id="Rf5a46da451a94c9c"/>
    <p:sldId xmlns:r="http://schemas.openxmlformats.org/officeDocument/2006/relationships" id="266" r:id="R9a4a50a1b06e4d1a"/>
    <p:sldId xmlns:r="http://schemas.openxmlformats.org/officeDocument/2006/relationships" id="267" r:id="R917944da474b4522"/>
    <p:sldId xmlns:r="http://schemas.openxmlformats.org/officeDocument/2006/relationships" id="268" r:id="R4f50ae2ffd444b7c"/>
    <p:sldId xmlns:r="http://schemas.openxmlformats.org/officeDocument/2006/relationships" id="269" r:id="Rea8bbf9ae7484685"/>
    <p:sldId xmlns:r="http://schemas.openxmlformats.org/officeDocument/2006/relationships" id="270" r:id="Ra63c0475eb5f4aee"/>
    <p:sldId xmlns:r="http://schemas.openxmlformats.org/officeDocument/2006/relationships" id="271" r:id="R2a318adbc25147bb"/>
    <p:sldId xmlns:r="http://schemas.openxmlformats.org/officeDocument/2006/relationships" id="272" r:id="R3c42bcc7228c42dc"/>
    <p:sldId xmlns:r="http://schemas.openxmlformats.org/officeDocument/2006/relationships" id="273" r:id="Rb507bf52087d4c41"/>
    <p:sldId xmlns:r="http://schemas.openxmlformats.org/officeDocument/2006/relationships" id="274" r:id="R94929a77c1cc4504"/>
    <p:sldId xmlns:r="http://schemas.openxmlformats.org/officeDocument/2006/relationships" id="275" r:id="R1f967e129178490e"/>
    <p:sldId xmlns:r="http://schemas.openxmlformats.org/officeDocument/2006/relationships" id="276" r:id="Rd0c89ed018354310"/>
    <p:sldId xmlns:r="http://schemas.openxmlformats.org/officeDocument/2006/relationships" id="277" r:id="Rc5fc515b85404e5a"/>
    <p:sldId xmlns:r="http://schemas.openxmlformats.org/officeDocument/2006/relationships" id="278" r:id="Rdfadde16d3934807"/>
    <p:sldId xmlns:r="http://schemas.openxmlformats.org/officeDocument/2006/relationships" id="279" r:id="R9c53c6cbc7964aed"/>
    <p:sldId xmlns:r="http://schemas.openxmlformats.org/officeDocument/2006/relationships" id="280" r:id="Rcc8fe6ee243642d7"/>
    <p:sldId xmlns:r="http://schemas.openxmlformats.org/officeDocument/2006/relationships" id="281" r:id="Rbfd686a4f71e4ac4"/>
    <p:sldId xmlns:r="http://schemas.openxmlformats.org/officeDocument/2006/relationships" id="282" r:id="Rb30786733472469f"/>
    <p:sldId xmlns:r="http://schemas.openxmlformats.org/officeDocument/2006/relationships" id="283" r:id="R3ff1c7cfaf59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baf308e04b7a" /><Relationship Type="http://schemas.openxmlformats.org/officeDocument/2006/relationships/slideMaster" Target="/ppt/slideMasters/slideMaster1.xml" Id="R5ab0b0ccb71e429c" /><Relationship Type="http://schemas.openxmlformats.org/officeDocument/2006/relationships/notesMaster" Target="/ppt/notesMasters/notesMaster1.xml" Id="R6e378c9156eb41e3" /><Relationship Type="http://schemas.openxmlformats.org/officeDocument/2006/relationships/presProps" Target="/ppt/presProps.xml" Id="R427522ee34804183" /><Relationship Type="http://schemas.openxmlformats.org/officeDocument/2006/relationships/viewProps" Target="/ppt/viewProps.xml" Id="R94e0edf79d8d4942" /><Relationship Type="http://schemas.openxmlformats.org/officeDocument/2006/relationships/tableStyles" Target="/ppt/tableStyles.xml" Id="R5fe010b6b5d34191" /><Relationship Type="http://schemas.openxmlformats.org/officeDocument/2006/relationships/slide" Target="/ppt/slides/slide1.xml" Id="R6b38e4407d7649a9" /><Relationship Type="http://schemas.openxmlformats.org/officeDocument/2006/relationships/slide" Target="/ppt/slides/slide2.xml" Id="R4422a06545d04f55" /><Relationship Type="http://schemas.openxmlformats.org/officeDocument/2006/relationships/slide" Target="/ppt/slides/slide3.xml" Id="R4c1af03e7eec429e" /><Relationship Type="http://schemas.openxmlformats.org/officeDocument/2006/relationships/slide" Target="/ppt/slides/slide4.xml" Id="R07c42de238f24026" /><Relationship Type="http://schemas.openxmlformats.org/officeDocument/2006/relationships/slide" Target="/ppt/slides/slide5.xml" Id="R79b8c17b72764f73" /><Relationship Type="http://schemas.openxmlformats.org/officeDocument/2006/relationships/slide" Target="/ppt/slides/slide6.xml" Id="R0cb95e40e941489f" /><Relationship Type="http://schemas.openxmlformats.org/officeDocument/2006/relationships/slide" Target="/ppt/slides/slide7.xml" Id="Ra5d621dfa8d74648" /><Relationship Type="http://schemas.openxmlformats.org/officeDocument/2006/relationships/slide" Target="/ppt/slides/slide8.xml" Id="R1f670dc504404c0a" /><Relationship Type="http://schemas.openxmlformats.org/officeDocument/2006/relationships/slide" Target="/ppt/slides/slide9.xml" Id="R14c3b12d35a747e6" /><Relationship Type="http://schemas.openxmlformats.org/officeDocument/2006/relationships/slide" Target="/ppt/slides/slide10.xml" Id="Rf5a46da451a94c9c" /><Relationship Type="http://schemas.openxmlformats.org/officeDocument/2006/relationships/slide" Target="/ppt/slides/slide11.xml" Id="R9a4a50a1b06e4d1a" /><Relationship Type="http://schemas.openxmlformats.org/officeDocument/2006/relationships/slide" Target="/ppt/slides/slide12.xml" Id="R917944da474b4522" /><Relationship Type="http://schemas.openxmlformats.org/officeDocument/2006/relationships/slide" Target="/ppt/slides/slide13.xml" Id="R4f50ae2ffd444b7c" /><Relationship Type="http://schemas.openxmlformats.org/officeDocument/2006/relationships/slide" Target="/ppt/slides/slide14.xml" Id="Rea8bbf9ae7484685" /><Relationship Type="http://schemas.openxmlformats.org/officeDocument/2006/relationships/slide" Target="/ppt/slides/slide15.xml" Id="Ra63c0475eb5f4aee" /><Relationship Type="http://schemas.openxmlformats.org/officeDocument/2006/relationships/slide" Target="/ppt/slides/slide16.xml" Id="R2a318adbc25147bb" /><Relationship Type="http://schemas.openxmlformats.org/officeDocument/2006/relationships/slide" Target="/ppt/slides/slide17.xml" Id="R3c42bcc7228c42dc" /><Relationship Type="http://schemas.openxmlformats.org/officeDocument/2006/relationships/slide" Target="/ppt/slides/slide18.xml" Id="Rb507bf52087d4c41" /><Relationship Type="http://schemas.openxmlformats.org/officeDocument/2006/relationships/slide" Target="/ppt/slides/slide19.xml" Id="R94929a77c1cc4504" /><Relationship Type="http://schemas.openxmlformats.org/officeDocument/2006/relationships/slide" Target="/ppt/slides/slide20.xml" Id="R1f967e129178490e" /><Relationship Type="http://schemas.openxmlformats.org/officeDocument/2006/relationships/slide" Target="/ppt/slides/slide21.xml" Id="Rd0c89ed018354310" /><Relationship Type="http://schemas.openxmlformats.org/officeDocument/2006/relationships/slide" Target="/ppt/slides/slide22.xml" Id="Rc5fc515b85404e5a" /><Relationship Type="http://schemas.openxmlformats.org/officeDocument/2006/relationships/slide" Target="/ppt/slides/slide23.xml" Id="Rdfadde16d3934807" /><Relationship Type="http://schemas.openxmlformats.org/officeDocument/2006/relationships/slide" Target="/ppt/slides/slide24.xml" Id="R9c53c6cbc7964aed" /><Relationship Type="http://schemas.openxmlformats.org/officeDocument/2006/relationships/slide" Target="/ppt/slides/slide25.xml" Id="Rcc8fe6ee243642d7" /><Relationship Type="http://schemas.openxmlformats.org/officeDocument/2006/relationships/slide" Target="/ppt/slides/slide26.xml" Id="Rbfd686a4f71e4ac4" /><Relationship Type="http://schemas.openxmlformats.org/officeDocument/2006/relationships/slide" Target="/ppt/slides/slide27.xml" Id="Rb30786733472469f" /><Relationship Type="http://schemas.openxmlformats.org/officeDocument/2006/relationships/slide" Target="/ppt/slides/slide28.xml" Id="R3ff1c7cfaf59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3c0a6db034ee4" /><Relationship Type="http://schemas.openxmlformats.org/officeDocument/2006/relationships/notesMaster" Target="/ppt/notesMasters/notesMaster1.xml" Id="R3aaf3f816165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16bc9248541f1" /><Relationship Type="http://schemas.openxmlformats.org/officeDocument/2006/relationships/notesMaster" Target="/ppt/notesMasters/notesMaster1.xml" Id="Rda647d2bc1de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9e4e3dbf4fc6" /><Relationship Type="http://schemas.openxmlformats.org/officeDocument/2006/relationships/notesMaster" Target="/ppt/notesMasters/notesMaster1.xml" Id="R5d83b5d18b23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bea41b1c1479d" /><Relationship Type="http://schemas.openxmlformats.org/officeDocument/2006/relationships/notesMaster" Target="/ppt/notesMasters/notesMaster1.xml" Id="Re6aecc0f097d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8b8db075c4c8a" /><Relationship Type="http://schemas.openxmlformats.org/officeDocument/2006/relationships/notesMaster" Target="/ppt/notesMasters/notesMaster1.xml" Id="Red95f070a96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2368b91424310" /><Relationship Type="http://schemas.openxmlformats.org/officeDocument/2006/relationships/notesMaster" Target="/ppt/notesMasters/notesMaster1.xml" Id="Rd0be46538546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180fa8294493" /><Relationship Type="http://schemas.openxmlformats.org/officeDocument/2006/relationships/notesMaster" Target="/ppt/notesMasters/notesMaster1.xml" Id="R7aec028b016244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d57cbf57a4e2c" /><Relationship Type="http://schemas.openxmlformats.org/officeDocument/2006/relationships/notesMaster" Target="/ppt/notesMasters/notesMaster1.xml" Id="Rb15f547f4ae5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7d8535bdd4f2b" /><Relationship Type="http://schemas.openxmlformats.org/officeDocument/2006/relationships/notesMaster" Target="/ppt/notesMasters/notesMaster1.xml" Id="R80b3241e9e2f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8ab0870c84d55" /><Relationship Type="http://schemas.openxmlformats.org/officeDocument/2006/relationships/notesMaster" Target="/ppt/notesMasters/notesMaster1.xml" Id="Rf9b2fedd7c4d4b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97737ab884aee" /><Relationship Type="http://schemas.openxmlformats.org/officeDocument/2006/relationships/notesMaster" Target="/ppt/notesMasters/notesMaster1.xml" Id="R6e4e0d494f72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a1eaeb4e9448a" /><Relationship Type="http://schemas.openxmlformats.org/officeDocument/2006/relationships/notesMaster" Target="/ppt/notesMasters/notesMaster1.xml" Id="R23c64fb0eb45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1c4a3315b40cf" /><Relationship Type="http://schemas.openxmlformats.org/officeDocument/2006/relationships/notesMaster" Target="/ppt/notesMasters/notesMaster1.xml" Id="Rb1b7b8d5a81849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50ff00d0f473a" /><Relationship Type="http://schemas.openxmlformats.org/officeDocument/2006/relationships/notesMaster" Target="/ppt/notesMasters/notesMaster1.xml" Id="R11d9df13718142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434b80a8fa4b4c" /><Relationship Type="http://schemas.openxmlformats.org/officeDocument/2006/relationships/notesMaster" Target="/ppt/notesMasters/notesMaster1.xml" Id="Ra3fee077c1c441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62ee89bfe4781" /><Relationship Type="http://schemas.openxmlformats.org/officeDocument/2006/relationships/notesMaster" Target="/ppt/notesMasters/notesMaster1.xml" Id="R3af2586b57dd41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3fcb3a972a4cd6" /><Relationship Type="http://schemas.openxmlformats.org/officeDocument/2006/relationships/notesMaster" Target="/ppt/notesMasters/notesMaster1.xml" Id="R5dfb7247b7ab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743361a8594d64" /><Relationship Type="http://schemas.openxmlformats.org/officeDocument/2006/relationships/notesMaster" Target="/ppt/notesMasters/notesMaster1.xml" Id="Rae4c9ece769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6ad6244415466b" /><Relationship Type="http://schemas.openxmlformats.org/officeDocument/2006/relationships/notesMaster" Target="/ppt/notesMasters/notesMaster1.xml" Id="R6a47da9ff69e4a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0bec50c114f81" /><Relationship Type="http://schemas.openxmlformats.org/officeDocument/2006/relationships/notesMaster" Target="/ppt/notesMasters/notesMaster1.xml" Id="Rd5b7c5dad6d8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1e2964f884f59" /><Relationship Type="http://schemas.openxmlformats.org/officeDocument/2006/relationships/notesMaster" Target="/ppt/notesMasters/notesMaster1.xml" Id="R70f766515bed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bc93b139d34d46" /><Relationship Type="http://schemas.openxmlformats.org/officeDocument/2006/relationships/notesMaster" Target="/ppt/notesMasters/notesMaster1.xml" Id="Rd6b3dc3fafd944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21378e98e48bd" /><Relationship Type="http://schemas.openxmlformats.org/officeDocument/2006/relationships/notesMaster" Target="/ppt/notesMasters/notesMaster1.xml" Id="R7d53fd9be34a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80ad8b881e43ef" /><Relationship Type="http://schemas.openxmlformats.org/officeDocument/2006/relationships/notesMaster" Target="/ppt/notesMasters/notesMaster1.xml" Id="R1dd9b2c96923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f1279c5c74714" /><Relationship Type="http://schemas.openxmlformats.org/officeDocument/2006/relationships/notesMaster" Target="/ppt/notesMasters/notesMaster1.xml" Id="R5c14e9695e4846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a633046f474e80" /><Relationship Type="http://schemas.openxmlformats.org/officeDocument/2006/relationships/notesMaster" Target="/ppt/notesMasters/notesMaster1.xml" Id="R9bac7c99d991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【本页结论】v2.1匹配网络在冻结戴维南源条件下显著改善0.9 MHz电学能量传递。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【逐字讲稿】匹配网络比较必须冻结源条件，否则功率增益没有可比性。本页两种电路使用相同的1 V RMS戴维南电压源和50欧姆源阻抗。v2.1 L型网络的匹配电感为106.726微亨，匹配电容为283.599皮法。在0.9 MHz附近，运动支路电阻功率代理由匹配前约5.18毫瓦提高到约170毫瓦，倍率约32.8。这里的P_Rm只表示BVD运动支路电阻上的电学有功耗散代理，不能直接等同声功率，更不能计算临床剂量。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【看图顺序】先读统一源条件，再比较匹配前后曲线，最后强调P_Rm的物理边界。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【口径与限制】倍率依赖这组假设参数、源阻抗和匹配元件；不是器件通用增益。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【教授可能追问】为什么用P_Rm而不是端口总有功功率？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【建议回答】P_Rm更直接表征运动支路的电学耗散，便于观察谐振峰；平台也保留源功率和端口功率，后续可分别报告电学传递和损耗。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【模糊推测】P_Rm与声学输出通常会相关，但当前没有机电耦合或水听器标定，不能假设线性等价。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【本页结论】保护优先级高于追峰，避免频率和幅度同时调整造成误判。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【逐字讲稿】控制周期设为20 ms，每周期计算输入阻抗、输入相位、功率、反射代理、电压和电流。状态机的内部状态依次包括NORMAL、SOFT_FOLDBACK、HARD_TRIP、RECOVERY_HOLD和RAMP_UP。软阈值暂设130 Vpp或5.5 mA RMS，触发后先降低幅度并冻结频率；硬阈值为160 Vpp或6 mA RMS，立即停机保持，不等待多样本确认。稳定后再重捕获和渐升幅度。三幅曲线从上到下是端口电压、端口电流和幅度命令；电压或电流下降与幅度命令下降同步，是foldback动作，不是功率峰本身消失。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【看图顺序】先读左侧状态顺序，再自上而下对齐三幅时序曲线，最后看软硬阈值虚线。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【口径与限制】这是离散准稳态状态机仿真，不包含开关暂态、热保护、ADC噪声或硬件延迟。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【教授可能追问】为什么保护时冻结频率？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【建议回答】降幅本身会改变绝对功率。如果同时调频，会把保护动作误判为负载变化；因此先稳定幅度、冻结参考，再恢复选频。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【模糊推测】软硬阈值来自项目暂定要求，并非器件安全认证值。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【建议时长】75秒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【本页结论】周期扫频稳定锁定新峰；P&amp;O到达同一峰位，但本窗口内未通过连续稳态验收。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【逐字讲稿】这一页把离线峰移和控制时序放在一起。上图蓝线是基准安全功率曲线，峰值0.9000 MHz、170.0 mW；红线是fs减5%场景，峰值0.8548 MHz、140.2 mW，峰位下移45.2 kHz，同时绝对峰高下降。下图功率捕获率以当前扰动场景自身的安全最大功率归一化，所以100%表示找到了140.2 mW这个场景内峰值，不表示恢复到基准170.0 mW。周期扫频在2.4965秒到达，随后约96.5 ms满足连续10个控制样本高于98%的稳态判据。P&amp;O在2.4985秒首次到达相同峰位，但由于继续试探，本窗口内没有满足连续保持验收。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【看图顺序】先看上图两条峰和两条竖线，再看中图捕获率，最后看下图控制频率平台。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【口径与限制】“成功定位”与“稳定锁定”不同；P&amp;O只满足前者。时间轴是离散准稳态仿真时间。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【教授可能追问】红色峰只有140.2 mW，为什么捕获率还能是100%？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【建议回答】分母是当前场景自身的安全最优功率，不是基准场景功率。归一化用于比较是否找到当前最优点，绝对功率下降另外报告。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  <a:p xmlns:a="http://schemas.openxmlformats.org/drawingml/2006/main">
            <a:r>
              <a:t>- C:/Users/24739/Documents/Codex/2026-08-10/new-chat/CTO_virtual_drive_platform_v2_1/figures/stage4_5/fs_shift_relock_detail.png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【本页结论】在当前参数和统一扰动序列下，周期扫频达到零尾段误差且比P&amp;O少一个未收敛段。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【逐字讲稿】综合表使用统一扰动序列和统一验收指标。固定0.9 MHz的平均稳态误差约30.14%，惩罚恢复时间345.7 ms，3个扰动段未收敛。周期扫频稳态误差为0，惩罚恢复时间409.0 ms，2段未收敛。扫描辅助P&amp;O稳态误差为0，惩罚恢复时间458.9 ms，3段未收敛。三种策略实际硬越限都为零。固定策略的时间数字较短不代表更优，因为它经常停在次优频率并保留30.14%误差；恢复时间对未收敛段采用惩罚值，必须与稳态误差和未收敛段一起解读。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【看图顺序】先看稳态误差，再看未收敛段，最后看恢复时间柱图；不要只按最短柱排名。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【口径与限制】结论只对当前BVD参数、扰动驻留时间、控制周期和整定参数成立。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【教授可能追问】为什么标题说周期扫频最稳健，而它恢复时间不是最短？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【建议回答】稳健性不是只看时间。周期扫频同时达到零尾段误差、较少未收敛段和零硬越限；固定策略虽然时间数字小，但稳态功率损失明显。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【模糊推测】换成真实噪声、不同驻留时间或重新整定P&amp;O后，排名可能改变。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32d5f52f4d9f" /><Relationship Type="http://schemas.openxmlformats.org/officeDocument/2006/relationships/notesSlide" Target="/ppt/notesSlides/notesSlide1.xml" Id="R9e44fe64574d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b7f62ed34b11" /><Relationship Type="http://schemas.openxmlformats.org/officeDocument/2006/relationships/notesSlide" Target="/ppt/notesSlides/notesSlide2.xml" Id="R2ede5f7b52d9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334240ea4433" /><Relationship Type="http://schemas.openxmlformats.org/officeDocument/2006/relationships/notesSlide" Target="/ppt/notesSlides/notesSlide3.xml" Id="R951d3d111d56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e7cd3a4f4e7f" /><Relationship Type="http://schemas.openxmlformats.org/officeDocument/2006/relationships/image" Target="/ppt/media/image.png" Id="R78f9f6b45183482f" /><Relationship Type="http://schemas.openxmlformats.org/officeDocument/2006/relationships/notesSlide" Target="/ppt/notesSlides/notesSlide4.xml" Id="R8275c25e9992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d8bd07f57431d" /><Relationship Type="http://schemas.openxmlformats.org/officeDocument/2006/relationships/image" Target="/ppt/media/image2.png" Id="Rcd4612bbf60b4e24" /><Relationship Type="http://schemas.openxmlformats.org/officeDocument/2006/relationships/notesSlide" Target="/ppt/notesSlides/notesSlide5.xml" Id="R8c105034bce9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052ae4904e99" /><Relationship Type="http://schemas.openxmlformats.org/officeDocument/2006/relationships/chart" Target="/ppt/slides/charts/chart1.xml" Id="R0464bafa50824069" /><Relationship Type="http://schemas.openxmlformats.org/officeDocument/2006/relationships/chart" Target="/ppt/slides/charts/chart2.xml" Id="Rc1e0d680eada4858" /><Relationship Type="http://schemas.openxmlformats.org/officeDocument/2006/relationships/notesSlide" Target="/ppt/notesSlides/notesSlide6.xml" Id="Rd308c3a1553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290118524772" /><Relationship Type="http://schemas.openxmlformats.org/officeDocument/2006/relationships/notesSlide" Target="/ppt/notesSlides/notesSlide7.xml" Id="R062f18557e14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d1cedcbd4560" /><Relationship Type="http://schemas.openxmlformats.org/officeDocument/2006/relationships/image" Target="/ppt/media/image3.png" Id="Rde12c6c1ec4a42df" /><Relationship Type="http://schemas.openxmlformats.org/officeDocument/2006/relationships/notesSlide" Target="/ppt/notesSlides/notesSlide8.xml" Id="R46c0d411d223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a8932de4401" /><Relationship Type="http://schemas.openxmlformats.org/officeDocument/2006/relationships/image" Target="/ppt/media/image4.png" Id="Rafc17696c0fa49cf" /><Relationship Type="http://schemas.openxmlformats.org/officeDocument/2006/relationships/notesSlide" Target="/ppt/notesSlides/notesSlide9.xml" Id="R4319c67b3ba6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e577d914159" /><Relationship Type="http://schemas.openxmlformats.org/officeDocument/2006/relationships/image" Target="/ppt/media/image5.png" Id="R27198f3e0d85478a" /><Relationship Type="http://schemas.openxmlformats.org/officeDocument/2006/relationships/image" Target="/ppt/media/image6.png" Id="Rdc96cacee07f49cd" /><Relationship Type="http://schemas.openxmlformats.org/officeDocument/2006/relationships/notesSlide" Target="/ppt/notesSlides/notesSlide10.xml" Id="R95ed9914106a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e450ba964c92" /><Relationship Type="http://schemas.openxmlformats.org/officeDocument/2006/relationships/image" Target="/ppt/media/image7.png" Id="R61f7dab5720348c1" /><Relationship Type="http://schemas.openxmlformats.org/officeDocument/2006/relationships/notesSlide" Target="/ppt/notesSlides/notesSlide11.xml" Id="R510285bf970449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e4a8f66cd4f1b" /><Relationship Type="http://schemas.openxmlformats.org/officeDocument/2006/relationships/image" Target="/ppt/media/image8.png" Id="Rac1be6b81572415f" /><Relationship Type="http://schemas.openxmlformats.org/officeDocument/2006/relationships/notesSlide" Target="/ppt/notesSlides/notesSlide12.xml" Id="R4953cc2ad78d45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9e674164ddb" /><Relationship Type="http://schemas.openxmlformats.org/officeDocument/2006/relationships/notesSlide" Target="/ppt/notesSlides/notesSlide13.xml" Id="Rd6dfe99621e94d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 /><Relationship Type="http://schemas.openxmlformats.org/officeDocument/2006/relationships/image" Target="/ppt/media/image9.png" Id="R5467ee2e553a41cd" /><Relationship Type="http://schemas.openxmlformats.org/officeDocument/2006/relationships/notesSlide" Target="/ppt/notesSlides/notesSlide14.xml" Id="R58eb8d6825fe4f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 /><Relationship Type="http://schemas.openxmlformats.org/officeDocument/2006/relationships/chart" Target="/ppt/slides/charts/chart3.xml" Id="Rafe4dd6489d649c6" /><Relationship Type="http://schemas.openxmlformats.org/officeDocument/2006/relationships/notesSlide" Target="/ppt/notesSlides/notesSlide15.xml" Id="R68e6971b4ea545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620ecbe845be" /><Relationship Type="http://schemas.openxmlformats.org/officeDocument/2006/relationships/notesSlide" Target="/ppt/notesSlides/notesSlide16.xml" Id="R0493c756a627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031915f74625" /><Relationship Type="http://schemas.openxmlformats.org/officeDocument/2006/relationships/notesSlide" Target="/ppt/notesSlides/notesSlide17.xml" Id="R726d3f45263645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7fb92cd434d" /><Relationship Type="http://schemas.openxmlformats.org/officeDocument/2006/relationships/notesSlide" Target="/ppt/notesSlides/notesSlide18.xml" Id="Rc24cfd5ca37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eca83e6b4a56" /><Relationship Type="http://schemas.openxmlformats.org/officeDocument/2006/relationships/notesSlide" Target="/ppt/notesSlides/notesSlide19.xml" Id="Rb2ee00308d024e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7f2f2d854259" /><Relationship Type="http://schemas.openxmlformats.org/officeDocument/2006/relationships/notesSlide" Target="/ppt/notesSlides/notesSlide20.xml" Id="Ra3b393f22cd044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1dbd5cdb4710" /><Relationship Type="http://schemas.openxmlformats.org/officeDocument/2006/relationships/notesSlide" Target="/ppt/notesSlides/notesSlide21.xml" Id="R6f429c256cbb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62802be2c4bf1" /><Relationship Type="http://schemas.openxmlformats.org/officeDocument/2006/relationships/notesSlide" Target="/ppt/notesSlides/notesSlide22.xml" Id="Rc76d007a844a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ffe8ea9c4725" /><Relationship Type="http://schemas.openxmlformats.org/officeDocument/2006/relationships/image" Target="/ppt/media/image10.png" Id="R1caa0a40f5724133" /><Relationship Type="http://schemas.openxmlformats.org/officeDocument/2006/relationships/notesSlide" Target="/ppt/notesSlides/notesSlide23.xml" Id="Rf50af836efd845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fdd5996d4199" /><Relationship Type="http://schemas.openxmlformats.org/officeDocument/2006/relationships/chart" Target="/ppt/slides/charts/chart4.xml" Id="R6ec9247bc4034503" /><Relationship Type="http://schemas.openxmlformats.org/officeDocument/2006/relationships/notesSlide" Target="/ppt/notesSlides/notesSlide24.xml" Id="Rdb76e7fb4014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51af77454199" /><Relationship Type="http://schemas.openxmlformats.org/officeDocument/2006/relationships/image" Target="/ppt/media/image11.png" Id="R5857e527067a48fa" /><Relationship Type="http://schemas.openxmlformats.org/officeDocument/2006/relationships/image" Target="/ppt/media/image12.png" Id="R6fa74de763d34b7f" /><Relationship Type="http://schemas.openxmlformats.org/officeDocument/2006/relationships/notesSlide" Target="/ppt/notesSlides/notesSlide25.xml" Id="Rda6ac9d7409a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45f76763499e" /><Relationship Type="http://schemas.openxmlformats.org/officeDocument/2006/relationships/notesSlide" Target="/ppt/notesSlides/notesSlide26.xml" Id="R2e06254c8877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8b0d9e0b4949" /><Relationship Type="http://schemas.openxmlformats.org/officeDocument/2006/relationships/notesSlide" Target="/ppt/notesSlides/notesSlide27.xml" Id="R970e1becb5154e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a271cbd748fc" /><Relationship Type="http://schemas.openxmlformats.org/officeDocument/2006/relationships/notesSlide" Target="/ppt/notesSlides/notesSlide28.xml" Id="R5d9671b037904fc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f6b45183482f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1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12bbf60b4e24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15" y="2566987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265" y="2776537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</a:t>
            </a:r>
            <a:r>
              <a:rPr sz="1575" b="1">
                <a:solidFill>
                  <a:srgbClr val="17324D"/>
                </a:solidFill>
              </a:rPr>
              <a:t> ≈ 106.726 </a:t>
            </a:r>
            <a:r>
              <a:rPr sz="1575" b="1">
                <a:solidFill>
                  <a:srgbClr val="17324D"/>
                </a:solidFill>
              </a:rPr>
              <a:t>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</a:t>
            </a:r>
            <a:r>
              <a:rPr sz="1575" b="1">
                <a:solidFill>
                  <a:srgbClr val="17324D"/>
                </a:solidFill>
              </a:rPr>
              <a:t>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65" y="4071937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445" y="4617243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4bafa50824069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0d680eada4858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c6c1ec4a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17696c0fa49cf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8f3e0d85478a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cacee07f49c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dab57203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e6b81572415f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恢复时间（惩罚）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458.9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e4dd6489d649c6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0%表示尾段达到各场景自身安全功率参考；恢复时间含未收敛惩罚。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固定策略时间较短不表示更优：其平均稳态误差仍为30.14%。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0a40f5724133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9247bc403450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527067a48f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4de763d34b7f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