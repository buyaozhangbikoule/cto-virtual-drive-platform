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47bdff2d34de6" /><Relationship Type="http://schemas.openxmlformats.org/officeDocument/2006/relationships/extended-properties" Target="/docProps/app.xml" Id="R8c1cccd32e4f434b" /><Relationship Type="http://schemas.openxmlformats.org/officeDocument/2006/relationships/officeDocument" Target="/ppt/presentation.xml" Id="R812518012a7942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fb2428c4894a71"/>
  </p:sldMasterIdLst>
  <p:notesMasterIdLst>
    <p:notesMasterId xmlns:r="http://schemas.openxmlformats.org/officeDocument/2006/relationships" r:id="R92e974d118d0481d"/>
  </p:notesMasterIdLst>
  <p:sldIdLst>
    <p:sldId xmlns:r="http://schemas.openxmlformats.org/officeDocument/2006/relationships" id="256" r:id="R7c882faea86c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8719aa46f04319" /><Relationship Type="http://schemas.openxmlformats.org/officeDocument/2006/relationships/slideMaster" Target="/ppt/slideMasters/slideMaster1.xml" Id="R3cfb2428c4894a71" /><Relationship Type="http://schemas.openxmlformats.org/officeDocument/2006/relationships/notesMaster" Target="/ppt/notesMasters/notesMaster1.xml" Id="R92e974d118d0481d" /><Relationship Type="http://schemas.openxmlformats.org/officeDocument/2006/relationships/presProps" Target="/ppt/presProps.xml" Id="R5e95854e89624f9c" /><Relationship Type="http://schemas.openxmlformats.org/officeDocument/2006/relationships/viewProps" Target="/ppt/viewProps.xml" Id="R227fb46cd6ef453f" /><Relationship Type="http://schemas.openxmlformats.org/officeDocument/2006/relationships/tableStyles" Target="/ppt/tableStyles.xml" Id="Rb025bc3004b74c5a" /><Relationship Type="http://schemas.openxmlformats.org/officeDocument/2006/relationships/slide" Target="/ppt/slides/slide1.xml" Id="R7c882faea86c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dc8c00c48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b1b21d611149a6" /><Relationship Type="http://schemas.openxmlformats.org/officeDocument/2006/relationships/notesMaster" Target="/ppt/notesMasters/notesMaster1.xml" Id="R5146f211f7c347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讲述顺序：先看右表的0.9 MHz固定频点，再看左上匹配后|Zin|局部曲线，最后看左下相位变化。</a:t>
            </a:r>
          </a:p>
          <a:p xmlns:a="http://schemas.openxmlformats.org/drawingml/2006/main">
            <a:r>
              <a:t>比较条件：同一个1 Vrms RMS戴维南源和50 Ω源阻抗；换能器BVD参数相同。</a:t>
            </a:r>
            <a:endParaRPr/>
          </a:p>
          <a:p xmlns:a="http://schemas.openxmlformats.org/drawingml/2006/main">
            <a:r>
              <a:t>0.9 MHz结果：匹配前Zin=6800.001−j1939.072 Ω；理想匹配Zin≈50−j0 Ω；有损匹配Zin=56.686−j1.067 Ω。</a:t>
            </a:r>
          </a:p>
          <a:p xmlns:a="http://schemas.openxmlformats.org/drawingml/2006/main">
            <a:r>
              <a:t>理想网络同时接近50 Ω和0°。有损网络由于电感Q=100、电容Q=1000，并且优化目标是最大化P_Rm而不是强制Γ=0，因此保留小量失配。</a:t>
            </a:r>
          </a:p>
          <a:p xmlns:a="http://schemas.openxmlformats.org/drawingml/2006/main">
            <a:r>
              <a:t>左上图不画匹配前曲线，是因为匹配前|Z|在局部窗口内约6.8 kΩ至96.8 kΩ，若与0–65 Ω的匹配后曲线共用线性坐标，匹配后曲线将不可读；匹配前数值已保留在右表。</a:t>
            </a:r>
          </a:p>
          <a:p xmlns:a="http://schemas.openxmlformats.org/drawingml/2006/main">
            <a:r>
              <a:t>结论边界：结果来自假设BVD参数和线性AC模型，不是实测换能器参数。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C:\Users\24739\Documents\Codex\2026-08-10\new-chat\outputs\v2_self_consistent_rebuild\stage2_matching\stage2_LTspice逐频数据.csv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C:\Users\24739\Documents\Codex\2026-08-10\new-chat\outputs\v2_self_consistent_rebuild\stage2_matching\stage2_匹配前后特征汇总.csv</a:t>
            </a:r>
          </a:p>
          <a:p xmlns:a="http://schemas.openxmlformats.org/drawingml/2006/main">
            <a:r>
              <a:t>- C:\Users\24739\Documents\Codex\2026-08-10\new-chat\outputs\v2_self_consistent_rebuild\stage2_matching\stage2_匹配设计参数.json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757057227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5d6d64c0e84d81" /><Relationship Type="http://schemas.openxmlformats.org/officeDocument/2006/relationships/slideLayout" Target="/ppt/slideLayouts/slideLayout1.xml" Id="R514402fc965744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4402fc965744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119a13d70477b" /><Relationship Type="http://schemas.openxmlformats.org/officeDocument/2006/relationships/chart" Target="/ppt/slides/charts/chart1.xml" Id="Rf13fdab20a744fd6" /><Relationship Type="http://schemas.openxmlformats.org/officeDocument/2006/relationships/chart" Target="/ppt/slides/charts/chart2.xml" Id="Rbcbc6842b42c4ca2" /><Relationship Type="http://schemas.openxmlformats.org/officeDocument/2006/relationships/notesSlide" Target="/ppt/notesSlides/notesSlide1.xml" Id="R5ab5c7c430914ad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29.35336334329767</c:v>
              </c:pt>
              <c:pt idx="9">
                <c:v>29.280807741919794</c:v>
              </c:pt>
              <c:pt idx="10">
                <c:v>29.20823743825054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28.69982135515474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</c:v>
              </c:pt>
              <c:pt idx="37">
                <c:v>27.24271792633093</c:v>
              </c:pt>
              <c:pt idx="38">
                <c:v>27.16967159985729</c:v>
              </c:pt>
              <c:pt idx="39">
                <c:v>27.096605719518422</c:v>
              </c:pt>
              <c:pt idx="40">
                <c:v>27.02352008980326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26.36482735176362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</c:v>
              </c:pt>
              <c:pt idx="54">
                <c:v>25.99813279041211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25.4837893054061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24.45138652046676</c:v>
              </c:pt>
              <c:pt idx="76">
                <c:v>24.37743907239234</c:v>
              </c:pt>
              <c:pt idx="77">
                <c:v>24.30346283501239</c:v>
              </c:pt>
              <c:pt idx="78">
                <c:v>24.22945750511182</c:v>
              </c:pt>
              <c:pt idx="79">
                <c:v>24.15542277574528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23.93313906423147</c:v>
              </c:pt>
              <c:pt idx="83">
                <c:v>23.85898359091249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23.5620484491491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</c:v>
              </c:pt>
              <c:pt idx="93">
                <c:v>23.1156683405769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22.51854817796998</c:v>
              </c:pt>
              <c:pt idx="102">
                <c:v>22.443743029260094</c:v>
              </c:pt>
              <c:pt idx="103">
                <c:v>22.36889982825575</c:v>
              </c:pt>
              <c:pt idx="104">
                <c:v>22.29401815291176</c:v>
              </c:pt>
              <c:pt idx="105">
                <c:v>22.21909757554125</c:v>
              </c:pt>
              <c:pt idx="106">
                <c:v>22.144137662721743</c:v>
              </c:pt>
              <c:pt idx="107">
                <c:v>22.06913797519866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21.84389578230503</c:v>
              </c:pt>
              <c:pt idx="111">
                <c:v>21.76873248330078</c:v>
              </c:pt>
              <c:pt idx="112">
                <c:v>21.69352712232986</c:v>
              </c:pt>
              <c:pt idx="113">
                <c:v>21.618279223010415</c:v>
              </c:pt>
              <c:pt idx="114">
                <c:v>21.54298830239808</c:v>
              </c:pt>
              <c:pt idx="115">
                <c:v>21.46765387087117</c:v>
              </c:pt>
              <c:pt idx="116">
                <c:v>21.392275432016152</c:v>
              </c:pt>
              <c:pt idx="117">
                <c:v>21.31685248250935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21.0147052628314</c:v>
              </c:pt>
              <c:pt idx="122">
                <c:v>20.93905195979274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</c:v>
              </c:pt>
              <c:pt idx="126">
                <c:v>20.6359563294165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20.02732841789225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19.79820447104287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</c:v>
              </c:pt>
              <c:pt idx="146">
                <c:v>19.10768224470796</c:v>
              </c:pt>
              <c:pt idx="147">
                <c:v>19.030650057568188</c:v>
              </c:pt>
              <c:pt idx="148">
                <c:v>18.95355355299396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18.72187002427953</c:v>
              </c:pt>
              <c:pt idx="152">
                <c:v>18.644508075447405</c:v>
              </c:pt>
              <c:pt idx="153">
                <c:v>18.56707765689829</c:v>
              </c:pt>
              <c:pt idx="154">
                <c:v>18.48957789825901</c:v>
              </c:pt>
              <c:pt idx="155">
                <c:v>18.41200791523098</c:v>
              </c:pt>
              <c:pt idx="156">
                <c:v>18.33436680931167</c:v>
              </c:pt>
              <c:pt idx="157">
                <c:v>18.2566536675116</c:v>
              </c:pt>
              <c:pt idx="158">
                <c:v>18.17886756206044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17.86697441413718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</c:v>
              </c:pt>
              <c:pt idx="166">
                <c:v>17.553835574025356</c:v>
              </c:pt>
              <c:pt idx="167">
                <c:v>17.47534845371444</c:v>
              </c:pt>
              <c:pt idx="168">
                <c:v>17.39677820974459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</c:v>
              </c:pt>
              <c:pt idx="191">
                <c:v>15.563901359900697</c:v>
              </c:pt>
              <c:pt idx="192">
                <c:v>15.4829535348555</c:v>
              </c:pt>
              <c:pt idx="193">
                <c:v>15.40188806185004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15.07641456758271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13.16144335965114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10.69431769746033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10.41800753876515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9.856708812238658</c:v>
              </c:pt>
              <c:pt idx="258">
                <c:v>9.761959023504495</c:v>
              </c:pt>
              <c:pt idx="259">
                <c:v>9.666848047273735</c:v>
              </c:pt>
              <c:pt idx="260">
                <c:v>9.57136862306627</c:v>
              </c:pt>
              <c:pt idx="261">
                <c:v>9.475513309259734</c:v>
              </c:pt>
              <c:pt idx="262">
                <c:v>9.37927447829931</c:v>
              </c:pt>
              <c:pt idx="263">
                <c:v>9.28264431184519</c:v>
              </c:pt>
              <c:pt idx="264">
                <c:v>9.185614795856681</c:v>
              </c:pt>
              <c:pt idx="265">
                <c:v>9.088177715630176</c:v>
              </c:pt>
              <c:pt idx="266">
                <c:v>8.990324650805476</c:v>
              </c:pt>
              <c:pt idx="267">
                <c:v>8.892046970355896</c:v>
              </c:pt>
              <c:pt idx="268">
                <c:v>8.79333582758122</c:v>
              </c:pt>
              <c:pt idx="269">
                <c:v>8.694182155131838</c:v>
              </c:pt>
              <c:pt idx="270">
                <c:v>8.594576660088515</c:v>
              </c:pt>
              <c:pt idx="271">
                <c:v>8.494509819131723</c:v>
              </c:pt>
              <c:pt idx="272">
                <c:v>8.393971873842146</c:v>
              </c:pt>
              <c:pt idx="273">
                <c:v>8.292952826175028</c:v>
              </c:pt>
              <c:pt idx="274">
                <c:v>8.191442434163912</c:v>
              </c:pt>
              <c:pt idx="275">
                <c:v>8.089430207916058</c:v>
              </c:pt>
              <c:pt idx="276">
                <c:v>7.986905405973476</c:v>
              </c:pt>
              <c:pt idx="277">
                <c:v>7.883857032126347</c:v>
              </c:pt>
              <c:pt idx="278">
                <c:v>7.780273832774791</c:v>
              </c:pt>
              <c:pt idx="279">
                <c:v>7.67614429496362</c:v>
              </c:pt>
              <c:pt idx="280">
                <c:v>7.571456645219476</c:v>
              </c:pt>
              <c:pt idx="281">
                <c:v>7.466198849356988</c:v>
              </c:pt>
              <c:pt idx="282">
                <c:v>7.360358613437735</c:v>
              </c:pt>
              <c:pt idx="283">
                <c:v>7.253923386102806</c:v>
              </c:pt>
              <c:pt idx="284">
                <c:v>7.146880362536993</c:v>
              </c:pt>
              <c:pt idx="285">
                <c:v>7.039216490369088</c:v>
              </c:pt>
              <c:pt idx="286">
                <c:v>6.930918477859317</c:v>
              </c:pt>
              <c:pt idx="287">
                <c:v>6.821972804799009</c:v>
              </c:pt>
              <c:pt idx="288">
                <c:v>6.712365736607924</c:v>
              </c:pt>
              <c:pt idx="289">
                <c:v>6.602083342224224</c:v>
              </c:pt>
              <c:pt idx="290">
                <c:v>6.49111151646443</c:v>
              </c:pt>
              <c:pt idx="291">
                <c:v>6.379436007685711</c:v>
              </c:pt>
              <c:pt idx="292">
                <c:v>6.2670424517118954</c:v>
              </c:pt>
              <c:pt idx="293">
                <c:v>6.153916413192014</c:v>
              </c:pt>
              <c:pt idx="294">
                <c:v>6.040043435775271</c:v>
              </c:pt>
              <c:pt idx="295">
                <c:v>5.9254091027626785</c:v>
              </c:pt>
              <c:pt idx="296">
                <c:v>5.809999110227258</c:v>
              </c:pt>
              <c:pt idx="297">
                <c:v>5.693799355016205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5.340325868250144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4.979283020482865</c:v>
              </c:pt>
              <c:pt idx="304">
                <c:v>4.857205514100672</c:v>
              </c:pt>
              <c:pt idx="305">
                <c:v>4.734251129519744</c:v>
              </c:pt>
              <c:pt idx="306">
                <c:v>4.6104160877348335</c:v>
              </c:pt>
              <c:pt idx="307">
                <c:v>4.485699618467322</c:v>
              </c:pt>
              <c:pt idx="308">
                <c:v>4.360104657823099</c:v>
              </c:pt>
              <c:pt idx="309">
                <c:v>4.233638701976507</c:v>
              </c:pt>
              <c:pt idx="310">
                <c:v>4.106314855713316</c:v>
              </c:pt>
              <c:pt idx="311">
                <c:v>3.9781531255733027</c:v>
              </c:pt>
              <c:pt idx="312">
                <c:v>3.849182021644736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</c:v>
              </c:pt>
              <c:pt idx="318">
                <c:v>3.061652866889973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1.610606110808196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2.017488965853688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3.423162131137736</c:v>
              </c:pt>
              <c:pt idx="349">
                <c:v>3.666401039473744</c:v>
              </c:pt>
              <c:pt idx="350">
                <c:v>3.91935462661353</c:v>
              </c:pt>
              <c:pt idx="351">
                <c:v>4.182066018206718</c:v>
              </c:pt>
              <c:pt idx="352">
                <c:v>4.454671273081024</c:v>
              </c:pt>
              <c:pt idx="353">
                <c:v>4.737389008022157</c:v>
              </c:pt>
              <c:pt idx="354">
                <c:v>5.030513119081836</c:v>
              </c:pt>
              <c:pt idx="355">
                <c:v>5.334407990047843</c:v>
              </c:pt>
              <c:pt idx="356">
                <c:v>5.649505722655901</c:v>
              </c:pt>
              <c:pt idx="357">
                <c:v>5.97630504155356</c:v>
              </c:pt>
              <c:pt idx="358">
                <c:v>6.31537162139751</c:v>
              </c:pt>
              <c:pt idx="359">
                <c:v>6.667339657615364</c:v>
              </c:pt>
              <c:pt idx="360">
                <c:v>7.032914560501259</c:v>
              </c:pt>
              <c:pt idx="361">
                <c:v>7.412876697924851</c:v>
              </c:pt>
              <c:pt idx="362">
                <c:v>7.808086148103248</c:v>
              </c:pt>
              <c:pt idx="363">
                <c:v>8.219488452662326</c:v>
              </c:pt>
              <c:pt idx="364">
                <c:v>8.648121383201447</c:v>
              </c:pt>
              <c:pt idx="365">
                <c:v>9.09512275267727</c:v>
              </c:pt>
              <c:pt idx="366">
                <c:v>9.561739316425973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17.3473201208489</c:v>
              </c:pt>
              <c:pt idx="379">
                <c:v>18.25545502234968</c:v>
              </c:pt>
              <c:pt idx="380">
                <c:v>19.2197387321601</c:v>
              </c:pt>
              <c:pt idx="381">
                <c:v>20.24472803058737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</c:v>
              </c:pt>
              <c:pt idx="393">
                <c:v>38.70264177726485</c:v>
              </c:pt>
              <c:pt idx="394">
                <c:v>40.6892202079789</c:v>
              </c:pt>
              <c:pt idx="395">
                <c:v>42.65324907632161</c:v>
              </c:pt>
              <c:pt idx="396">
                <c:v>44.54149066267422</c:v>
              </c:pt>
              <c:pt idx="397">
                <c:v>46.290193188606175</c:v>
              </c:pt>
              <c:pt idx="398">
                <c:v>47.82876475500993</c:v>
              </c:pt>
              <c:pt idx="399">
                <c:v>49.08624236999309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50.35615512703119</c:v>
              </c:pt>
              <c:pt idx="404">
                <c:v>49.704241093332726</c:v>
              </c:pt>
              <c:pt idx="405">
                <c:v>48.73876929999606</c:v>
              </c:pt>
              <c:pt idx="406">
                <c:v>47.524020992120874</c:v>
              </c:pt>
              <c:pt idx="407">
                <c:v>46.12653423473198</c:v>
              </c:pt>
              <c:pt idx="408">
                <c:v>44.60844012782834</c:v>
              </c:pt>
              <c:pt idx="409">
                <c:v>43.023366626361984</c:v>
              </c:pt>
              <c:pt idx="410">
                <c:v>41.41472044422497</c:v>
              </c:pt>
              <c:pt idx="411">
                <c:v>39.81571329186526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</c:v>
              </c:pt>
              <c:pt idx="426">
                <c:v>22.762122488561687</c:v>
              </c:pt>
              <c:pt idx="427">
                <c:v>22.04790579937285</c:v>
              </c:pt>
              <c:pt idx="428">
                <c:v>21.369711707204555</c:v>
              </c:pt>
              <c:pt idx="429">
                <c:v>20.72496796081558</c:v>
              </c:pt>
              <c:pt idx="430">
                <c:v>20.11129471178531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11.40723481568562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</c:v>
              </c:pt>
              <c:pt idx="459">
                <c:v>9.693074251863637</c:v>
              </c:pt>
              <c:pt idx="460">
                <c:v>9.470812951267286</c:v>
              </c:pt>
              <c:pt idx="461">
                <c:v>9.25342876594047</c:v>
              </c:pt>
              <c:pt idx="462">
                <c:v>9.040700821100387</c:v>
              </c:pt>
              <c:pt idx="463">
                <c:v>8.832421178191003</c:v>
              </c:pt>
              <c:pt idx="464">
                <c:v>8.62839392605745</c:v>
              </c:pt>
              <c:pt idx="465">
                <c:v>8.428434346141383</c:v>
              </c:pt>
              <c:pt idx="466">
                <c:v>8.232368144983178</c:v>
              </c:pt>
              <c:pt idx="467">
                <c:v>8.04003074803146</c:v>
              </c:pt>
              <c:pt idx="468">
                <c:v>7.851266649299434</c:v>
              </c:pt>
              <c:pt idx="469">
                <c:v>7.665928811973737</c:v>
              </c:pt>
              <c:pt idx="470">
                <c:v>7.483878115554097</c:v>
              </c:pt>
              <c:pt idx="471">
                <c:v>7.304982845510908</c:v>
              </c:pt>
              <c:pt idx="472">
                <c:v>7.129118221869264</c:v>
              </c:pt>
              <c:pt idx="473">
                <c:v>6.9561659634344455</c:v>
              </c:pt>
              <c:pt idx="474">
                <c:v>6.786013884728069</c:v>
              </c:pt>
              <c:pt idx="475">
                <c:v>6.6185555229453366</c:v>
              </c:pt>
              <c:pt idx="476">
                <c:v>6.453689792536943</c:v>
              </c:pt>
              <c:pt idx="477">
                <c:v>6.291320665226029</c:v>
              </c:pt>
              <c:pt idx="478">
                <c:v>6.131356873489574</c:v>
              </c:pt>
              <c:pt idx="479">
                <c:v>5.97371163572662</c:v>
              </c:pt>
              <c:pt idx="480">
                <c:v>5.818302401513542</c:v>
              </c:pt>
              <c:pt idx="481">
                <c:v>5.665050615503799</c:v>
              </c:pt>
              <c:pt idx="482">
                <c:v>5.513881498680523</c:v>
              </c:pt>
              <c:pt idx="483">
                <c:v>5.364723845823987</c:v>
              </c:pt>
              <c:pt idx="484">
                <c:v>5.217509838169249</c:v>
              </c:pt>
              <c:pt idx="485">
                <c:v>5.072174870376388</c:v>
              </c:pt>
              <c:pt idx="486">
                <c:v>4.928657391048064</c:v>
              </c:pt>
              <c:pt idx="487">
                <c:v>4.786898756164666</c:v>
              </c:pt>
              <c:pt idx="488">
                <c:v>4.646843094920923</c:v>
              </c:pt>
              <c:pt idx="489">
                <c:v>4.508437187590458</c:v>
              </c:pt>
              <c:pt idx="490">
                <c:v>4.3716303551824796</c:v>
              </c:pt>
              <c:pt idx="491">
                <c:v>4.236374360798703</c:v>
              </c:pt>
              <c:pt idx="492">
                <c:v>4.10262332278993</c:v>
              </c:pt>
              <c:pt idx="493">
                <c:v>3.9703336399923814</c:v>
              </c:pt>
              <c:pt idx="494">
                <c:v>3.839463929571824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3.205116991441067</c:v>
              </c:pt>
              <c:pt idx="500">
                <c:v>3.08201815091459</c:v>
              </c:pt>
              <c:pt idx="501">
                <c:v>2.960109709791322</c:v>
              </c:pt>
              <c:pt idx="502">
                <c:v>2.8393677855047166</c:v>
              </c:pt>
              <c:pt idx="503">
                <c:v>2.719771027350811</c:v>
              </c:pt>
              <c:pt idx="504">
                <c:v>2.601300830950367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2.025434519389644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1.267071310945136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0.964252992689016</c:v>
              </c:pt>
              <c:pt idx="520">
                <c:v>0.8679478820851217</c:v>
              </c:pt>
              <c:pt idx="521">
                <c:v>0.7749225930321122</c:v>
              </c:pt>
              <c:pt idx="522">
                <c:v>0.6861953165676982</c:v>
              </c:pt>
              <c:pt idx="523">
                <c:v>0.6033178669118944</c:v>
              </c:pt>
              <c:pt idx="524">
                <c:v>0.5286660893051466</c:v>
              </c:pt>
              <c:pt idx="525">
                <c:v>0.46579234532195185</c:v>
              </c:pt>
              <c:pt idx="526">
                <c:v>0.4195747722745656</c:v>
              </c:pt>
              <c:pt idx="527">
                <c:v>0.3954356315210947</c:v>
              </c:pt>
              <c:pt idx="528">
                <c:v>0.3969818256755814</c:v>
              </c:pt>
              <c:pt idx="529">
                <c:v>0.4235375798355703</c:v>
              </c:pt>
              <c:pt idx="530">
                <c:v>0.47054768055504703</c:v>
              </c:pt>
              <c:pt idx="531">
                <c:v>0.5323309765934144</c:v>
              </c:pt>
              <c:pt idx="532">
                <c:v>0.6041249595570909</c:v>
              </c:pt>
              <c:pt idx="533">
                <c:v>0.682566514292005</c:v>
              </c:pt>
              <c:pt idx="534">
                <c:v>0.765432098186992</c:v>
              </c:pt>
              <c:pt idx="535">
                <c:v>0.8512720180477955</c:v>
              </c:pt>
              <c:pt idx="536">
                <c:v>0.9391319278725976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</c:v>
              </c:pt>
              <c:pt idx="554">
                <c:v>2.5747732012075706</c:v>
              </c:pt>
              <c:pt idx="555">
                <c:v>2.664377588755707</c:v>
              </c:pt>
              <c:pt idx="556">
                <c:v>2.7537441148075903</c:v>
              </c:pt>
              <c:pt idx="557">
                <c:v>2.842871567401256</c:v>
              </c:pt>
              <c:pt idx="558">
                <c:v>2.931759484659602</c:v>
              </c:pt>
              <c:pt idx="559">
                <c:v>3.020408021033663</c:v>
              </c:pt>
              <c:pt idx="560">
                <c:v>3.108817838151419</c:v>
              </c:pt>
              <c:pt idx="561">
                <c:v>3.1969900152685478</c:v>
              </c:pt>
              <c:pt idx="562">
                <c:v>3.284925975439985</c:v>
              </c:pt>
              <c:pt idx="563">
                <c:v>3.3726274243750143</c:v>
              </c:pt>
              <c:pt idx="564">
                <c:v>3.460096299593663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3.721129491096666</c:v>
              </c:pt>
              <c:pt idx="568">
                <c:v>3.8076907339799426</c:v>
              </c:pt>
              <c:pt idx="569">
                <c:v>3.894031299971178</c:v>
              </c:pt>
              <c:pt idx="570">
                <c:v>3.980153829736943</c:v>
              </c:pt>
              <c:pt idx="571">
                <c:v>4.066061008326184</c:v>
              </c:pt>
              <c:pt idx="572">
                <c:v>4.151755552247851</c:v>
              </c:pt>
              <c:pt idx="573">
                <c:v>4.237240198498388</c:v>
              </c:pt>
              <c:pt idx="574">
                <c:v>4.32251769523348</c:v>
              </c:pt>
              <c:pt idx="575">
                <c:v>4.407590793842672</c:v>
              </c:pt>
              <c:pt idx="576">
                <c:v>4.492462242210368</c:v>
              </c:pt>
              <c:pt idx="577">
                <c:v>4.577134778997428</c:v>
              </c:pt>
              <c:pt idx="578">
                <c:v>4.661611128790247</c:v>
              </c:pt>
              <c:pt idx="579">
                <c:v>4.7458939979947425</c:v>
              </c:pt>
              <c:pt idx="580">
                <c:v>4.82998607137304</c:v>
              </c:pt>
              <c:pt idx="581">
                <c:v>4.913890009129036</c:v>
              </c:pt>
              <c:pt idx="582">
                <c:v>4.997608444470521</c:v>
              </c:pt>
              <c:pt idx="583">
                <c:v>5.0811439815783705</c:v>
              </c:pt>
              <c:pt idx="584">
                <c:v>5.164499193933814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</c:v>
              </c:pt>
              <c:pt idx="588">
                <c:v>5.496167121453997</c:v>
              </c:pt>
              <c:pt idx="589">
                <c:v>5.578658155855593</c:v>
              </c:pt>
              <c:pt idx="590">
                <c:v>5.660983601757769</c:v>
              </c:pt>
              <c:pt idx="591">
                <c:v>5.743145792042469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</c:v>
              </c:pt>
              <c:pt idx="595">
                <c:v>6.070207398192843</c:v>
              </c:pt>
              <c:pt idx="596">
                <c:v>6.151587048084826</c:v>
              </c:pt>
              <c:pt idx="597">
                <c:v>6.232816687837482</c:v>
              </c:pt>
              <c:pt idx="598">
                <c:v>6.3138984012642405</c:v>
              </c:pt>
              <c:pt idx="599">
                <c:v>6.394834237583449</c:v>
              </c:pt>
              <c:pt idx="600">
                <c:v>6.4756262117939425</c:v>
              </c:pt>
              <c:pt idx="601">
                <c:v>6.556276305080629</c:v>
              </c:pt>
              <c:pt idx="602">
                <c:v>6.636786465241582</c:v>
              </c:pt>
              <c:pt idx="603">
                <c:v>6.717158607134169</c:v>
              </c:pt>
              <c:pt idx="604">
                <c:v>6.797394613137522</c:v>
              </c:pt>
              <c:pt idx="605">
                <c:v>6.877496333629536</c:v>
              </c:pt>
              <c:pt idx="606">
                <c:v>6.957465587469496</c:v>
              </c:pt>
              <c:pt idx="607">
                <c:v>7.037304162491513</c:v>
              </c:pt>
              <c:pt idx="608">
                <c:v>7.11701381600301</c:v>
              </c:pt>
              <c:pt idx="609">
                <c:v>7.196596275285306</c:v>
              </c:pt>
              <c:pt idx="610">
                <c:v>7.276053238096903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7.513687693036789</c:v>
              </c:pt>
              <c:pt idx="614">
                <c:v>7.592659074722256</c:v>
              </c:pt>
              <c:pt idx="615">
                <c:v>7.67151302348811</c:v>
              </c:pt>
              <c:pt idx="616">
                <c:v>7.750251070482946</c:v>
              </c:pt>
              <c:pt idx="617">
                <c:v>7.8288747208133564</c:v>
              </c:pt>
              <c:pt idx="618">
                <c:v>7.907385454025364</c:v>
              </c:pt>
              <c:pt idx="619">
                <c:v>7.985784724579857</c:v>
              </c:pt>
              <c:pt idx="620">
                <c:v>8.064073962320116</c:v>
              </c:pt>
              <c:pt idx="621">
                <c:v>8.142254572937166</c:v>
              </c:pt>
              <c:pt idx="622">
                <c:v>8.220327938423988</c:v>
              </c:pt>
              <c:pt idx="623">
                <c:v>8.29829541752506</c:v>
              </c:pt>
              <c:pt idx="624">
                <c:v>8.376158346179539</c:v>
              </c:pt>
              <c:pt idx="625">
                <c:v>8.453918037954908</c:v>
              </c:pt>
              <c:pt idx="626">
                <c:v>8.531575784476185</c:v>
              </c:pt>
              <c:pt idx="627">
                <c:v>8.609132855844187</c:v>
              </c:pt>
              <c:pt idx="628">
                <c:v>8.686590501050578</c:v>
              </c:pt>
              <c:pt idx="629">
                <c:v>8.76394994838212</c:v>
              </c:pt>
              <c:pt idx="630">
                <c:v>8.841212405819734</c:v>
              </c:pt>
              <c:pt idx="631">
                <c:v>8.918379061427613</c:v>
              </c:pt>
              <c:pt idx="632">
                <c:v>8.995451083738619</c:v>
              </c:pt>
              <c:pt idx="633">
                <c:v>9.072429622128391</c:v>
              </c:pt>
              <c:pt idx="634">
                <c:v>9.149315807185182</c:v>
              </c:pt>
              <c:pt idx="635">
                <c:v>9.226110751071582</c:v>
              </c:pt>
              <c:pt idx="636">
                <c:v>9.302815547877403</c:v>
              </c:pt>
              <c:pt idx="637">
                <c:v>9.37943127396872</c:v>
              </c:pt>
              <c:pt idx="638">
                <c:v>9.455958988326762</c:v>
              </c:pt>
              <c:pt idx="639">
                <c:v>9.532399732883261</c:v>
              </c:pt>
              <c:pt idx="640">
                <c:v>9.608754532844419</c:v>
              </c:pt>
              <c:pt idx="641">
                <c:v>9.685024397013876</c:v>
              </c:pt>
              <c:pt idx="642">
                <c:v>9.761210318104585</c:v>
              </c:pt>
              <c:pt idx="643">
                <c:v>9.837313273044973</c:v>
              </c:pt>
              <c:pt idx="644">
                <c:v>9.913334223281977</c:v>
              </c:pt>
              <c:pt idx="645">
                <c:v>9.989274115073602</c:v>
              </c:pt>
              <c:pt idx="646">
                <c:v>10.065133879778228</c:v>
              </c:pt>
              <c:pt idx="647">
                <c:v>10.1409144341362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12.01209734861155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13.33553710071953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15.57815063175365</c:v>
              </c:pt>
              <c:pt idx="722">
                <c:v>15.6498316121639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16.36463002531484</c:v>
              </c:pt>
              <c:pt idx="733">
                <c:v>16.43591525900281</c:v>
              </c:pt>
              <c:pt idx="734">
                <c:v>16.507166251202545</c:v>
              </c:pt>
              <c:pt idx="735">
                <c:v>16.57838327636066</c:v>
              </c:pt>
              <c:pt idx="736">
                <c:v>16.6495666056838</c:v>
              </c:pt>
              <c:pt idx="737">
                <c:v>16.7207165071866</c:v>
              </c:pt>
              <c:pt idx="738">
                <c:v>16.7918332457379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17.35960406975783</c:v>
              </c:pt>
              <c:pt idx="747">
                <c:v>17.430433763934943</c:v>
              </c:pt>
              <c:pt idx="748">
                <c:v>17.50123278056167</c:v>
              </c:pt>
              <c:pt idx="749">
                <c:v>17.57200135276835</c:v>
              </c:pt>
              <c:pt idx="750">
                <c:v>17.6427397110413</c:v>
              </c:pt>
              <c:pt idx="751">
                <c:v>17.713448083260605</c:v>
              </c:pt>
              <c:pt idx="752">
                <c:v>17.78412669473659</c:v>
              </c:pt>
              <c:pt idx="753">
                <c:v>17.854775768245606</c:v>
              </c:pt>
              <c:pt idx="754">
                <c:v>17.92539552406579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18.55968918371146</c:v>
              </c:pt>
              <c:pt idx="764">
                <c:v>18.630027352571492</c:v>
              </c:pt>
              <c:pt idx="765">
                <c:v>18.70033847150186</c:v>
              </c:pt>
              <c:pt idx="766">
                <c:v>18.77062273336622</c:v>
              </c:pt>
              <c:pt idx="767">
                <c:v>18.84088032894057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19.82178880782706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20.03135481239103</c:v>
              </c:pt>
              <c:pt idx="785">
                <c:v>20.10116281826666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20.93707649692329</c:v>
              </c:pt>
              <c:pt idx="798">
                <c:v>21.00659186699272</c:v>
              </c:pt>
              <c:pt idx="799">
                <c:v>21.076085723368546</c:v>
              </c:pt>
              <c:pt idx="800">
                <c:v>21.145558201392717</c:v>
              </c:pt>
            </c:numLit>
          </c:yVal>
        </c:ser>
        <c:ser>
          <c:idx val="1"/>
          <c:order val="1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</c:v>
              </c:pt>
              <c:pt idx="1">
                <c:v>31.732392919373247</c:v>
              </c:pt>
              <c:pt idx="2">
                <c:v>31.66161032910943</c:v>
              </c:pt>
              <c:pt idx="3">
                <c:v>31.59082213608929</c:v>
              </c:pt>
              <c:pt idx="4">
                <c:v>31.52002826907851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</c:v>
              </c:pt>
              <c:pt idx="16">
                <c:v>30.670032438935756</c:v>
              </c:pt>
              <c:pt idx="17">
                <c:v>30.5991580164276</c:v>
              </c:pt>
              <c:pt idx="18">
                <c:v>30.528276849712892</c:v>
              </c:pt>
              <c:pt idx="19">
                <c:v>30.45738885681673</c:v>
              </c:pt>
              <c:pt idx="20">
                <c:v>30.386493954982683</c:v>
              </c:pt>
              <c:pt idx="21">
                <c:v>30.31559206066193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29.67714616083411</c:v>
              </c:pt>
              <c:pt idx="31">
                <c:v>29.60616956577191</c:v>
              </c:pt>
              <c:pt idx="32">
                <c:v>29.53518500429218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29.25116520469651</c:v>
              </c:pt>
              <c:pt idx="37">
                <c:v>29.18013938585766</c:v>
              </c:pt>
              <c:pt idx="38">
                <c:v>29.109105023915426</c:v>
              </c:pt>
              <c:pt idx="39">
                <c:v>29.03806201941613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</c:v>
              </c:pt>
              <c:pt idx="43">
                <c:v>28.75380155208854</c:v>
              </c:pt>
              <c:pt idx="44">
                <c:v>28.68271380815271</c:v>
              </c:pt>
              <c:pt idx="45">
                <c:v>28.611616803867935</c:v>
              </c:pt>
              <c:pt idx="46">
                <c:v>28.54051043264704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26.11648314659733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</c:v>
              </c:pt>
              <c:pt idx="85">
                <c:v>25.75878858911432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23.53205243441282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</c:v>
              </c:pt>
              <c:pt idx="121">
                <c:v>23.17120979772829</c:v>
              </c:pt>
              <c:pt idx="122">
                <c:v>23.098976975618417</c:v>
              </c:pt>
              <c:pt idx="123">
                <c:v>23.02672217131122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22.59271803810761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</c:v>
              </c:pt>
              <c:pt idx="141">
                <c:v>21.722089031730587</c:v>
              </c:pt>
              <c:pt idx="142">
                <c:v>21.64936769948896</c:v>
              </c:pt>
              <c:pt idx="143">
                <c:v>21.57661904490982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21.28534521042105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20.70139272595844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19.96860119154135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</c:v>
              </c:pt>
              <c:pt idx="170">
                <c:v>19.60091684993528</c:v>
              </c:pt>
              <c:pt idx="171">
                <c:v>19.52727098641643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19.0846003895159</c:v>
              </c:pt>
              <c:pt idx="178">
                <c:v>19.01068569304248</c:v>
              </c:pt>
              <c:pt idx="179">
                <c:v>18.936730991853608</c:v>
              </c:pt>
              <c:pt idx="180">
                <c:v>18.86273587788522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18.56634304725531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</c:v>
              </c:pt>
              <c:pt idx="188">
                <c:v>18.26927035707713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18.0460033707707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17.82232711812316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17.59822994548873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17.14872623763061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16.62199562662345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13.40397837329865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13.170439757307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10.14791557875528</c:v>
              </c:pt>
              <c:pt idx="295">
                <c:v>10.073421688496886</c:v>
              </c:pt>
              <c:pt idx="296">
                <c:v>9.999326554433445</c:v>
              </c:pt>
              <c:pt idx="297">
                <c:v>9.925662625409593</c:v>
              </c:pt>
              <c:pt idx="298">
                <c:v>9.852464545002443</c:v>
              </c:pt>
              <c:pt idx="299">
                <c:v>9.779769298122671</c:v>
              </c:pt>
              <c:pt idx="300">
                <c:v>9.70761636697667</c:v>
              </c:pt>
              <c:pt idx="301">
                <c:v>9.636047896861504</c:v>
              </c:pt>
              <c:pt idx="302">
                <c:v>9.565108872261927</c:v>
              </c:pt>
              <c:pt idx="303">
                <c:v>9.494847303708546</c:v>
              </c:pt>
              <c:pt idx="304">
                <c:v>9.425314425845393</c:v>
              </c:pt>
              <c:pt idx="305">
                <c:v>9.356564907122603</c:v>
              </c:pt>
              <c:pt idx="306">
                <c:v>9.28865707150493</c:v>
              </c:pt>
              <c:pt idx="307">
                <c:v>9.221653132532063</c:v>
              </c:pt>
              <c:pt idx="308">
                <c:v>9.155619440012337</c:v>
              </c:pt>
              <c:pt idx="309">
                <c:v>9.090626739556427</c:v>
              </c:pt>
              <c:pt idx="310">
                <c:v>9.02675044505861</c:v>
              </c:pt>
              <c:pt idx="311">
                <c:v>8.964070924128457</c:v>
              </c:pt>
              <c:pt idx="312">
                <c:v>8.902673796339277</c:v>
              </c:pt>
              <c:pt idx="313">
                <c:v>8.84265024399956</c:v>
              </c:pt>
              <c:pt idx="314">
                <c:v>8.784097334975929</c:v>
              </c:pt>
              <c:pt idx="315">
                <c:v>8.727118356886256</c:v>
              </c:pt>
              <c:pt idx="316">
                <c:v>8.671823161744937</c:v>
              </c:pt>
              <c:pt idx="317">
                <c:v>8.618328519881597</c:v>
              </c:pt>
              <c:pt idx="318">
                <c:v>8.566758481667485</c:v>
              </c:pt>
              <c:pt idx="319">
                <c:v>8.517244745272485</c:v>
              </c:pt>
              <c:pt idx="320">
                <c:v>8.4699270283468</c:v>
              </c:pt>
              <c:pt idx="321">
                <c:v>8.424953441181579</c:v>
              </c:pt>
              <c:pt idx="322">
                <c:v>8.382480858558456</c:v>
              </c:pt>
              <c:pt idx="323">
                <c:v>8.342675287166209</c:v>
              </c:pt>
              <c:pt idx="324">
                <c:v>8.305712225148099</c:v>
              </c:pt>
              <c:pt idx="325">
                <c:v>8.271777010086247</c:v>
              </c:pt>
              <c:pt idx="326">
                <c:v>8.241065151521754</c:v>
              </c:pt>
              <c:pt idx="327">
                <c:v>8.213782644009955</c:v>
              </c:pt>
              <c:pt idx="328">
                <c:v>8.190146256722976</c:v>
              </c:pt>
              <c:pt idx="329">
                <c:v>8.170383795789958</c:v>
              </c:pt>
              <c:pt idx="330">
                <c:v>8.154734335922162</c:v>
              </c:pt>
              <c:pt idx="331">
                <c:v>8.143448418468369</c:v>
              </c:pt>
              <c:pt idx="332">
                <c:v>8.136788213886952</c:v>
              </c:pt>
              <c:pt idx="333">
                <c:v>8.135027647765044</c:v>
              </c:pt>
              <c:pt idx="334">
                <c:v>8.138452490960717</c:v>
              </c:pt>
              <c:pt idx="335">
                <c:v>8.147360416219406</c:v>
              </c:pt>
              <c:pt idx="336">
                <c:v>8.162061025712973</c:v>
              </c:pt>
              <c:pt idx="337">
                <c:v>8.182875856354874</c:v>
              </c:pt>
              <c:pt idx="338">
                <c:v>8.210138372424774</c:v>
              </c:pt>
              <c:pt idx="339">
                <c:v>8.244193957932842</c:v>
              </c:pt>
              <c:pt idx="340">
                <c:v>8.285399924201432</c:v>
              </c:pt>
              <c:pt idx="341">
                <c:v>8.334125551239685</c:v>
              </c:pt>
              <c:pt idx="342">
                <c:v>8.390752184546331</c:v>
              </c:pt>
              <c:pt idx="343">
                <c:v>8.455673411865098</c:v>
              </c:pt>
              <c:pt idx="344">
                <c:v>8.529295347053264</c:v>
              </c:pt>
              <c:pt idx="345">
                <c:v>8.612037050478937</c:v>
              </c:pt>
              <c:pt idx="346">
                <c:v>8.70433111717728</c:v>
              </c:pt>
              <c:pt idx="347">
                <c:v>8.806624465310446</c:v>
              </c:pt>
              <c:pt idx="348">
                <c:v>8.919379358273915</c:v>
              </c:pt>
              <c:pt idx="349">
                <c:v>9.043074694101074</c:v>
              </c:pt>
              <c:pt idx="350">
                <c:v>9.178207595739151</c:v>
              </c:pt>
              <c:pt idx="351">
                <c:v>9.325295335352928</c:v>
              </c:pt>
              <c:pt idx="352">
                <c:v>9.484877625298644</c:v>
              </c:pt>
              <c:pt idx="353">
                <c:v>9.657519307914788</c:v>
              </c:pt>
              <c:pt idx="354">
                <c:v>9.843813476020081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</c:v>
              </c:pt>
              <c:pt idx="377">
                <c:v>20.15884441990326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</c:v>
              </c:pt>
              <c:pt idx="384">
                <c:v>27.78420580227941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32.33285247137962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</c:v>
              </c:pt>
              <c:pt idx="391">
                <c:v>39.8499085962294</c:v>
              </c:pt>
              <c:pt idx="392">
                <c:v>41.96237347685433</c:v>
              </c:pt>
              <c:pt idx="393">
                <c:v>44.13418495409329</c:v>
              </c:pt>
              <c:pt idx="394">
                <c:v>46.33160407049017</c:v>
              </c:pt>
              <c:pt idx="395">
                <c:v>48.50836870264624</c:v>
              </c:pt>
              <c:pt idx="396">
                <c:v>50.60506790575467</c:v>
              </c:pt>
              <c:pt idx="397">
                <c:v>52.550456457670116</c:v>
              </c:pt>
              <c:pt idx="398">
                <c:v>54.26554183741523</c:v>
              </c:pt>
              <c:pt idx="399">
                <c:v>55.670805936524395</c:v>
              </c:pt>
              <c:pt idx="400">
                <c:v>56.69593802758497</c:v>
              </c:pt>
              <c:pt idx="401">
                <c:v>57.29020274383902</c:v>
              </c:pt>
              <c:pt idx="402">
                <c:v>57.4306840382543</c:v>
              </c:pt>
              <c:pt idx="403">
                <c:v>57.12583645361084</c:v>
              </c:pt>
              <c:pt idx="404">
                <c:v>56.41321313351376</c:v>
              </c:pt>
              <c:pt idx="405">
                <c:v>55.352259474835066</c:v>
              </c:pt>
              <c:pt idx="406">
                <c:v>54.01457123725241</c:v>
              </c:pt>
              <c:pt idx="407">
                <c:v>52.474322768312106</c:v>
              </c:pt>
              <c:pt idx="408">
                <c:v>50.80080434591061</c:v>
              </c:pt>
              <c:pt idx="409">
                <c:v>49.05382929928383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</c:v>
              </c:pt>
              <c:pt idx="413">
                <c:v>42.13627612117606</c:v>
              </c:pt>
              <c:pt idx="414">
                <c:v>40.54077097761416</c:v>
              </c:pt>
              <c:pt idx="415">
                <c:v>39.02044328638143</c:v>
              </c:pt>
              <c:pt idx="416">
                <c:v>37.578066973927314</c:v>
              </c:pt>
              <c:pt idx="417">
                <c:v>36.21378852181434</c:v>
              </c:pt>
              <c:pt idx="418">
                <c:v>34.92596771875002</c:v>
              </c:pt>
              <c:pt idx="419">
                <c:v>33.71180468312609</c:v>
              </c:pt>
              <c:pt idx="420">
                <c:v>32.56779620184465</c:v>
              </c:pt>
              <c:pt idx="421">
                <c:v>31.49006057277832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24.78889428081297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22.9371719943127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16.67178283716076</c:v>
              </c:pt>
              <c:pt idx="448">
                <c:v>16.371694274719935</c:v>
              </c:pt>
              <c:pt idx="449">
                <c:v>16.08188631460759</c:v>
              </c:pt>
              <c:pt idx="450">
                <c:v>15.80182165100024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</c:v>
              </c:pt>
              <c:pt idx="484">
                <c:v>9.843516446956205</c:v>
              </c:pt>
              <c:pt idx="485">
                <c:v>9.735343242491282</c:v>
              </c:pt>
              <c:pt idx="486">
                <c:v>9.629792130492497</c:v>
              </c:pt>
              <c:pt idx="487">
                <c:v>9.526808969085783</c:v>
              </c:pt>
              <c:pt idx="488">
                <c:v>9.4263425851875</c:v>
              </c:pt>
              <c:pt idx="489">
                <c:v>9.328344606044206</c:v>
              </c:pt>
              <c:pt idx="490">
                <c:v>9.232769299999669</c:v>
              </c:pt>
              <c:pt idx="491">
                <c:v>9.139573425759806</c:v>
              </c:pt>
              <c:pt idx="492">
                <c:v>9.04871608950059</c:v>
              </c:pt>
              <c:pt idx="493">
                <c:v>8.960158609207932</c:v>
              </c:pt>
              <c:pt idx="494">
                <c:v>8.873864385696344</c:v>
              </c:pt>
              <c:pt idx="495">
                <c:v>8.789798779800208</c:v>
              </c:pt>
              <c:pt idx="496">
                <c:v>8.70792899527353</c:v>
              </c:pt>
              <c:pt idx="497">
                <c:v>8.628223966976305</c:v>
              </c:pt>
              <c:pt idx="498">
                <c:v>8.550654253965801</c:v>
              </c:pt>
              <c:pt idx="499">
                <c:v>8.475191937142409</c:v>
              </c:pt>
              <c:pt idx="500">
                <c:v>8.40181052113707</c:v>
              </c:pt>
              <c:pt idx="501">
                <c:v>8.330484840158277</c:v>
              </c:pt>
              <c:pt idx="502">
                <c:v>8.26119096754107</c:v>
              </c:pt>
              <c:pt idx="503">
                <c:v>8.19390612877616</c:v>
              </c:pt>
              <c:pt idx="504">
                <c:v>8.128608617814589</c:v>
              </c:pt>
              <c:pt idx="505">
                <c:v>8.065277716475176</c:v>
              </c:pt>
              <c:pt idx="506">
                <c:v>8.003893616797008</c:v>
              </c:pt>
              <c:pt idx="507">
                <c:v>7.944437346209239</c:v>
              </c:pt>
              <c:pt idx="508">
                <c:v>7.886890695401778</c:v>
              </c:pt>
              <c:pt idx="509">
                <c:v>7.831236148805439</c:v>
              </c:pt>
              <c:pt idx="510">
                <c:v>7.777456817603019</c:v>
              </c:pt>
              <c:pt idx="511">
                <c:v>7.725536375212567</c:v>
              </c:pt>
              <c:pt idx="512">
                <c:v>7.675458995193239</c:v>
              </c:pt>
              <c:pt idx="513">
                <c:v>7.627209291543682</c:v>
              </c:pt>
              <c:pt idx="514">
                <c:v>7.580772261369401</c:v>
              </c:pt>
              <c:pt idx="515">
                <c:v>7.53613322990916</c:v>
              </c:pt>
              <c:pt idx="516">
                <c:v>7.493277797916792</c:v>
              </c:pt>
              <c:pt idx="517">
                <c:v>7.452191791406374</c:v>
              </c:pt>
              <c:pt idx="518">
                <c:v>7.41286121377099</c:v>
              </c:pt>
              <c:pt idx="519">
                <c:v>7.375272200291828</c:v>
              </c:pt>
              <c:pt idx="520">
                <c:v>7.339410975058977</c:v>
              </c:pt>
              <c:pt idx="521">
                <c:v>7.305263810324757</c:v>
              </c:pt>
              <c:pt idx="522">
                <c:v>7.272816988314189</c:v>
              </c:pt>
              <c:pt idx="523">
                <c:v>7.242056765512721</c:v>
              </c:pt>
              <c:pt idx="524">
                <c:v>7.212969339454583</c:v>
              </c:pt>
              <c:pt idx="525">
                <c:v>7.185540818026202</c:v>
              </c:pt>
              <c:pt idx="526">
                <c:v>7.159757191300329</c:v>
              </c:pt>
              <c:pt idx="527">
                <c:v>7.1356043059071546</c:v>
              </c:pt>
              <c:pt idx="528">
                <c:v>7.113067841945128</c:v>
              </c:pt>
              <c:pt idx="529">
                <c:v>7.092133292425219</c:v>
              </c:pt>
              <c:pt idx="530">
                <c:v>7.0727859452364035</c:v>
              </c:pt>
              <c:pt idx="531">
                <c:v>7.055010867609854</c:v>
              </c:pt>
              <c:pt idx="532">
                <c:v>7.038792893052343</c:v>
              </c:pt>
              <c:pt idx="533">
                <c:v>7.024116610708641</c:v>
              </c:pt>
              <c:pt idx="534">
                <c:v>7.010966357104755</c:v>
              </c:pt>
              <c:pt idx="535">
                <c:v>6.999326210213018</c:v>
              </c:pt>
              <c:pt idx="536">
                <c:v>6.989179985772697</c:v>
              </c:pt>
              <c:pt idx="537">
                <c:v>6.98051123578853</c:v>
              </c:pt>
              <c:pt idx="538">
                <c:v>6.973303249123144</c:v>
              </c:pt>
              <c:pt idx="539">
                <c:v>6.967539054089916</c:v>
              </c:pt>
              <c:pt idx="540">
                <c:v>6.96320142294561</c:v>
              </c:pt>
              <c:pt idx="541">
                <c:v>6.960272878175592</c:v>
              </c:pt>
              <c:pt idx="542">
                <c:v>6.958735700458192</c:v>
              </c:pt>
              <c:pt idx="543">
                <c:v>6.958571938189687</c:v>
              </c:pt>
              <c:pt idx="544">
                <c:v>6.959763418447461</c:v>
              </c:pt>
              <c:pt idx="545">
                <c:v>6.962291759265061</c:v>
              </c:pt>
              <c:pt idx="546">
                <c:v>6.966138383091149</c:v>
              </c:pt>
              <c:pt idx="547">
                <c:v>6.971284531302807</c:v>
              </c:pt>
              <c:pt idx="548">
                <c:v>6.977711279643539</c:v>
              </c:pt>
              <c:pt idx="549">
                <c:v>6.985399554456401</c:v>
              </c:pt>
              <c:pt idx="550">
                <c:v>6.994330149585067</c:v>
              </c:pt>
              <c:pt idx="551">
                <c:v>7.0044837438173655</c:v>
              </c:pt>
              <c:pt idx="552">
                <c:v>7.015840918749658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</c:v>
              </c:pt>
              <c:pt idx="556">
                <c:v>7.072914677497086</c:v>
              </c:pt>
              <c:pt idx="557">
                <c:v>7.089996357487101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</c:v>
              </c:pt>
              <c:pt idx="562">
                <c:v>7.191304652231805</c:v>
              </c:pt>
              <c:pt idx="563">
                <c:v>7.214610064287482</c:v>
              </c:pt>
              <c:pt idx="564">
                <c:v>7.238885059907439</c:v>
              </c:pt>
              <c:pt idx="565">
                <c:v>7.264110583752137</c:v>
              </c:pt>
              <c:pt idx="566">
                <c:v>7.290267721926871</c:v>
              </c:pt>
              <c:pt idx="567">
                <c:v>7.317337715335691</c:v>
              </c:pt>
              <c:pt idx="568">
                <c:v>7.345301972313611</c:v>
              </c:pt>
              <c:pt idx="569">
                <c:v>7.374142080520986</c:v>
              </c:pt>
              <c:pt idx="570">
                <c:v>7.403839818089703</c:v>
              </c:pt>
              <c:pt idx="571">
                <c:v>7.434377164015037</c:v>
              </c:pt>
              <c:pt idx="572">
                <c:v>7.4657363077921195</c:v>
              </c:pt>
              <c:pt idx="573">
                <c:v>7.497899658301231</c:v>
              </c:pt>
              <c:pt idx="574">
                <c:v>7.530849851946447</c:v>
              </c:pt>
              <c:pt idx="575">
                <c:v>7.564569760062408</c:v>
              </c:pt>
              <c:pt idx="576">
                <c:v>7.599042495598305</c:v>
              </c:pt>
              <c:pt idx="577">
                <c:v>7.634251419098408</c:v>
              </c:pt>
              <c:pt idx="578">
                <c:v>7.670180143998127</c:v>
              </c:pt>
              <c:pt idx="579">
                <c:v>7.706812541253431</c:v>
              </c:pt>
              <c:pt idx="580">
                <c:v>7.744132743330805</c:v>
              </c:pt>
              <c:pt idx="581">
                <c:v>7.782125147577779</c:v>
              </c:pt>
              <c:pt idx="582">
                <c:v>7.8207744190015</c:v>
              </c:pt>
              <c:pt idx="583">
                <c:v>7.860065492480809</c:v>
              </c:pt>
              <c:pt idx="584">
                <c:v>7.899983574438283</c:v>
              </c:pt>
              <c:pt idx="585">
                <c:v>7.94051414400045</c:v>
              </c:pt>
              <c:pt idx="586">
                <c:v>7.9816429536718445</c:v>
              </c:pt>
              <c:pt idx="587">
                <c:v>8.023356029552126</c:v>
              </c:pt>
              <c:pt idx="588">
                <c:v>8.065639671121822</c:v>
              </c:pt>
              <c:pt idx="589">
                <c:v>8.108480450625574</c:v>
              </c:pt>
              <c:pt idx="590">
                <c:v>8.151865212076912</c:v>
              </c:pt>
              <c:pt idx="591">
                <c:v>8.195781069913984</c:v>
              </c:pt>
              <c:pt idx="592">
                <c:v>8.240215407328067</c:v>
              </c:pt>
              <c:pt idx="593">
                <c:v>8.285155874291823</c:v>
              </c:pt>
              <c:pt idx="594">
                <c:v>8.33059038531134</c:v>
              </c:pt>
              <c:pt idx="595">
                <c:v>8.376507116923191</c:v>
              </c:pt>
              <c:pt idx="596">
                <c:v>8.422894504960627</c:v>
              </c:pt>
              <c:pt idx="597">
                <c:v>8.469741241609828</c:v>
              </c:pt>
              <c:pt idx="598">
                <c:v>8.517036272275977</c:v>
              </c:pt>
              <c:pt idx="599">
                <c:v>8.564768792278464</c:v>
              </c:pt>
              <c:pt idx="600">
                <c:v>8.612928243395723</c:v>
              </c:pt>
              <c:pt idx="601">
                <c:v>8.6615043102742</c:v>
              </c:pt>
              <c:pt idx="602">
                <c:v>8.710486916720718</c:v>
              </c:pt>
              <c:pt idx="603">
                <c:v>8.759866221893086</c:v>
              </c:pt>
              <c:pt idx="604">
                <c:v>8.809632616401405</c:v>
              </c:pt>
              <c:pt idx="605">
                <c:v>8.85977671833971</c:v>
              </c:pt>
              <c:pt idx="606">
                <c:v>8.91028936925436</c:v>
              </c:pt>
              <c:pt idx="607">
                <c:v>8.961161630064604</c:v>
              </c:pt>
              <c:pt idx="608">
                <c:v>9.012384776947428</c:v>
              </c:pt>
              <c:pt idx="609">
                <c:v>9.063950297195785</c:v>
              </c:pt>
              <c:pt idx="610">
                <c:v>9.115849885059225</c:v>
              </c:pt>
              <c:pt idx="611">
                <c:v>9.16807543757771</c:v>
              </c:pt>
              <c:pt idx="612">
                <c:v>9.220619050416907</c:v>
              </c:pt>
              <c:pt idx="613">
                <c:v>9.273473013710934</c:v>
              </c:pt>
              <c:pt idx="614">
                <c:v>9.32662980792015</c:v>
              </c:pt>
              <c:pt idx="615">
                <c:v>9.38008209971204</c:v>
              </c:pt>
              <c:pt idx="616">
                <c:v>9.433822737870106</c:v>
              </c:pt>
              <c:pt idx="617">
                <c:v>9.487844749233597</c:v>
              </c:pt>
              <c:pt idx="618">
                <c:v>9.542141334677494</c:v>
              </c:pt>
              <c:pt idx="619">
                <c:v>9.596705865133856</c:v>
              </c:pt>
              <c:pt idx="620">
                <c:v>9.651531877658176</c:v>
              </c:pt>
              <c:pt idx="621">
                <c:v>9.706613071547062</c:v>
              </c:pt>
              <c:pt idx="622">
                <c:v>9.761943304507005</c:v>
              </c:pt>
              <c:pt idx="623">
                <c:v>9.817516588879284</c:v>
              </c:pt>
              <c:pt idx="624">
                <c:v>9.873327087921313</c:v>
              </c:pt>
              <c:pt idx="625">
                <c:v>9.929369112149386</c:v>
              </c:pt>
              <c:pt idx="626">
                <c:v>9.985637115740515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12.87158543153886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15.55354625505275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16.26688968504934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17.30929177387035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17.83214869809599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18.02845196900157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18.81472835660209</c:v>
              </c:pt>
              <c:pt idx="767">
                <c:v>18.88031916052145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</c:v>
              </c:pt>
              <c:pt idx="780">
                <c:v>19.73376928925443</c:v>
              </c:pt>
              <c:pt idx="781">
                <c:v>19.799471507350304</c:v>
              </c:pt>
              <c:pt idx="782">
                <c:v>19.86518025564562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20.12807715143988</c:v>
              </c:pt>
              <c:pt idx="787">
                <c:v>20.19381602774559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</c:ser>
        <c:ser>
          <c:idx val="2"/>
          <c:order val="2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18324D"/>
              </a:solidFill>
            </a:defRPr>
          </a:pPr>
        </a:p>
      </c:txPr>
    </c:title>
    <c:plotArea>
      <c:scatterChart>
        <c:scatterStyle val="line"/>
        <c:ser>
          <c:idx val="0"/>
          <c:order val="0"/>
          <c:tx>
            <c:v>匹配前</c:v>
          </c:tx>
          <c:spPr>
            <a:ln xmlns:a="http://schemas.openxmlformats.org/drawingml/2006/main"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</c:v>
              </c:pt>
              <c:pt idx="1">
                <c:v>-89.85490651498739</c:v>
              </c:pt>
              <c:pt idx="2">
                <c:v>-89.85420981989594</c:v>
              </c:pt>
              <c:pt idx="3">
                <c:v>-89.85350809294603</c:v>
              </c:pt>
              <c:pt idx="4">
                <c:v>-89.85280128555137</c:v>
              </c:pt>
              <c:pt idx="5">
                <c:v>-89.85208934851666</c:v>
              </c:pt>
              <c:pt idx="6">
                <c:v>-89.85137223206478</c:v>
              </c:pt>
              <c:pt idx="7">
                <c:v>-89.85064988579971</c:v>
              </c:pt>
              <c:pt idx="8">
                <c:v>-89.84992225873384</c:v>
              </c:pt>
              <c:pt idx="9">
                <c:v>-89.84918929922975</c:v>
              </c:pt>
              <c:pt idx="10">
                <c:v>-89.84845095501535</c:v>
              </c:pt>
              <c:pt idx="11">
                <c:v>-89.84770717321413</c:v>
              </c:pt>
              <c:pt idx="12">
                <c:v>-89.84695790025695</c:v>
              </c:pt>
              <c:pt idx="13">
                <c:v>-89.84620308192456</c:v>
              </c:pt>
              <c:pt idx="14">
                <c:v>-89.84544266335067</c:v>
              </c:pt>
              <c:pt idx="15">
                <c:v>-89.84467658894923</c:v>
              </c:pt>
              <c:pt idx="16">
                <c:v>-89.84390480246611</c:v>
              </c:pt>
              <c:pt idx="17">
                <c:v>-89.84312724695218</c:v>
              </c:pt>
              <c:pt idx="18">
                <c:v>-89.84234386472697</c:v>
              </c:pt>
              <c:pt idx="19">
                <c:v>-89.84155459739442</c:v>
              </c:pt>
              <c:pt idx="20">
                <c:v>-89.84075938583105</c:v>
              </c:pt>
              <c:pt idx="21">
                <c:v>-89.8399581701622</c:v>
              </c:pt>
              <c:pt idx="22">
                <c:v>-89.8391508897536</c:v>
              </c:pt>
              <c:pt idx="23">
                <c:v>-89.83833748321798</c:v>
              </c:pt>
              <c:pt idx="24">
                <c:v>-89.83751788837036</c:v>
              </c:pt>
              <c:pt idx="25">
                <c:v>-89.83669204224401</c:v>
              </c:pt>
              <c:pt idx="26">
                <c:v>-89.83585988106711</c:v>
              </c:pt>
              <c:pt idx="27">
                <c:v>-89.83502134025754</c:v>
              </c:pt>
              <c:pt idx="28">
                <c:v>-89.83417635439679</c:v>
              </c:pt>
              <c:pt idx="29">
                <c:v>-89.83332485723402</c:v>
              </c:pt>
              <c:pt idx="30">
                <c:v>-89.83246678164497</c:v>
              </c:pt>
              <c:pt idx="31">
                <c:v>-89.83160205967242</c:v>
              </c:pt>
              <c:pt idx="32">
                <c:v>-89.83073062244003</c:v>
              </c:pt>
              <c:pt idx="33">
                <c:v>-89.82985240020813</c:v>
              </c:pt>
              <c:pt idx="34">
                <c:v>-89.82896732230577</c:v>
              </c:pt>
              <c:pt idx="35">
                <c:v>-89.82807531715052</c:v>
              </c:pt>
              <c:pt idx="36">
                <c:v>-89.82717631222299</c:v>
              </c:pt>
              <c:pt idx="37">
                <c:v>-89.82627023405358</c:v>
              </c:pt>
              <c:pt idx="38">
                <c:v>-89.82535700818524</c:v>
              </c:pt>
              <c:pt idx="39">
                <c:v>-89.8244365592146</c:v>
              </c:pt>
              <c:pt idx="40">
                <c:v>-89.82350881070684</c:v>
              </c:pt>
              <c:pt idx="41">
                <c:v>-89.82257368523695</c:v>
              </c:pt>
              <c:pt idx="42">
                <c:v>-89.82163110433193</c:v>
              </c:pt>
              <c:pt idx="43">
                <c:v>-89.82068098847623</c:v>
              </c:pt>
              <c:pt idx="44">
                <c:v>-89.81972325710831</c:v>
              </c:pt>
              <c:pt idx="45">
                <c:v>-89.81875782856015</c:v>
              </c:pt>
              <c:pt idx="46">
                <c:v>-89.81778462008111</c:v>
              </c:pt>
              <c:pt idx="47">
                <c:v>-89.81680354780177</c:v>
              </c:pt>
              <c:pt idx="48">
                <c:v>-89.81581452671298</c:v>
              </c:pt>
              <c:pt idx="49">
                <c:v>-89.81481747066903</c:v>
              </c:pt>
              <c:pt idx="50">
                <c:v>-89.81381229232481</c:v>
              </c:pt>
              <c:pt idx="51">
                <c:v>-89.81279890318147</c:v>
              </c:pt>
              <c:pt idx="52">
                <c:v>-89.81177721350282</c:v>
              </c:pt>
              <c:pt idx="53">
                <c:v>-89.81074713232813</c:v>
              </c:pt>
              <c:pt idx="54">
                <c:v>-89.809708567452</c:v>
              </c:pt>
              <c:pt idx="55">
                <c:v>-89.80866142539844</c:v>
              </c:pt>
              <c:pt idx="56">
                <c:v>-89.807605611398</c:v>
              </c:pt>
              <c:pt idx="57">
                <c:v>-89.80654102936224</c:v>
              </c:pt>
              <c:pt idx="58">
                <c:v>-89.80546758187015</c:v>
              </c:pt>
              <c:pt idx="59">
                <c:v>-89.80438517014896</c:v>
              </c:pt>
              <c:pt idx="60">
                <c:v>-89.80329369404</c:v>
              </c:pt>
              <c:pt idx="61">
                <c:v>-89.8021930519857</c:v>
              </c:pt>
              <c:pt idx="62">
                <c:v>-89.80108314099604</c:v>
              </c:pt>
              <c:pt idx="63">
                <c:v>-89.79996385662683</c:v>
              </c:pt>
              <c:pt idx="64">
                <c:v>-89.7988350929704</c:v>
              </c:pt>
              <c:pt idx="65">
                <c:v>-89.79769674260156</c:v>
              </c:pt>
              <c:pt idx="66">
                <c:v>-89.79654869657449</c:v>
              </c:pt>
              <c:pt idx="67">
                <c:v>-89.79539084440518</c:v>
              </c:pt>
              <c:pt idx="68">
                <c:v>-89.79422307400287</c:v>
              </c:pt>
              <c:pt idx="69">
                <c:v>-89.79304527169478</c:v>
              </c:pt>
              <c:pt idx="70">
                <c:v>-89.79185732215207</c:v>
              </c:pt>
              <c:pt idx="71">
                <c:v>-89.79065910840298</c:v>
              </c:pt>
              <c:pt idx="72">
                <c:v>-89.78945051176247</c:v>
              </c:pt>
              <c:pt idx="73">
                <c:v>-89.78823141185158</c:v>
              </c:pt>
              <c:pt idx="74">
                <c:v>-89.78700168651272</c:v>
              </c:pt>
              <c:pt idx="75">
                <c:v>-89.78576121182368</c:v>
              </c:pt>
              <c:pt idx="76">
                <c:v>-89.78450986203721</c:v>
              </c:pt>
              <c:pt idx="77">
                <c:v>-89.78324750958063</c:v>
              </c:pt>
              <c:pt idx="78">
                <c:v>-89.78197402497524</c:v>
              </c:pt>
              <c:pt idx="79">
                <c:v>-89.78068927684828</c:v>
              </c:pt>
              <c:pt idx="80">
                <c:v>-89.77939313188274</c:v>
              </c:pt>
              <c:pt idx="81">
                <c:v>-89.77808545478233</c:v>
              </c:pt>
              <c:pt idx="82">
                <c:v>-89.77676610822188</c:v>
              </c:pt>
              <c:pt idx="83">
                <c:v>-89.77543495283678</c:v>
              </c:pt>
              <c:pt idx="84">
                <c:v>-89.77409184717096</c:v>
              </c:pt>
              <c:pt idx="85">
                <c:v>-89.7727366476492</c:v>
              </c:pt>
              <c:pt idx="86">
                <c:v>-89.77136920851399</c:v>
              </c:pt>
              <c:pt idx="87">
                <c:v>-89.76998938182517</c:v>
              </c:pt>
              <c:pt idx="88">
                <c:v>-89.76859701738864</c:v>
              </c:pt>
              <c:pt idx="89">
                <c:v>-89.76719196271522</c:v>
              </c:pt>
              <c:pt idx="90">
                <c:v>-89.76577406300939</c:v>
              </c:pt>
              <c:pt idx="91">
                <c:v>-89.7643431610875</c:v>
              </c:pt>
              <c:pt idx="92">
                <c:v>-89.7628990973643</c:v>
              </c:pt>
              <c:pt idx="93">
                <c:v>-89.76144170979563</c:v>
              </c:pt>
              <c:pt idx="94">
                <c:v>-89.75997083382738</c:v>
              </c:pt>
              <c:pt idx="95">
                <c:v>-89.75848630235973</c:v>
              </c:pt>
              <c:pt idx="96">
                <c:v>-89.75698794569998</c:v>
              </c:pt>
              <c:pt idx="97">
                <c:v>-89.75547559148634</c:v>
              </c:pt>
              <c:pt idx="98">
                <c:v>-89.75394906469775</c:v>
              </c:pt>
              <c:pt idx="99">
                <c:v>-89.75240818753736</c:v>
              </c:pt>
              <c:pt idx="100">
                <c:v>-89.75085277941682</c:v>
              </c:pt>
              <c:pt idx="101">
                <c:v>-89.74928265689091</c:v>
              </c:pt>
              <c:pt idx="102">
                <c:v>-89.7476976336369</c:v>
              </c:pt>
              <c:pt idx="103">
                <c:v>-89.74609752032552</c:v>
              </c:pt>
              <c:pt idx="104">
                <c:v>-89.74448212464264</c:v>
              </c:pt>
              <c:pt idx="105">
                <c:v>-89.74285125117909</c:v>
              </c:pt>
              <c:pt idx="106">
                <c:v>-89.74120470140637</c:v>
              </c:pt>
              <c:pt idx="107">
                <c:v>-89.73954227358536</c:v>
              </c:pt>
              <c:pt idx="108">
                <c:v>-89.73786376272558</c:v>
              </c:pt>
              <c:pt idx="109">
                <c:v>-89.73616896051291</c:v>
              </c:pt>
              <c:pt idx="110">
                <c:v>-89.7344576552408</c:v>
              </c:pt>
              <c:pt idx="111">
                <c:v>-89.73272963176855</c:v>
              </c:pt>
              <c:pt idx="112">
                <c:v>-89.73098467141</c:v>
              </c:pt>
              <c:pt idx="113">
                <c:v>-89.7292225518992</c:v>
              </c:pt>
              <c:pt idx="114">
                <c:v>-89.72744304732734</c:v>
              </c:pt>
              <c:pt idx="115">
                <c:v>-89.72564592802203</c:v>
              </c:pt>
              <c:pt idx="116">
                <c:v>-89.72383096050352</c:v>
              </c:pt>
              <c:pt idx="117">
                <c:v>-89.72199790744455</c:v>
              </c:pt>
              <c:pt idx="118">
                <c:v>-89.72014652751109</c:v>
              </c:pt>
              <c:pt idx="119">
                <c:v>-89.71827657535034</c:v>
              </c:pt>
              <c:pt idx="120">
                <c:v>-89.71638780149175</c:v>
              </c:pt>
              <c:pt idx="121">
                <c:v>-89.71447995223436</c:v>
              </c:pt>
              <c:pt idx="122">
                <c:v>-89.71255276960831</c:v>
              </c:pt>
              <c:pt idx="123">
                <c:v>-89.71060599124654</c:v>
              </c:pt>
              <c:pt idx="124">
                <c:v>-89.70863935031603</c:v>
              </c:pt>
              <c:pt idx="125">
                <c:v>-89.70665257542387</c:v>
              </c:pt>
              <c:pt idx="126">
                <c:v>-89.70464539053302</c:v>
              </c:pt>
              <c:pt idx="127">
                <c:v>-89.70261751483545</c:v>
              </c:pt>
              <c:pt idx="128">
                <c:v>-89.70056866268777</c:v>
              </c:pt>
              <c:pt idx="129">
                <c:v>-89.69849854348092</c:v>
              </c:pt>
              <c:pt idx="130">
                <c:v>-89.69640686156055</c:v>
              </c:pt>
              <c:pt idx="131">
                <c:v>-89.69429331611377</c:v>
              </c:pt>
              <c:pt idx="132">
                <c:v>-89.69215760104854</c:v>
              </c:pt>
              <c:pt idx="133">
                <c:v>-89.68999940489746</c:v>
              </c:pt>
              <c:pt idx="134">
                <c:v>-89.6878184107028</c:v>
              </c:pt>
              <c:pt idx="135">
                <c:v>-89.68561429588826</c:v>
              </c:pt>
              <c:pt idx="136">
                <c:v>-89.6833867321468</c:v>
              </c:pt>
              <c:pt idx="137">
                <c:v>-89.68113538532418</c:v>
              </c:pt>
              <c:pt idx="138">
                <c:v>-89.67885991527208</c:v>
              </c:pt>
              <c:pt idx="139">
                <c:v>-89.67655997575217</c:v>
              </c:pt>
              <c:pt idx="140">
                <c:v>-89.67423521426649</c:v>
              </c:pt>
              <c:pt idx="141">
                <c:v>-89.67188527195901</c:v>
              </c:pt>
              <c:pt idx="142">
                <c:v>-89.6695097834294</c:v>
              </c:pt>
              <c:pt idx="143">
                <c:v>-89.66710837665822</c:v>
              </c:pt>
              <c:pt idx="144">
                <c:v>-89.6646806727869</c:v>
              </c:pt>
              <c:pt idx="145">
                <c:v>-89.66222628600927</c:v>
              </c:pt>
              <c:pt idx="146">
                <c:v>-89.65974482342477</c:v>
              </c:pt>
              <c:pt idx="147">
                <c:v>-89.65723588485031</c:v>
              </c:pt>
              <c:pt idx="148">
                <c:v>-89.65469906268633</c:v>
              </c:pt>
              <c:pt idx="149">
                <c:v>-89.65213394172743</c:v>
              </c:pt>
              <c:pt idx="150">
                <c:v>-89.64954009900403</c:v>
              </c:pt>
              <c:pt idx="151">
                <c:v>-89.64691710361485</c:v>
              </c:pt>
              <c:pt idx="152">
                <c:v>-89.64426451652754</c:v>
              </c:pt>
              <c:pt idx="153">
                <c:v>-89.64158189040164</c:v>
              </c:pt>
              <c:pt idx="154">
                <c:v>-89.63886876941157</c:v>
              </c:pt>
              <c:pt idx="155">
                <c:v>-89.6361246890377</c:v>
              </c:pt>
              <c:pt idx="156">
                <c:v>-89.63334917587751</c:v>
              </c:pt>
              <c:pt idx="157">
                <c:v>-89.63054174741954</c:v>
              </c:pt>
              <c:pt idx="158">
                <c:v>-89.62770191186317</c:v>
              </c:pt>
              <c:pt idx="159">
                <c:v>-89.6248291678758</c:v>
              </c:pt>
              <c:pt idx="160">
                <c:v>-89.6219230043761</c:v>
              </c:pt>
              <c:pt idx="161">
                <c:v>-89.61898290033761</c:v>
              </c:pt>
              <c:pt idx="162">
                <c:v>-89.61600832449591</c:v>
              </c:pt>
              <c:pt idx="163">
                <c:v>-89.61299873514496</c:v>
              </c:pt>
              <c:pt idx="164">
                <c:v>-89.60995357990285</c:v>
              </c:pt>
              <c:pt idx="165">
                <c:v>-89.60687229540443</c:v>
              </c:pt>
              <c:pt idx="166">
                <c:v>-89.60375430710324</c:v>
              </c:pt>
              <c:pt idx="167">
                <c:v>-89.60059902895232</c:v>
              </c:pt>
              <c:pt idx="168">
                <c:v>-89.59740586315739</c:v>
              </c:pt>
              <c:pt idx="169">
                <c:v>-89.59417419986653</c:v>
              </c:pt>
              <c:pt idx="170">
                <c:v>-89.5909034169037</c:v>
              </c:pt>
              <c:pt idx="171">
                <c:v>-89.5875928794478</c:v>
              </c:pt>
              <c:pt idx="172">
                <c:v>-89.58424193973893</c:v>
              </c:pt>
              <c:pt idx="173">
                <c:v>-89.58084993675314</c:v>
              </c:pt>
              <c:pt idx="174">
                <c:v>-89.57741619586247</c:v>
              </c:pt>
              <c:pt idx="175">
                <c:v>-89.5739400285174</c:v>
              </c:pt>
              <c:pt idx="176">
                <c:v>-89.57042073188416</c:v>
              </c:pt>
              <c:pt idx="177">
                <c:v>-89.56685758850179</c:v>
              </c:pt>
              <c:pt idx="178">
                <c:v>-89.56324986590604</c:v>
              </c:pt>
              <c:pt idx="179">
                <c:v>-89.55959681624238</c:v>
              </c:pt>
              <c:pt idx="180">
                <c:v>-89.55589767590254</c:v>
              </c:pt>
              <c:pt idx="181">
                <c:v>-89.5521516650947</c:v>
              </c:pt>
              <c:pt idx="182">
                <c:v>-89.54835798744305</c:v>
              </c:pt>
              <c:pt idx="183">
                <c:v>-89.54451582956676</c:v>
              </c:pt>
              <c:pt idx="184">
                <c:v>-89.54062436061858</c:v>
              </c:pt>
              <c:pt idx="185">
                <c:v>-89.53668273186793</c:v>
              </c:pt>
              <c:pt idx="186">
                <c:v>-89.53269007622475</c:v>
              </c:pt>
              <c:pt idx="187">
                <c:v>-89.52864550771878</c:v>
              </c:pt>
              <c:pt idx="188">
                <c:v>-89.52454812107432</c:v>
              </c:pt>
              <c:pt idx="189">
                <c:v>-89.52039699114036</c:v>
              </c:pt>
              <c:pt idx="190">
                <c:v>-89.51619117240857</c:v>
              </c:pt>
              <c:pt idx="191">
                <c:v>-89.51192969844334</c:v>
              </c:pt>
              <c:pt idx="192">
                <c:v>-89.50761158132791</c:v>
              </c:pt>
              <c:pt idx="193">
                <c:v>-89.50323581110706</c:v>
              </c:pt>
              <c:pt idx="194">
                <c:v>-89.49880135516042</c:v>
              </c:pt>
              <c:pt idx="195">
                <c:v>-89.4943071576318</c:v>
              </c:pt>
              <c:pt idx="196">
                <c:v>-89.48975213874535</c:v>
              </c:pt>
              <c:pt idx="197">
                <c:v>-89.48513519420416</c:v>
              </c:pt>
              <c:pt idx="198">
                <c:v>-89.48045519447659</c:v>
              </c:pt>
              <c:pt idx="199">
                <c:v>-89.4757109841159</c:v>
              </c:pt>
              <c:pt idx="200">
                <c:v>-89.47090138106088</c:v>
              </c:pt>
              <c:pt idx="201">
                <c:v>-89.46602517586247</c:v>
              </c:pt>
              <c:pt idx="202">
                <c:v>-89.46108113093982</c:v>
              </c:pt>
              <c:pt idx="203">
                <c:v>-89.45606797976664</c:v>
              </c:pt>
              <c:pt idx="204">
                <c:v>-89.45098442609658</c:v>
              </c:pt>
              <c:pt idx="205">
                <c:v>-89.44582914307603</c:v>
              </c:pt>
              <c:pt idx="206">
                <c:v>-89.44060077238655</c:v>
              </c:pt>
              <c:pt idx="207">
                <c:v>-89.43529792336211</c:v>
              </c:pt>
              <c:pt idx="208">
                <c:v>-89.42991917202416</c:v>
              </c:pt>
              <c:pt idx="209">
                <c:v>-89.42446306015962</c:v>
              </c:pt>
              <c:pt idx="210">
                <c:v>-89.41892809429123</c:v>
              </c:pt>
              <c:pt idx="211">
                <c:v>-89.41331274465395</c:v>
              </c:pt>
              <c:pt idx="212">
                <c:v>-89.4076154441402</c:v>
              </c:pt>
              <c:pt idx="213">
                <c:v>-89.40183458720388</c:v>
              </c:pt>
              <c:pt idx="214">
                <c:v>-89.3959685286995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-89.37784207353039</c:v>
              </c:pt>
              <c:pt idx="218">
                <c:v>-89.371617923452</c:v>
              </c:pt>
              <c:pt idx="219">
                <c:v>-89.36529970954344</c:v>
              </c:pt>
              <c:pt idx="220">
                <c:v>-89.35888552287027</c:v>
              </c:pt>
              <c:pt idx="221">
                <c:v>-89.35237340570981</c:v>
              </c:pt>
              <c:pt idx="222">
                <c:v>-89.34576135010836</c:v>
              </c:pt>
              <c:pt idx="223">
                <c:v>-89.33904729622996</c:v>
              </c:pt>
              <c:pt idx="224">
                <c:v>-89.33222913082157</c:v>
              </c:pt>
              <c:pt idx="225">
                <c:v>-89.3253046854682</c:v>
              </c:pt>
              <c:pt idx="226">
                <c:v>-89.31827173491135</c:v>
              </c:pt>
              <c:pt idx="227">
                <c:v>-89.31112799520825</c:v>
              </c:pt>
              <c:pt idx="228">
                <c:v>-89.30387112188554</c:v>
              </c:pt>
              <c:pt idx="229">
                <c:v>-89.29649870797927</c:v>
              </c:pt>
              <c:pt idx="230">
                <c:v>-89.28900828203403</c:v>
              </c:pt>
              <c:pt idx="231">
                <c:v>-89.28139730600714</c:v>
              </c:pt>
              <c:pt idx="232">
                <c:v>-89.27366317311855</c:v>
              </c:pt>
              <c:pt idx="233">
                <c:v>-89.26580320556639</c:v>
              </c:pt>
              <c:pt idx="234">
                <c:v>-89.25781465220513</c:v>
              </c:pt>
              <c:pt idx="235">
                <c:v>-89.2496946861335</c:v>
              </c:pt>
              <c:pt idx="236">
                <c:v>-89.2414404021501</c:v>
              </c:pt>
              <c:pt idx="237">
                <c:v>-89.23304881411568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-89.20701909273531</c:v>
              </c:pt>
              <c:pt idx="241">
                <c:v>-89.198046711213</c:v>
              </c:pt>
              <c:pt idx="242">
                <c:v>-89.18892078196242</c:v>
              </c:pt>
              <c:pt idx="243">
                <c:v>-89.17963777214615</c:v>
              </c:pt>
              <c:pt idx="244">
                <c:v>-89.17019404648445</c:v>
              </c:pt>
              <c:pt idx="245">
                <c:v>-89.16058586365074</c:v>
              </c:pt>
              <c:pt idx="246">
                <c:v>-89.15080937253646</c:v>
              </c:pt>
              <c:pt idx="247">
                <c:v>-89.14086060835</c:v>
              </c:pt>
              <c:pt idx="248">
                <c:v>-89.13073548855661</c:v>
              </c:pt>
              <c:pt idx="249">
                <c:v>-89.12042980862736</c:v>
              </c:pt>
              <c:pt idx="250">
                <c:v>-89.10993923767877</c:v>
              </c:pt>
              <c:pt idx="251">
                <c:v>-89.09925931381946</c:v>
              </c:pt>
              <c:pt idx="252">
                <c:v>-89.08838543937344</c:v>
              </c:pt>
              <c:pt idx="253">
                <c:v>-89.07731287591301</c:v>
              </c:pt>
              <c:pt idx="254">
                <c:v>-89.06603673897548</c:v>
              </c:pt>
              <c:pt idx="255">
                <c:v>-89.05455199268117</c:v>
              </c:pt>
              <c:pt idx="256">
                <c:v>-89.04285344399214</c:v>
              </c:pt>
              <c:pt idx="257">
                <c:v>-89.03093573683299</c:v>
              </c:pt>
              <c:pt idx="258">
                <c:v>-89.01879334583354</c:v>
              </c:pt>
              <c:pt idx="259">
                <c:v>-89.0064205698948</c:v>
              </c:pt>
              <c:pt idx="260">
                <c:v>-88.99381152540322</c:v>
              </c:pt>
              <c:pt idx="261">
                <c:v>-88.98096013913722</c:v>
              </c:pt>
              <c:pt idx="262">
                <c:v>-88.96786014091147</c:v>
              </c:pt>
              <c:pt idx="263">
                <c:v>-88.95450505579015</c:v>
              </c:pt>
              <c:pt idx="264">
                <c:v>-88.94088819601508</c:v>
              </c:pt>
              <c:pt idx="265">
                <c:v>-88.92700265252427</c:v>
              </c:pt>
              <c:pt idx="266">
                <c:v>-88.9128412860902</c:v>
              </c:pt>
              <c:pt idx="267">
                <c:v>-88.89839671800348</c:v>
              </c:pt>
              <c:pt idx="268">
                <c:v>-88.88366132037008</c:v>
              </c:pt>
              <c:pt idx="269">
                <c:v>-88.86862720589436</c:v>
              </c:pt>
              <c:pt idx="270">
                <c:v>-88.85328621719223</c:v>
              </c:pt>
              <c:pt idx="271">
                <c:v>-88.83762991558459</c:v>
              </c:pt>
              <c:pt idx="272">
                <c:v>-88.82164956932985</c:v>
              </c:pt>
              <c:pt idx="273">
                <c:v>-88.80533614131483</c:v>
              </c:pt>
              <c:pt idx="274">
                <c:v>-88.78868027606292</c:v>
              </c:pt>
              <c:pt idx="275">
                <c:v>-88.77167228618569</c:v>
              </c:pt>
              <c:pt idx="276">
                <c:v>-88.75430213806216</c:v>
              </c:pt>
              <c:pt idx="277">
                <c:v>-88.73655943687207</c:v>
              </c:pt>
              <c:pt idx="278">
                <c:v>-88.71843341078309</c:v>
              </c:pt>
              <c:pt idx="279">
                <c:v>-88.69991289442405</c:v>
              </c:pt>
              <c:pt idx="280">
                <c:v>-88.68098631139028</c:v>
              </c:pt>
              <c:pt idx="281">
                <c:v>-88.66164165592143</c:v>
              </c:pt>
              <c:pt idx="282">
                <c:v>-88.64186647358196</c:v>
              </c:pt>
              <c:pt idx="283">
                <c:v>-88.62164784090736</c:v>
              </c:pt>
              <c:pt idx="284">
                <c:v>-88.60097234397732</c:v>
              </c:pt>
              <c:pt idx="285">
                <c:v>-88.5798260558304</c:v>
              </c:pt>
              <c:pt idx="286">
                <c:v>-88.55819451264709</c:v>
              </c:pt>
              <c:pt idx="287">
                <c:v>-88.53606268864739</c:v>
              </c:pt>
              <c:pt idx="288">
                <c:v>-88.5134149695657</c:v>
              </c:pt>
              <c:pt idx="289">
                <c:v>-88.49023512469239</c:v>
              </c:pt>
              <c:pt idx="290">
                <c:v>-88.46650627732376</c:v>
              </c:pt>
              <c:pt idx="291">
                <c:v>-88.44221087353064</c:v>
              </c:pt>
              <c:pt idx="292">
                <c:v>-88.41733064918</c:v>
              </c:pt>
              <c:pt idx="293">
                <c:v>-88.3918465950445</c:v>
              </c:pt>
              <c:pt idx="294">
                <c:v>-88.36573891984096</c:v>
              </c:pt>
              <c:pt idx="295">
                <c:v>-88.33898701122014</c:v>
              </c:pt>
              <c:pt idx="296">
                <c:v>-88.31156939431948</c:v>
              </c:pt>
              <c:pt idx="297">
                <c:v>-88.28346368795826</c:v>
              </c:pt>
              <c:pt idx="298">
                <c:v>-88.25464655815654</c:v>
              </c:pt>
              <c:pt idx="299">
                <c:v>-88.22509366882485</c:v>
              </c:pt>
              <c:pt idx="300">
                <c:v>-88.19477962948372</c:v>
              </c:pt>
              <c:pt idx="301">
                <c:v>-88.16367793973664</c:v>
              </c:pt>
              <c:pt idx="302">
                <c:v>-88.13176093026053</c:v>
              </c:pt>
              <c:pt idx="303">
                <c:v>-88.09899970018606</c:v>
              </c:pt>
              <c:pt idx="304">
                <c:v>-88.06536405036545</c:v>
              </c:pt>
              <c:pt idx="305">
                <c:v>-88.03082241254168</c:v>
              </c:pt>
              <c:pt idx="306">
                <c:v>-87.99534177379498</c:v>
              </c:pt>
              <c:pt idx="307">
                <c:v>-87.95888759615872</c:v>
              </c:pt>
              <c:pt idx="308">
                <c:v>-87.92142373093212</c:v>
              </c:pt>
              <c:pt idx="309">
                <c:v>-87.88291232725925</c:v>
              </c:pt>
              <c:pt idx="310">
                <c:v>-87.84331373466357</c:v>
              </c:pt>
              <c:pt idx="311">
                <c:v>-87.80258639884661</c:v>
              </c:pt>
              <c:pt idx="312">
                <c:v>-87.76068675051768</c:v>
              </c:pt>
              <c:pt idx="313">
                <c:v>-87.71756908642351</c:v>
              </c:pt>
              <c:pt idx="314">
                <c:v>-87.67318544210762</c:v>
              </c:pt>
              <c:pt idx="315">
                <c:v>-87.62748545573312</c:v>
              </c:pt>
              <c:pt idx="316">
                <c:v>-87.5804162221725</c:v>
              </c:pt>
              <c:pt idx="317">
                <c:v>-87.53192213657316</c:v>
              </c:pt>
              <c:pt idx="318">
                <c:v>-87.48194472658629</c:v>
              </c:pt>
              <c:pt idx="319">
                <c:v>-87.43042247224889</c:v>
              </c:pt>
              <c:pt idx="320">
                <c:v>-87.37729061245216</c:v>
              </c:pt>
              <c:pt idx="321">
                <c:v>-87.32248093690653</c:v>
              </c:pt>
              <c:pt idx="322">
                <c:v>-87.26592156227476</c:v>
              </c:pt>
              <c:pt idx="323">
                <c:v>-87.20753669114195</c:v>
              </c:pt>
              <c:pt idx="324">
                <c:v>-87.14724635222117</c:v>
              </c:pt>
              <c:pt idx="325">
                <c:v>-87.08496612019891</c:v>
              </c:pt>
              <c:pt idx="326">
                <c:v>-87.02060681329111</c:v>
              </c:pt>
              <c:pt idx="327">
                <c:v>-86.95407416650234</c:v>
              </c:pt>
              <c:pt idx="328">
                <c:v>-86.88526847830077</c:v>
              </c:pt>
              <c:pt idx="329">
                <c:v>-86.8140842282213</c:v>
              </c:pt>
              <c:pt idx="330">
                <c:v>-86.74040966264569</c:v>
              </c:pt>
              <c:pt idx="331">
                <c:v>-86.66412634563304</c:v>
              </c:pt>
              <c:pt idx="332">
                <c:v>-86.58510867147123</c:v>
              </c:pt>
              <c:pt idx="333">
                <c:v>-86.5032233350631</c:v>
              </c:pt>
              <c:pt idx="334">
                <c:v>-86.4183287560655</c:v>
              </c:pt>
              <c:pt idx="335">
                <c:v>-86.33027445196079</c:v>
              </c:pt>
              <c:pt idx="336">
                <c:v>-86.23890035494321</c:v>
              </c:pt>
              <c:pt idx="337">
                <c:v>-86.1440360666888</c:v>
              </c:pt>
              <c:pt idx="338">
                <c:v>-86.0455000445561</c:v>
              </c:pt>
              <c:pt idx="339">
                <c:v>-85.94309871188455</c:v>
              </c:pt>
              <c:pt idx="340">
                <c:v>-85.83662548418394</c:v>
              </c:pt>
              <c:pt idx="341">
                <c:v>-85.72585970206191</c:v>
              </c:pt>
              <c:pt idx="342">
                <c:v>-85.6105654605109</c:v>
              </c:pt>
              <c:pt idx="343">
                <c:v>-85.49049032297793</c:v>
              </c:pt>
              <c:pt idx="344">
                <c:v>-85.36536390707705</c:v>
              </c:pt>
              <c:pt idx="345">
                <c:v>-85.23489632716414</c:v>
              </c:pt>
              <c:pt idx="346">
                <c:v>-85.09877647703168</c:v>
              </c:pt>
              <c:pt idx="347">
                <c:v>-84.95667013381271</c:v>
              </c:pt>
              <c:pt idx="348">
                <c:v>-84.808217861573</c:v>
              </c:pt>
              <c:pt idx="349">
                <c:v>-84.65303269031608</c:v>
              </c:pt>
              <c:pt idx="350">
                <c:v>-84.49069754253692</c:v>
              </c:pt>
              <c:pt idx="351">
                <c:v>-84.32076237581991</c:v>
              </c:pt>
              <c:pt idx="352">
                <c:v>-84.14274100545573</c:v>
              </c:pt>
              <c:pt idx="353">
                <c:v>-83.95610756587277</c:v>
              </c:pt>
              <c:pt idx="354">
                <c:v>-83.76029256380764</c:v>
              </c:pt>
              <c:pt idx="355">
                <c:v>-83.55467846919532</c:v>
              </c:pt>
              <c:pt idx="356">
                <c:v>-83.33859478190645</c:v>
              </c:pt>
              <c:pt idx="357">
                <c:v>-83.11131250303546</c:v>
              </c:pt>
              <c:pt idx="358">
                <c:v>-82.87203792889133</c:v>
              </c:pt>
              <c:pt idx="359">
                <c:v>-82.61990567322088</c:v>
              </c:pt>
              <c:pt idx="360">
                <c:v>-82.35397080878215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-81.46251378087887</c:v>
              </c:pt>
              <c:pt idx="364">
                <c:v>-81.12999272381815</c:v>
              </c:pt>
              <c:pt idx="365">
                <c:v>-80.77739699795237</c:v>
              </c:pt>
              <c:pt idx="366">
                <c:v>-80.40307147961936</c:v>
              </c:pt>
              <c:pt idx="367">
                <c:v>-80.00518835696069</c:v>
              </c:pt>
              <c:pt idx="368">
                <c:v>-79.58172558723827</c:v>
              </c:pt>
              <c:pt idx="369">
                <c:v>-79.13044230513692</c:v>
              </c:pt>
              <c:pt idx="370">
                <c:v>-78.64885072364316</c:v>
              </c:pt>
              <c:pt idx="371">
                <c:v>-78.13418400489044</c:v>
              </c:pt>
              <c:pt idx="372">
                <c:v>-77.58335950967535</c:v>
              </c:pt>
              <c:pt idx="373">
                <c:v>-76.99293676450229</c:v>
              </c:pt>
              <c:pt idx="374">
                <c:v>-76.35906941830585</c:v>
              </c:pt>
              <c:pt idx="375">
                <c:v>-75.67745040687277</c:v>
              </c:pt>
              <c:pt idx="376">
                <c:v>-74.94324951502294</c:v>
              </c:pt>
              <c:pt idx="377">
                <c:v>-74.15104254775319</c:v>
              </c:pt>
              <c:pt idx="378">
                <c:v>-73.29473142701163</c:v>
              </c:pt>
              <c:pt idx="379">
                <c:v>-72.36745477471405</c:v>
              </c:pt>
              <c:pt idx="380">
                <c:v>-71.36148900672985</c:v>
              </c:pt>
              <c:pt idx="381">
                <c:v>-70.26814076951023</c:v>
              </c:pt>
              <c:pt idx="382">
                <c:v>-69.077632878055</c:v>
              </c:pt>
              <c:pt idx="383">
                <c:v>-67.7789880178238</c:v>
              </c:pt>
              <c:pt idx="384">
                <c:v>-66.35991770871013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-61.23592791917245</c:v>
              </c:pt>
              <c:pt idx="388">
                <c:v>-59.183772710877165</c:v>
              </c:pt>
              <c:pt idx="389">
                <c:v>-56.92881879496981</c:v>
              </c:pt>
              <c:pt idx="390">
                <c:v>-54.45157257990955</c:v>
              </c:pt>
              <c:pt idx="391">
                <c:v>-51.73290879449579</c:v>
              </c:pt>
              <c:pt idx="392">
                <c:v>-48.75539991256474</c:v>
              </c:pt>
              <c:pt idx="393">
                <c:v>-45.50518784426175</c:v>
              </c:pt>
              <c:pt idx="394">
                <c:v>-41.974430804483596</c:v>
              </c:pt>
              <c:pt idx="395">
                <c:v>-38.1642309744041</c:v>
              </c:pt>
              <c:pt idx="396">
                <c:v>-34.08774016853783</c:v>
              </c:pt>
              <c:pt idx="397">
                <c:v>-29.77287541296882</c:v>
              </c:pt>
              <c:pt idx="398">
                <c:v>-25.26384359937306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5.870429248984252</c:v>
              </c:pt>
              <c:pt idx="406">
                <c:v>9.474224252457095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28.38837579578532</c:v>
              </c:pt>
              <c:pt idx="416">
                <c:v>29.22205452980821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30.04320302135513</c:v>
              </c:pt>
              <c:pt idx="423">
                <c:v>29.49808993006372</c:v>
              </c:pt>
              <c:pt idx="424">
                <c:v>28.74874674183619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</c:v>
              </c:pt>
              <c:pt idx="435">
                <c:v>3.5668135389334332</c:v>
              </c:pt>
              <c:pt idx="436">
                <c:v>-0.5121405794788974</c:v>
              </c:pt>
              <c:pt idx="437">
                <c:v>-4.842641033855304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-32.38099788238858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-47.48316859175431</c:v>
              </c:pt>
              <c:pt idx="448">
                <c:v>-50.56883362277595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-58.30342083059889</c:v>
              </c:pt>
              <c:pt idx="452">
                <c:v>-60.43471501338749</c:v>
              </c:pt>
              <c:pt idx="453">
                <c:v>-62.37467012265507</c:v>
              </c:pt>
              <c:pt idx="454">
                <c:v>-64.14169019957991</c:v>
              </c:pt>
              <c:pt idx="455">
                <c:v>-65.75293800399521</c:v>
              </c:pt>
              <c:pt idx="456">
                <c:v>-67.22415678137858</c:v>
              </c:pt>
              <c:pt idx="457">
                <c:v>-68.56962266490476</c:v>
              </c:pt>
              <c:pt idx="458">
                <c:v>-69.80217868262626</c:v>
              </c:pt>
              <c:pt idx="459">
                <c:v>-70.933316147146</c:v>
              </c:pt>
              <c:pt idx="460">
                <c:v>-71.97328044259864</c:v>
              </c:pt>
              <c:pt idx="461">
                <c:v>-72.93118633993298</c:v>
              </c:pt>
              <c:pt idx="462">
                <c:v>-73.81513362119057</c:v>
              </c:pt>
              <c:pt idx="463">
                <c:v>-74.63231761020346</c:v>
              </c:pt>
              <c:pt idx="464">
                <c:v>-75.38913171656777</c:v>
              </c:pt>
              <c:pt idx="465">
                <c:v>-76.09126070345059</c:v>
              </c:pt>
              <c:pt idx="466">
                <c:v>-76.74376437973334</c:v>
              </c:pt>
              <c:pt idx="467">
                <c:v>-77.35115200161924</c:v>
              </c:pt>
              <c:pt idx="468">
                <c:v>-77.9174479900311</c:v>
              </c:pt>
              <c:pt idx="469">
                <c:v>-78.44624972241414</c:v>
              </c:pt>
              <c:pt idx="470">
                <c:v>-78.94077820806518</c:v>
              </c:pt>
              <c:pt idx="471">
                <c:v>-79.40392244468862</c:v>
              </c:pt>
              <c:pt idx="472">
                <c:v>-79.8382782073233</c:v>
              </c:pt>
              <c:pt idx="473">
                <c:v>-80.24618195900462</c:v>
              </c:pt>
              <c:pt idx="474">
                <c:v>-80.62974050215398</c:v>
              </c:pt>
              <c:pt idx="475">
                <c:v>-80.99085692057614</c:v>
              </c:pt>
              <c:pt idx="476">
                <c:v>-81.33125329576133</c:v>
              </c:pt>
              <c:pt idx="477">
                <c:v>-81.65249062009447</c:v>
              </c:pt>
              <c:pt idx="478">
                <c:v>-81.95598627472646</c:v>
              </c:pt>
              <c:pt idx="479">
                <c:v>-82.24302939114439</c:v>
              </c:pt>
              <c:pt idx="480">
                <c:v>-82.51479437280119</c:v>
              </c:pt>
              <c:pt idx="481">
                <c:v>-82.77235281537698</c:v>
              </c:pt>
              <c:pt idx="482">
                <c:v>-83.0166840321973</c:v>
              </c:pt>
              <c:pt idx="483">
                <c:v>-83.24868436323231</c:v>
              </c:pt>
              <c:pt idx="484">
                <c:v>-83.46917542162544</c:v>
              </c:pt>
              <c:pt idx="485">
                <c:v>-83.67891141129776</c:v>
              </c:pt>
              <c:pt idx="486">
                <c:v>-83.87858563081855</c:v>
              </c:pt>
              <c:pt idx="487">
                <c:v>-84.0688362637297</c:v>
              </c:pt>
              <c:pt idx="488">
                <c:v>-84.2502515418394</c:v>
              </c:pt>
              <c:pt idx="489">
                <c:v>-84.42337435696966</c:v>
              </c:pt>
              <c:pt idx="490">
                <c:v>-84.58870638656379</c:v>
              </c:pt>
              <c:pt idx="491">
                <c:v>-84.74671179024197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-85.18091442280826</c:v>
              </c:pt>
              <c:pt idx="495">
                <c:v>-85.31361387274409</c:v>
              </c:pt>
              <c:pt idx="496">
                <c:v>-85.44084983992543</c:v>
              </c:pt>
              <c:pt idx="497">
                <c:v>-85.56292051832</c:v>
              </c:pt>
              <c:pt idx="498">
                <c:v>-85.6801039290014</c:v>
              </c:pt>
              <c:pt idx="499">
                <c:v>-85.7926595397338</c:v>
              </c:pt>
              <c:pt idx="500">
                <c:v>-85.90082973477628</c:v>
              </c:pt>
              <c:pt idx="501">
                <c:v>-86.0048411507974</c:v>
              </c:pt>
              <c:pt idx="502">
                <c:v>-86.10490589236937</c:v>
              </c:pt>
              <c:pt idx="503">
                <c:v>-86.20122263935114</c:v>
              </c:pt>
              <c:pt idx="504">
                <c:v>-86.29397765697232</c:v>
              </c:pt>
              <c:pt idx="505">
                <c:v>-86.38334571833835</c:v>
              </c:pt>
              <c:pt idx="506">
                <c:v>-86.46949094777091</c:v>
              </c:pt>
              <c:pt idx="507">
                <c:v>-86.55256759274182</c:v>
              </c:pt>
              <c:pt idx="508">
                <c:v>-86.63272073123399</c:v>
              </c:pt>
              <c:pt idx="509">
                <c:v>-86.71008692052916</c:v>
              </c:pt>
              <c:pt idx="510">
                <c:v>-86.78479479304544</c:v>
              </c:pt>
              <c:pt idx="511">
                <c:v>-86.8569656039445</c:v>
              </c:pt>
              <c:pt idx="512">
                <c:v>-86.92671373510493</c:v>
              </c:pt>
              <c:pt idx="513">
                <c:v>-86.99414715915673</c:v>
              </c:pt>
              <c:pt idx="514">
                <c:v>-87.05936786741863</c:v>
              </c:pt>
              <c:pt idx="515">
                <c:v>-87.12247226471192</c:v>
              </c:pt>
              <c:pt idx="516">
                <c:v>-87.18355153402321</c:v>
              </c:pt>
              <c:pt idx="517">
                <c:v>-87.24269197370134</c:v>
              </c:pt>
              <c:pt idx="518">
                <c:v>-87.29997530931851</c:v>
              </c:pt>
              <c:pt idx="519">
                <c:v>-87.3554789825961</c:v>
              </c:pt>
              <c:pt idx="520">
                <c:v>-87.40927641920679</c:v>
              </c:pt>
              <c:pt idx="521">
                <c:v>-87.46143727703125</c:v>
              </c:pt>
              <c:pt idx="522">
                <c:v>-87.51202767686767</c:v>
              </c:pt>
              <c:pt idx="523">
                <c:v>-87.56111041659277</c:v>
              </c:pt>
              <c:pt idx="524">
                <c:v>-87.608745170404</c:v>
              </c:pt>
              <c:pt idx="525">
                <c:v>-87.6549886742106</c:v>
              </c:pt>
              <c:pt idx="526">
                <c:v>-87.69989489817559</c:v>
              </c:pt>
              <c:pt idx="527">
                <c:v>-87.74351520769531</c:v>
              </c:pt>
              <c:pt idx="528">
                <c:v>-87.78589851333767</c:v>
              </c:pt>
              <c:pt idx="529">
                <c:v>-87.82709141089985</c:v>
              </c:pt>
              <c:pt idx="530">
                <c:v>-87.86713831215724</c:v>
              </c:pt>
              <c:pt idx="531">
                <c:v>-87.906081567012</c:v>
              </c:pt>
              <c:pt idx="532">
                <c:v>-87.94396157783414</c:v>
              </c:pt>
              <c:pt idx="533">
                <c:v>-87.98081690630349</c:v>
              </c:pt>
              <c:pt idx="534">
                <c:v>-88.0166843735459</c:v>
              </c:pt>
              <c:pt idx="535">
                <c:v>-88.05159915394451</c:v>
              </c:pt>
              <c:pt idx="536">
                <c:v>-88.08559486309532</c:v>
              </c:pt>
              <c:pt idx="537">
                <c:v>-88.11870364023254</c:v>
              </c:pt>
              <c:pt idx="538">
                <c:v>-88.15095622568725</c:v>
              </c:pt>
              <c:pt idx="539">
                <c:v>-88.18238203361166</c:v>
              </c:pt>
              <c:pt idx="540">
                <c:v>-88.21300922029808</c:v>
              </c:pt>
              <c:pt idx="541">
                <c:v>-88.24286474840272</c:v>
              </c:pt>
              <c:pt idx="542">
                <c:v>-88.27197444739971</c:v>
              </c:pt>
              <c:pt idx="543">
                <c:v>-88.30036307045833</c:v>
              </c:pt>
              <c:pt idx="544">
                <c:v>-88.32805434801467</c:v>
              </c:pt>
              <c:pt idx="545">
                <c:v>-88.35507103827287</c:v>
              </c:pt>
              <c:pt idx="546">
                <c:v>-88.38143497473258</c:v>
              </c:pt>
              <c:pt idx="547">
                <c:v>-88.40716711110541</c:v>
              </c:pt>
              <c:pt idx="548">
                <c:v>-88.43228756366724</c:v>
              </c:pt>
              <c:pt idx="549">
                <c:v>-88.45681565125872</c:v>
              </c:pt>
              <c:pt idx="550">
                <c:v>-88.48076993299925</c:v>
              </c:pt>
              <c:pt idx="551">
                <c:v>-88.50416824404554</c:v>
              </c:pt>
              <c:pt idx="552">
                <c:v>-88.52702772928542</c:v>
              </c:pt>
              <c:pt idx="553">
                <c:v>-88.54936487528701</c:v>
              </c:pt>
              <c:pt idx="554">
                <c:v>-88.57119554048742</c:v>
              </c:pt>
              <c:pt idx="555">
                <c:v>-88.59253498380458</c:v>
              </c:pt>
              <c:pt idx="556">
                <c:v>-88.61339789169824</c:v>
              </c:pt>
              <c:pt idx="557">
                <c:v>-88.63379840385743</c:v>
              </c:pt>
              <c:pt idx="558">
                <c:v>-88.65375013749606</c:v>
              </c:pt>
              <c:pt idx="559">
                <c:v>-88.67326621045946</c:v>
              </c:pt>
              <c:pt idx="560">
                <c:v>-88.69235926309373</c:v>
              </c:pt>
              <c:pt idx="561">
                <c:v>-88.71104147901721</c:v>
              </c:pt>
              <c:pt idx="562">
                <c:v>-88.72932460483395</c:v>
              </c:pt>
              <c:pt idx="563">
                <c:v>-88.74721996889559</c:v>
              </c:pt>
              <c:pt idx="564">
                <c:v>-88.76473849906857</c:v>
              </c:pt>
              <c:pt idx="565">
                <c:v>-88.78189073967619</c:v>
              </c:pt>
              <c:pt idx="566">
                <c:v>-88.79868686759298</c:v>
              </c:pt>
              <c:pt idx="567">
                <c:v>-88.8151367075489</c:v>
              </c:pt>
              <c:pt idx="568">
                <c:v>-88.83124974664739</c:v>
              </c:pt>
              <c:pt idx="569">
                <c:v>-88.84703514831132</c:v>
              </c:pt>
              <c:pt idx="570">
                <c:v>-88.86250176544907</c:v>
              </c:pt>
              <c:pt idx="571">
                <c:v>-88.87765815298822</c:v>
              </c:pt>
              <c:pt idx="572">
                <c:v>-88.89251257995097</c:v>
              </c:pt>
              <c:pt idx="573">
                <c:v>-88.90707304080934</c:v>
              </c:pt>
              <c:pt idx="574">
                <c:v>-88.92134726641841</c:v>
              </c:pt>
              <c:pt idx="575">
                <c:v>-88.9353427343609</c:v>
              </c:pt>
              <c:pt idx="576">
                <c:v>-88.94906667894232</c:v>
              </c:pt>
              <c:pt idx="577">
                <c:v>-88.96252610058922</c:v>
              </c:pt>
              <c:pt idx="578">
                <c:v>-88.97572777492114</c:v>
              </c:pt>
              <c:pt idx="579">
                <c:v>-88.98867826137214</c:v>
              </c:pt>
              <c:pt idx="580">
                <c:v>-89.0013839114176</c:v>
              </c:pt>
              <c:pt idx="581">
                <c:v>-89.01385087648904</c:v>
              </c:pt>
              <c:pt idx="582">
                <c:v>-89.02608511550578</c:v>
              </c:pt>
              <c:pt idx="583">
                <c:v>-89.03809240205128</c:v>
              </c:pt>
              <c:pt idx="584">
                <c:v>-89.04987833129155</c:v>
              </c:pt>
              <c:pt idx="585">
                <c:v>-89.06144832654607</c:v>
              </c:pt>
              <c:pt idx="586">
                <c:v>-89.07280764560709</c:v>
              </c:pt>
              <c:pt idx="587">
                <c:v>-89.08396138679973</c:v>
              </c:pt>
              <c:pt idx="588">
                <c:v>-89.09491449474535</c:v>
              </c:pt>
              <c:pt idx="589">
                <c:v>-89.10567176587764</c:v>
              </c:pt>
              <c:pt idx="590">
                <c:v>-89.11623785382477</c:v>
              </c:pt>
              <c:pt idx="591">
                <c:v>-89.12661727441464</c:v>
              </c:pt>
              <c:pt idx="592">
                <c:v>-89.13681441059649</c:v>
              </c:pt>
              <c:pt idx="593">
                <c:v>-89.14683351712085</c:v>
              </c:pt>
              <c:pt idx="594">
                <c:v>-89.15667872500443</c:v>
              </c:pt>
              <c:pt idx="595">
                <c:v>-89.16635404583826</c:v>
              </c:pt>
              <c:pt idx="596">
                <c:v>-89.17586337592789</c:v>
              </c:pt>
              <c:pt idx="597">
                <c:v>-89.1852105002337</c:v>
              </c:pt>
              <c:pt idx="598">
                <c:v>-89.19439909619757</c:v>
              </c:pt>
              <c:pt idx="599">
                <c:v>-89.2034327373785</c:v>
              </c:pt>
              <c:pt idx="600">
                <c:v>-89.21231489698681</c:v>
              </c:pt>
              <c:pt idx="601">
                <c:v>-89.22104895121123</c:v>
              </c:pt>
              <c:pt idx="602">
                <c:v>-89.22963818251253</c:v>
              </c:pt>
              <c:pt idx="603">
                <c:v>-89.23808578270112</c:v>
              </c:pt>
              <c:pt idx="604">
                <c:v>-89.24639485592719</c:v>
              </c:pt>
              <c:pt idx="605">
                <c:v>-89.2545684215824</c:v>
              </c:pt>
              <c:pt idx="606">
                <c:v>-89.26260941707142</c:v>
              </c:pt>
              <c:pt idx="607">
                <c:v>-89.27052070042865</c:v>
              </c:pt>
              <c:pt idx="608">
                <c:v>-89.2783050529467</c:v>
              </c:pt>
              <c:pt idx="609">
                <c:v>-89.2859651815869</c:v>
              </c:pt>
              <c:pt idx="610">
                <c:v>-89.29350372138646</c:v>
              </c:pt>
              <c:pt idx="611">
                <c:v>-89.30092323774413</c:v>
              </c:pt>
              <c:pt idx="612">
                <c:v>-89.30822622861118</c:v>
              </c:pt>
              <c:pt idx="613">
                <c:v>-89.31541512658913</c:v>
              </c:pt>
              <c:pt idx="614">
                <c:v>-89.32249230103987</c:v>
              </c:pt>
              <c:pt idx="615">
                <c:v>-89.32946005998724</c:v>
              </c:pt>
              <c:pt idx="616">
                <c:v>-89.33632065203054</c:v>
              </c:pt>
              <c:pt idx="617">
                <c:v>-89.3430762682195</c:v>
              </c:pt>
              <c:pt idx="618">
                <c:v>-89.34972904375807</c:v>
              </c:pt>
              <c:pt idx="619">
                <c:v>-89.35628105974003</c:v>
              </c:pt>
              <c:pt idx="620">
                <c:v>-89.36273434476402</c:v>
              </c:pt>
              <c:pt idx="621">
                <c:v>-89.36909087655518</c:v>
              </c:pt>
              <c:pt idx="622">
                <c:v>-89.37535258346097</c:v>
              </c:pt>
              <c:pt idx="623">
                <c:v>-89.38152134594051</c:v>
              </c:pt>
              <c:pt idx="624">
                <c:v>-89.38759899796982</c:v>
              </c:pt>
              <c:pt idx="625">
                <c:v>-89.39358732842703</c:v>
              </c:pt>
              <c:pt idx="626">
                <c:v>-89.39948808244283</c:v>
              </c:pt>
              <c:pt idx="627">
                <c:v>-89.40530296262297</c:v>
              </c:pt>
              <c:pt idx="628">
                <c:v>-89.4110336303518</c:v>
              </c:pt>
              <c:pt idx="629">
                <c:v>-89.41668170694227</c:v>
              </c:pt>
              <c:pt idx="630">
                <c:v>-89.42224877481387</c:v>
              </c:pt>
              <c:pt idx="631">
                <c:v>-89.4277363785931</c:v>
              </c:pt>
              <c:pt idx="632">
                <c:v>-89.43314602620435</c:v>
              </c:pt>
              <c:pt idx="633">
                <c:v>-89.43847918990853</c:v>
              </c:pt>
              <c:pt idx="634">
                <c:v>-89.44373730732923</c:v>
              </c:pt>
              <c:pt idx="635">
                <c:v>-89.44892178239711</c:v>
              </c:pt>
              <c:pt idx="636">
                <c:v>-89.45403398630283</c:v>
              </c:pt>
              <c:pt idx="637">
                <c:v>-89.45907525844696</c:v>
              </c:pt>
              <c:pt idx="638">
                <c:v>-89.46404690725595</c:v>
              </c:pt>
              <c:pt idx="639">
                <c:v>-89.4689502111011</c:v>
              </c:pt>
              <c:pt idx="640">
                <c:v>-89.47378641908865</c:v>
              </c:pt>
              <c:pt idx="641">
                <c:v>-89.47855675188013</c:v>
              </c:pt>
              <c:pt idx="642">
                <c:v>-89.48326240244697</c:v>
              </c:pt>
              <c:pt idx="643">
                <c:v>-89.48790453684856</c:v>
              </c:pt>
              <c:pt idx="644">
                <c:v>-89.49248429492994</c:v>
              </c:pt>
              <c:pt idx="645">
                <c:v>-89.49700279104785</c:v>
              </c:pt>
              <c:pt idx="646">
                <c:v>-89.50146111473646</c:v>
              </c:pt>
              <c:pt idx="647">
                <c:v>-89.50586033139832</c:v>
              </c:pt>
              <c:pt idx="648">
                <c:v>-89.51020148290522</c:v>
              </c:pt>
              <c:pt idx="649">
                <c:v>-89.51448558825162</c:v>
              </c:pt>
              <c:pt idx="650">
                <c:v>-89.51871364413054</c:v>
              </c:pt>
              <c:pt idx="651">
                <c:v>-89.52288662553573</c:v>
              </c:pt>
              <c:pt idx="652">
                <c:v>-89.527005486329</c:v>
              </c:pt>
              <c:pt idx="653">
                <c:v>-89.53107115975408</c:v>
              </c:pt>
              <c:pt idx="654">
                <c:v>-89.53508455903125</c:v>
              </c:pt>
              <c:pt idx="655">
                <c:v>-89.53904657781466</c:v>
              </c:pt>
              <c:pt idx="656">
                <c:v>-89.54295809070818</c:v>
              </c:pt>
              <c:pt idx="657">
                <c:v>-89.54681995378586</c:v>
              </c:pt>
              <c:pt idx="658">
                <c:v>-89.55063300501082</c:v>
              </c:pt>
              <c:pt idx="659">
                <c:v>-89.55439806472074</c:v>
              </c:pt>
              <c:pt idx="660">
                <c:v>-89.55811593607284</c:v>
              </c:pt>
              <c:pt idx="661">
                <c:v>-89.56178740547213</c:v>
              </c:pt>
              <c:pt idx="662">
                <c:v>-89.56541324298647</c:v>
              </c:pt>
              <c:pt idx="663">
                <c:v>-89.5689942027489</c:v>
              </c:pt>
              <c:pt idx="664">
                <c:v>-89.57253102334352</c:v>
              </c:pt>
              <c:pt idx="665">
                <c:v>-89.57602442823587</c:v>
              </c:pt>
              <c:pt idx="666">
                <c:v>-89.57947512608098</c:v>
              </c:pt>
              <c:pt idx="667">
                <c:v>-89.58288381112558</c:v>
              </c:pt>
              <c:pt idx="668">
                <c:v>-89.5862511635415</c:v>
              </c:pt>
              <c:pt idx="669">
                <c:v>-89.58957784978512</c:v>
              </c:pt>
              <c:pt idx="670">
                <c:v>-89.59286452291126</c:v>
              </c:pt>
              <c:pt idx="671">
                <c:v>-89.59611182288688</c:v>
              </c:pt>
              <c:pt idx="672">
                <c:v>-89.59932037694264</c:v>
              </c:pt>
              <c:pt idx="673">
                <c:v>-89.60249079984513</c:v>
              </c:pt>
              <c:pt idx="674">
                <c:v>-89.60562369418844</c:v>
              </c:pt>
              <c:pt idx="675">
                <c:v>-89.60871965070497</c:v>
              </c:pt>
              <c:pt idx="676">
                <c:v>-89.61177924854259</c:v>
              </c:pt>
              <c:pt idx="677">
                <c:v>-89.61480305551245</c:v>
              </c:pt>
              <c:pt idx="678">
                <c:v>-89.61779162837524</c:v>
              </c:pt>
              <c:pt idx="679">
                <c:v>-89.62074551311298</c:v>
              </c:pt>
              <c:pt idx="680">
                <c:v>-89.62366524513786</c:v>
              </c:pt>
              <c:pt idx="681">
                <c:v>-89.62655134956246</c:v>
              </c:pt>
              <c:pt idx="682">
                <c:v>-89.62940434143695</c:v>
              </c:pt>
              <c:pt idx="683">
                <c:v>-89.63222472599512</c:v>
              </c:pt>
              <c:pt idx="684">
                <c:v>-89.63501299882292</c:v>
              </c:pt>
              <c:pt idx="685">
                <c:v>-89.63776964614452</c:v>
              </c:pt>
              <c:pt idx="686">
                <c:v>-89.64049514499746</c:v>
              </c:pt>
              <c:pt idx="687">
                <c:v>-89.64318996344664</c:v>
              </c:pt>
              <c:pt idx="688">
                <c:v>-89.64585456078127</c:v>
              </c:pt>
              <c:pt idx="689">
                <c:v>-89.64848938773586</c:v>
              </c:pt>
              <c:pt idx="690">
                <c:v>-89.65109488664562</c:v>
              </c:pt>
              <c:pt idx="691">
                <c:v>-89.65367149167092</c:v>
              </c:pt>
              <c:pt idx="692">
                <c:v>-89.65621962892646</c:v>
              </c:pt>
              <c:pt idx="693">
                <c:v>-89.65873971673176</c:v>
              </c:pt>
              <c:pt idx="694">
                <c:v>-89.66123216571444</c:v>
              </c:pt>
              <c:pt idx="695">
                <c:v>-89.66369737902353</c:v>
              </c:pt>
              <c:pt idx="696">
                <c:v>-89.66613575245931</c:v>
              </c:pt>
              <c:pt idx="697">
                <c:v>-89.66854767467204</c:v>
              </c:pt>
              <c:pt idx="698">
                <c:v>-89.67093352727008</c:v>
              </c:pt>
              <c:pt idx="699">
                <c:v>-89.67329368501925</c:v>
              </c:pt>
              <c:pt idx="700">
                <c:v>-89.67562851595162</c:v>
              </c:pt>
              <c:pt idx="701">
                <c:v>-89.67793838154348</c:v>
              </c:pt>
              <c:pt idx="702">
                <c:v>-89.68022363682879</c:v>
              </c:pt>
              <c:pt idx="703">
                <c:v>-89.6824846305372</c:v>
              </c:pt>
              <c:pt idx="704">
                <c:v>-89.68472170525686</c:v>
              </c:pt>
              <c:pt idx="705">
                <c:v>-89.68693519752553</c:v>
              </c:pt>
              <c:pt idx="706">
                <c:v>-89.68912543799809</c:v>
              </c:pt>
              <c:pt idx="707">
                <c:v>-89.6912927515243</c:v>
              </c:pt>
              <c:pt idx="708">
                <c:v>-89.69343745731037</c:v>
              </c:pt>
              <c:pt idx="709">
                <c:v>-89.69555986900907</c:v>
              </c:pt>
              <c:pt idx="710">
                <c:v>-89.69766029487558</c:v>
              </c:pt>
              <c:pt idx="711">
                <c:v>-89.69973903781104</c:v>
              </c:pt>
              <c:pt idx="712">
                <c:v>-89.70179639553852</c:v>
              </c:pt>
              <c:pt idx="713">
                <c:v>-89.70383266068166</c:v>
              </c:pt>
              <c:pt idx="714">
                <c:v>-89.70584812086832</c:v>
              </c:pt>
              <c:pt idx="715">
                <c:v>-89.7078430588187</c:v>
              </c:pt>
              <c:pt idx="716">
                <c:v>-89.70981775249491</c:v>
              </c:pt>
              <c:pt idx="717">
                <c:v>-89.71177247513579</c:v>
              </c:pt>
              <c:pt idx="718">
                <c:v>-89.71370749540844</c:v>
              </c:pt>
              <c:pt idx="719">
                <c:v>-89.71562307744148</c:v>
              </c:pt>
              <c:pt idx="720">
                <c:v>-89.7175194809675</c:v>
              </c:pt>
              <c:pt idx="721">
                <c:v>-89.71939696139525</c:v>
              </c:pt>
              <c:pt idx="722">
                <c:v>-89.72125576988803</c:v>
              </c:pt>
              <c:pt idx="723">
                <c:v>-89.72309615343818</c:v>
              </c:pt>
              <c:pt idx="724">
                <c:v>-89.72491835498076</c:v>
              </c:pt>
              <c:pt idx="725">
                <c:v>-89.72672261344816</c:v>
              </c:pt>
              <c:pt idx="726">
                <c:v>-89.72850916386423</c:v>
              </c:pt>
              <c:pt idx="727">
                <c:v>-89.73027823740122</c:v>
              </c:pt>
              <c:pt idx="728">
                <c:v>-89.73203006147992</c:v>
              </c:pt>
              <c:pt idx="729">
                <c:v>-89.73376485983631</c:v>
              </c:pt>
              <c:pt idx="730">
                <c:v>-89.73548285257665</c:v>
              </c:pt>
              <c:pt idx="731">
                <c:v>-89.73718425624304</c:v>
              </c:pt>
              <c:pt idx="732">
                <c:v>-89.7388692839294</c:v>
              </c:pt>
              <c:pt idx="733">
                <c:v>-89.74053814529843</c:v>
              </c:pt>
              <c:pt idx="734">
                <c:v>-89.7421910466673</c:v>
              </c:pt>
              <c:pt idx="735">
                <c:v>-89.74382819108203</c:v>
              </c:pt>
              <c:pt idx="736">
                <c:v>-89.74544977834374</c:v>
              </c:pt>
              <c:pt idx="737">
                <c:v>-89.74705600511123</c:v>
              </c:pt>
              <c:pt idx="738">
                <c:v>-89.74864706494093</c:v>
              </c:pt>
              <c:pt idx="739">
                <c:v>-89.75022314833735</c:v>
              </c:pt>
              <c:pt idx="740">
                <c:v>-89.75178444283966</c:v>
              </c:pt>
              <c:pt idx="741">
                <c:v>-89.75333113303475</c:v>
              </c:pt>
              <c:pt idx="742">
                <c:v>-89.75486340066838</c:v>
              </c:pt>
              <c:pt idx="743">
                <c:v>-89.75638142462124</c:v>
              </c:pt>
              <c:pt idx="744">
                <c:v>-89.75788538105539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-89.76231456610836</c:v>
              </c:pt>
              <c:pt idx="748">
                <c:v>-89.76376396021894</c:v>
              </c:pt>
              <c:pt idx="749">
                <c:v>-89.76520012772819</c:v>
              </c:pt>
              <c:pt idx="750">
                <c:v>-89.76662322922371</c:v>
              </c:pt>
              <c:pt idx="751">
                <c:v>-89.7680334228231</c:v>
              </c:pt>
              <c:pt idx="752">
                <c:v>-89.76943086428827</c:v>
              </c:pt>
              <c:pt idx="753">
                <c:v>-89.77081570703454</c:v>
              </c:pt>
              <c:pt idx="754">
                <c:v>-89.77218810216105</c:v>
              </c:pt>
              <c:pt idx="755">
                <c:v>-89.77354819850265</c:v>
              </c:pt>
              <c:pt idx="756">
                <c:v>-89.77489614271755</c:v>
              </c:pt>
              <c:pt idx="757">
                <c:v>-89.77623207922666</c:v>
              </c:pt>
              <c:pt idx="758">
                <c:v>-89.77755615034404</c:v>
              </c:pt>
              <c:pt idx="759">
                <c:v>-89.77886849626256</c:v>
              </c:pt>
              <c:pt idx="760">
                <c:v>-89.78016925513698</c:v>
              </c:pt>
              <c:pt idx="761">
                <c:v>-89.78145856305464</c:v>
              </c:pt>
              <c:pt idx="762">
                <c:v>-89.78273655413597</c:v>
              </c:pt>
              <c:pt idx="763">
                <c:v>-89.7840033605301</c:v>
              </c:pt>
              <c:pt idx="764">
                <c:v>-89.78525911246794</c:v>
              </c:pt>
              <c:pt idx="765">
                <c:v>-89.78650393828615</c:v>
              </c:pt>
              <c:pt idx="766">
                <c:v>-89.78773796446173</c:v>
              </c:pt>
              <c:pt idx="767">
                <c:v>-89.78896131565003</c:v>
              </c:pt>
              <c:pt idx="768">
                <c:v>-89.79017411470089</c:v>
              </c:pt>
              <c:pt idx="769">
                <c:v>-89.79137648271418</c:v>
              </c:pt>
              <c:pt idx="770">
                <c:v>-89.79256853905194</c:v>
              </c:pt>
              <c:pt idx="771">
                <c:v>-89.79375040137558</c:v>
              </c:pt>
              <c:pt idx="772">
                <c:v>-89.79492218566118</c:v>
              </c:pt>
              <c:pt idx="773">
                <c:v>-89.79608400624353</c:v>
              </c:pt>
              <c:pt idx="774">
                <c:v>-89.79723597584905</c:v>
              </c:pt>
              <c:pt idx="775">
                <c:v>-89.79837820559992</c:v>
              </c:pt>
              <c:pt idx="776">
                <c:v>-89.79951080506454</c:v>
              </c:pt>
              <c:pt idx="777">
                <c:v>-89.80063388227221</c:v>
              </c:pt>
              <c:pt idx="778">
                <c:v>-89.80174754373094</c:v>
              </c:pt>
              <c:pt idx="779">
                <c:v>-89.80285189447753</c:v>
              </c:pt>
              <c:pt idx="780">
                <c:v>-89.80394703808095</c:v>
              </c:pt>
              <c:pt idx="781">
                <c:v>-89.80503307667038</c:v>
              </c:pt>
              <c:pt idx="782">
                <c:v>-89.80611011095992</c:v>
              </c:pt>
              <c:pt idx="783">
                <c:v>-89.80717824029068</c:v>
              </c:pt>
              <c:pt idx="784">
                <c:v>-89.80823756260854</c:v>
              </c:pt>
              <c:pt idx="785">
                <c:v>-89.80928817454179</c:v>
              </c:pt>
              <c:pt idx="786">
                <c:v>-89.81033017137511</c:v>
              </c:pt>
              <c:pt idx="787">
                <c:v>-89.81136364712688</c:v>
              </c:pt>
              <c:pt idx="788">
                <c:v>-89.81238869449072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</c:v>
              </c:pt>
              <c:pt idx="792">
                <c:v>-89.81640641081509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-89.81933556028291</c:v>
              </c:pt>
              <c:pt idx="796">
                <c:v>-89.82029637155192</c:v>
              </c:pt>
              <c:pt idx="797">
                <c:v>-89.82124953464047</c:v>
              </c:pt>
              <c:pt idx="798">
                <c:v>-89.82219513054096</c:v>
              </c:pt>
              <c:pt idx="799">
                <c:v>-89.82313323918787</c:v>
              </c:pt>
              <c:pt idx="800">
                <c:v>-89.82406393947996</c:v>
              </c:pt>
            </c:numLit>
          </c:yVal>
        </c:ser>
        <c:ser>
          <c:idx val="1"/>
          <c:order val="1"/>
          <c:tx>
            <c:v>理想匹配</c:v>
          </c:tx>
          <c:spPr>
            <a:ln xmlns:a="http://schemas.openxmlformats.org/drawingml/2006/main"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-89.92247963145424</c:v>
              </c:pt>
              <c:pt idx="1">
                <c:v>-89.92190716140918</c:v>
              </c:pt>
              <c:pt idx="2">
                <c:v>-89.92132898332993</c:v>
              </c:pt>
              <c:pt idx="3">
                <c:v>-89.9207450252714</c:v>
              </c:pt>
              <c:pt idx="4">
                <c:v>-89.92015521418894</c:v>
              </c:pt>
              <c:pt idx="5">
                <c:v>-89.91955947591826</c:v>
              </c:pt>
              <c:pt idx="6">
                <c:v>-89.91895773515516</c:v>
              </c:pt>
              <c:pt idx="7">
                <c:v>-89.91834991543519</c:v>
              </c:pt>
              <c:pt idx="8">
                <c:v>-89.91773593911223</c:v>
              </c:pt>
              <c:pt idx="9">
                <c:v>-89.91711572733728</c:v>
              </c:pt>
              <c:pt idx="10">
                <c:v>-89.9164892000362</c:v>
              </c:pt>
              <c:pt idx="11">
                <c:v>-89.91585627588734</c:v>
              </c:pt>
              <c:pt idx="12">
                <c:v>-89.91521687229887</c:v>
              </c:pt>
              <c:pt idx="13">
                <c:v>-89.9145709053851</c:v>
              </c:pt>
              <c:pt idx="14">
                <c:v>-89.91391828994277</c:v>
              </c:pt>
              <c:pt idx="15">
                <c:v>-89.91325893942636</c:v>
              </c:pt>
              <c:pt idx="16">
                <c:v>-89.91259276592353</c:v>
              </c:pt>
              <c:pt idx="17">
                <c:v>-89.91191968012961</c:v>
              </c:pt>
              <c:pt idx="18">
                <c:v>-89.9112395913212</c:v>
              </c:pt>
              <c:pt idx="19">
                <c:v>-89.91055240733012</c:v>
              </c:pt>
              <c:pt idx="20">
                <c:v>-89.90985803451592</c:v>
              </c:pt>
              <c:pt idx="21">
                <c:v>-89.90915637773827</c:v>
              </c:pt>
              <c:pt idx="22">
                <c:v>-89.9084473403287</c:v>
              </c:pt>
              <c:pt idx="23">
                <c:v>-89.90773082406149</c:v>
              </c:pt>
              <c:pt idx="24">
                <c:v>-89.90700672912405</c:v>
              </c:pt>
              <c:pt idx="25">
                <c:v>-89.90627495408704</c:v>
              </c:pt>
              <c:pt idx="26">
                <c:v>-89.90553539587296</c:v>
              </c:pt>
              <c:pt idx="27">
                <c:v>-89.90478794972505</c:v>
              </c:pt>
              <c:pt idx="28">
                <c:v>-89.90403250917461</c:v>
              </c:pt>
              <c:pt idx="29">
                <c:v>-89.90326896600828</c:v>
              </c:pt>
              <c:pt idx="30">
                <c:v>-89.90249721023416</c:v>
              </c:pt>
              <c:pt idx="31">
                <c:v>-89.90171713004729</c:v>
              </c:pt>
              <c:pt idx="32">
                <c:v>-89.90092861179463</c:v>
              </c:pt>
              <c:pt idx="33">
                <c:v>-89.90013153993858</c:v>
              </c:pt>
              <c:pt idx="34">
                <c:v>-89.8993257970207</c:v>
              </c:pt>
              <c:pt idx="35">
                <c:v>-89.89851126362336</c:v>
              </c:pt>
              <c:pt idx="36">
                <c:v>-89.89768781833173</c:v>
              </c:pt>
              <c:pt idx="37">
                <c:v>-89.89685533769405</c:v>
              </c:pt>
              <c:pt idx="38">
                <c:v>-89.8960136961813</c:v>
              </c:pt>
              <c:pt idx="39">
                <c:v>-89.89516276614614</c:v>
              </c:pt>
              <c:pt idx="40">
                <c:v>-89.89430241778057</c:v>
              </c:pt>
              <c:pt idx="41">
                <c:v>-89.89343251907269</c:v>
              </c:pt>
              <c:pt idx="42">
                <c:v>-89.89255293576274</c:v>
              </c:pt>
              <c:pt idx="43">
                <c:v>-89.89166353129771</c:v>
              </c:pt>
              <c:pt idx="44">
                <c:v>-89.89076416678519</c:v>
              </c:pt>
              <c:pt idx="45">
                <c:v>-89.88985470094609</c:v>
              </c:pt>
              <c:pt idx="46">
                <c:v>-89.88893499006615</c:v>
              </c:pt>
              <c:pt idx="47">
                <c:v>-89.88800488794625</c:v>
              </c:pt>
              <c:pt idx="48">
                <c:v>-89.88706424585196</c:v>
              </c:pt>
              <c:pt idx="49">
                <c:v>-89.88611291246147</c:v>
              </c:pt>
              <c:pt idx="50">
                <c:v>-89.88515073381238</c:v>
              </c:pt>
              <c:pt idx="51">
                <c:v>-89.88417755324733</c:v>
              </c:pt>
              <c:pt idx="52">
                <c:v>-89.88319321135832</c:v>
              </c:pt>
              <c:pt idx="53">
                <c:v>-89.8821975459296</c:v>
              </c:pt>
              <c:pt idx="54">
                <c:v>-89.88119039187934</c:v>
              </c:pt>
              <c:pt idx="55">
                <c:v>-89.88017158119966</c:v>
              </c:pt>
              <c:pt idx="56">
                <c:v>-89.8791409428955</c:v>
              </c:pt>
              <c:pt idx="57">
                <c:v>-89.87809830292183</c:v>
              </c:pt>
              <c:pt idx="58">
                <c:v>-89.87704348411941</c:v>
              </c:pt>
              <c:pt idx="59">
                <c:v>-89.87597630614876</c:v>
              </c:pt>
              <c:pt idx="60">
                <c:v>-89.87489658542299</c:v>
              </c:pt>
              <c:pt idx="61">
                <c:v>-89.87380413503848</c:v>
              </c:pt>
              <c:pt idx="62">
                <c:v>-89.87269876470424</c:v>
              </c:pt>
              <c:pt idx="63">
                <c:v>-89.87158028066905</c:v>
              </c:pt>
              <c:pt idx="64">
                <c:v>-89.87044848564747</c:v>
              </c:pt>
              <c:pt idx="65">
                <c:v>-89.86930317874341</c:v>
              </c:pt>
              <c:pt idx="66">
                <c:v>-89.86814415537215</c:v>
              </c:pt>
              <c:pt idx="67">
                <c:v>-89.86697120718009</c:v>
              </c:pt>
              <c:pt idx="68">
                <c:v>-89.86578412196285</c:v>
              </c:pt>
              <c:pt idx="69">
                <c:v>-89.86458268358105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</c:v>
              </c:pt>
              <c:pt idx="76">
                <c:v>-89.85575170335476</c:v>
              </c:pt>
              <c:pt idx="77">
                <c:v>-89.85442715692876</c:v>
              </c:pt>
              <c:pt idx="78">
                <c:v>-89.85308612002154</c:v>
              </c:pt>
              <c:pt idx="79">
                <c:v>-89.85172833201563</c:v>
              </c:pt>
              <c:pt idx="80">
                <c:v>-89.85035352727809</c:v>
              </c:pt>
              <c:pt idx="81">
                <c:v>-89.84896143504605</c:v>
              </c:pt>
              <c:pt idx="82">
                <c:v>-89.84755177930978</c:v>
              </c:pt>
              <c:pt idx="83">
                <c:v>-89.84612427869214</c:v>
              </c:pt>
              <c:pt idx="84">
                <c:v>-89.84467864632522</c:v>
              </c:pt>
              <c:pt idx="85">
                <c:v>-89.84321458972337</c:v>
              </c:pt>
              <c:pt idx="86">
                <c:v>-89.8417318106531</c:v>
              </c:pt>
              <c:pt idx="87">
                <c:v>-89.84023000499951</c:v>
              </c:pt>
              <c:pt idx="88">
                <c:v>-89.83870886262861</c:v>
              </c:pt>
              <c:pt idx="89">
                <c:v>-89.83716806724675</c:v>
              </c:pt>
              <c:pt idx="90">
                <c:v>-89.83560729625539</c:v>
              </c:pt>
              <c:pt idx="91">
                <c:v>-89.83402622060255</c:v>
              </c:pt>
              <c:pt idx="92">
                <c:v>-89.83242450462986</c:v>
              </c:pt>
              <c:pt idx="93">
                <c:v>-89.83080180591544</c:v>
              </c:pt>
              <c:pt idx="94">
                <c:v>-89.82915777511263</c:v>
              </c:pt>
              <c:pt idx="95">
                <c:v>-89.82749205578396</c:v>
              </c:pt>
              <c:pt idx="96">
                <c:v>-89.82580428423093</c:v>
              </c:pt>
              <c:pt idx="97">
                <c:v>-89.82409408931846</c:v>
              </c:pt>
              <c:pt idx="98">
                <c:v>-89.8223610922952</c:v>
              </c:pt>
              <c:pt idx="99">
                <c:v>-89.82060490660793</c:v>
              </c:pt>
              <c:pt idx="100">
                <c:v>-89.81882513771141</c:v>
              </c:pt>
              <c:pt idx="101">
                <c:v>-89.81702138287247</c:v>
              </c:pt>
              <c:pt idx="102">
                <c:v>-89.8151932309688</c:v>
              </c:pt>
              <c:pt idx="103">
                <c:v>-89.8133402622817</c:v>
              </c:pt>
              <c:pt idx="104">
                <c:v>-89.81146204828302</c:v>
              </c:pt>
              <c:pt idx="105">
                <c:v>-89.80955815141631</c:v>
              </c:pt>
              <c:pt idx="106">
                <c:v>-89.80762812487104</c:v>
              </c:pt>
              <c:pt idx="107">
                <c:v>-89.80567151235047</c:v>
              </c:pt>
              <c:pt idx="108">
                <c:v>-89.80368784783344</c:v>
              </c:pt>
              <c:pt idx="109">
                <c:v>-89.80167665532807</c:v>
              </c:pt>
              <c:pt idx="110">
                <c:v>-89.79963744861898</c:v>
              </c:pt>
              <c:pt idx="111">
                <c:v>-89.79756973100707</c:v>
              </c:pt>
              <c:pt idx="112">
                <c:v>-89.79547299504124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-89.789003435375</c:v>
              </c:pt>
              <c:pt idx="116">
                <c:v>-89.78678532660685</c:v>
              </c:pt>
              <c:pt idx="117">
                <c:v>-89.78453549099426</c:v>
              </c:pt>
              <c:pt idx="118">
                <c:v>-89.78225335047935</c:v>
              </c:pt>
              <c:pt idx="119">
                <c:v>-89.77993831413663</c:v>
              </c:pt>
              <c:pt idx="120">
                <c:v>-89.77758977783382</c:v>
              </c:pt>
              <c:pt idx="121">
                <c:v>-89.77520712388072</c:v>
              </c:pt>
              <c:pt idx="122">
                <c:v>-89.77278972066837</c:v>
              </c:pt>
              <c:pt idx="123">
                <c:v>-89.77033692229682</c:v>
              </c:pt>
              <c:pt idx="124">
                <c:v>-89.767848068191</c:v>
              </c:pt>
              <c:pt idx="125">
                <c:v>-89.76532248270499</c:v>
              </c:pt>
              <c:pt idx="126">
                <c:v>-89.76275947471346</c:v>
              </c:pt>
              <c:pt idx="127">
                <c:v>-89.76015833719086</c:v>
              </c:pt>
              <c:pt idx="128">
                <c:v>-89.75751834677659</c:v>
              </c:pt>
              <c:pt idx="129">
                <c:v>-89.7548387633269</c:v>
              </c:pt>
              <c:pt idx="130">
                <c:v>-89.75211882945219</c:v>
              </c:pt>
              <c:pt idx="131">
                <c:v>-89.7493577700397</c:v>
              </c:pt>
              <c:pt idx="132">
                <c:v>-89.74655479176062</c:v>
              </c:pt>
              <c:pt idx="133">
                <c:v>-89.74370908256134</c:v>
              </c:pt>
              <c:pt idx="134">
                <c:v>-89.7408198111383</c:v>
              </c:pt>
              <c:pt idx="135">
                <c:v>-89.73788612639542</c:v>
              </c:pt>
              <c:pt idx="136">
                <c:v>-89.73490715688419</c:v>
              </c:pt>
              <c:pt idx="137">
                <c:v>-89.73188201022487</c:v>
              </c:pt>
              <c:pt idx="138">
                <c:v>-89.72880977250868</c:v>
              </c:pt>
              <c:pt idx="139">
                <c:v>-89.72568950768033</c:v>
              </c:pt>
              <c:pt idx="140">
                <c:v>-89.72252025689987</c:v>
              </c:pt>
              <c:pt idx="141">
                <c:v>-89.71930103788249</c:v>
              </c:pt>
              <c:pt idx="142">
                <c:v>-89.71603084421753</c:v>
              </c:pt>
              <c:pt idx="143">
                <c:v>-89.7127086446626</c:v>
              </c:pt>
              <c:pt idx="144">
                <c:v>-89.70933338241527</c:v>
              </c:pt>
              <c:pt idx="145">
                <c:v>-89.70590397435899</c:v>
              </c:pt>
              <c:pt idx="146">
                <c:v>-89.70241931028315</c:v>
              </c:pt>
              <c:pt idx="147">
                <c:v>-89.69887825207677</c:v>
              </c:pt>
              <c:pt idx="148">
                <c:v>-89.69527963289354</c:v>
              </c:pt>
              <c:pt idx="149">
                <c:v>-89.6916222562884</c:v>
              </c:pt>
              <c:pt idx="150">
                <c:v>-89.6879048953232</c:v>
              </c:pt>
              <c:pt idx="151">
                <c:v>-89.68412629164142</c:v>
              </c:pt>
              <c:pt idx="152">
                <c:v>-89.68028515451027</c:v>
              </c:pt>
              <c:pt idx="153">
                <c:v>-89.67638015982796</c:v>
              </c:pt>
              <c:pt idx="154">
                <c:v>-89.67240994909652</c:v>
              </c:pt>
              <c:pt idx="155">
                <c:v>-89.66837312835698</c:v>
              </c:pt>
              <c:pt idx="156">
                <c:v>-89.66426826708637</c:v>
              </c:pt>
              <c:pt idx="157">
                <c:v>-89.66009389705506</c:v>
              </c:pt>
              <c:pt idx="158">
                <c:v>-89.65584851114171</c:v>
              </c:pt>
              <c:pt idx="159">
                <c:v>-89.65153056210559</c:v>
              </c:pt>
              <c:pt idx="160">
                <c:v>-89.64713846131315</c:v>
              </c:pt>
              <c:pt idx="161">
                <c:v>-89.64267057741762</c:v>
              </c:pt>
              <c:pt idx="162">
                <c:v>-89.6381252349896</c:v>
              </c:pt>
              <c:pt idx="163">
                <c:v>-89.6335007130961</c:v>
              </c:pt>
              <c:pt idx="164">
                <c:v>-89.62879524382643</c:v>
              </c:pt>
              <c:pt idx="165">
                <c:v>-89.62400701076236</c:v>
              </c:pt>
              <c:pt idx="166">
                <c:v>-89.61913414738969</c:v>
              </c:pt>
              <c:pt idx="167">
                <c:v>-89.61417473544964</c:v>
              </c:pt>
              <c:pt idx="168">
                <c:v>-89.60912680322683</c:v>
              </c:pt>
              <c:pt idx="169">
                <c:v>-89.60398832377058</c:v>
              </c:pt>
              <c:pt idx="170">
                <c:v>-89.59875721304766</c:v>
              </c:pt>
              <c:pt idx="171">
                <c:v>-89.5934313280228</c:v>
              </c:pt>
              <c:pt idx="172">
                <c:v>-89.58800846466342</c:v>
              </c:pt>
              <c:pt idx="173">
                <c:v>-89.58248635586588</c:v>
              </c:pt>
              <c:pt idx="174">
                <c:v>-89.57686266929957</c:v>
              </c:pt>
              <c:pt idx="175">
                <c:v>-89.57113500516402</c:v>
              </c:pt>
              <c:pt idx="176">
                <c:v>-89.56530089385657</c:v>
              </c:pt>
              <c:pt idx="177">
                <c:v>-89.559357793546</c:v>
              </c:pt>
              <c:pt idx="178">
                <c:v>-89.55330308764657</c:v>
              </c:pt>
              <c:pt idx="179">
                <c:v>-89.54713408218963</c:v>
              </c:pt>
              <c:pt idx="180">
                <c:v>-89.54084800308709</c:v>
              </c:pt>
              <c:pt idx="181">
                <c:v>-89.534441993281</c:v>
              </c:pt>
              <c:pt idx="182">
                <c:v>-89.52791310977514</c:v>
              </c:pt>
              <c:pt idx="183">
                <c:v>-89.52125832054216</c:v>
              </c:pt>
              <c:pt idx="184">
                <c:v>-89.51447450130061</c:v>
              </c:pt>
              <c:pt idx="185">
                <c:v>-89.50755843215497</c:v>
              </c:pt>
              <c:pt idx="186">
                <c:v>-89.50050679409267</c:v>
              </c:pt>
              <c:pt idx="187">
                <c:v>-89.49331616533122</c:v>
              </c:pt>
              <c:pt idx="188">
                <c:v>-89.48598301750705</c:v>
              </c:pt>
              <c:pt idx="189">
                <c:v>-89.47850371169922</c:v>
              </c:pt>
              <c:pt idx="190">
                <c:v>-89.47087449427902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-89.4470480231052</c:v>
              </c:pt>
              <c:pt idx="194">
                <c:v>-89.43877917305643</c:v>
              </c:pt>
              <c:pt idx="195">
                <c:v>-89.4303397640718</c:v>
              </c:pt>
              <c:pt idx="196">
                <c:v>-89.42172525622385</c:v>
              </c:pt>
              <c:pt idx="197">
                <c:v>-89.41293096015835</c:v>
              </c:pt>
              <c:pt idx="198">
                <c:v>-89.40395203119282</c:v>
              </c:pt>
              <c:pt idx="199">
                <c:v>-89.39478346314176</c:v>
              </c:pt>
              <c:pt idx="200">
                <c:v>-89.38542008185304</c:v>
              </c:pt>
              <c:pt idx="201">
                <c:v>-89.37585653844192</c:v>
              </c:pt>
              <c:pt idx="202">
                <c:v>-89.3660873022037</c:v>
              </c:pt>
              <c:pt idx="203">
                <c:v>-89.35610665318978</c:v>
              </c:pt>
              <c:pt idx="204">
                <c:v>-89.34590867442748</c:v>
              </c:pt>
              <c:pt idx="205">
                <c:v>-89.33548724376409</c:v>
              </c:pt>
              <c:pt idx="206">
                <c:v>-89.32483602531431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-89.29143688688113</c:v>
              </c:pt>
              <c:pt idx="210">
                <c:v>-89.27979856030711</c:v>
              </c:pt>
              <c:pt idx="211">
                <c:v>-89.26789523049773</c:v>
              </c:pt>
              <c:pt idx="212">
                <c:v>-89.25571907436255</c:v>
              </c:pt>
              <c:pt idx="213">
                <c:v>-89.24326198204126</c:v>
              </c:pt>
              <c:pt idx="214">
                <c:v>-89.23051554424305</c:v>
              </c:pt>
              <c:pt idx="215">
                <c:v>-89.21747103892804</c:v>
              </c:pt>
              <c:pt idx="216">
                <c:v>-89.20411941729081</c:v>
              </c:pt>
              <c:pt idx="217">
                <c:v>-89.19045128900504</c:v>
              </c:pt>
              <c:pt idx="218">
                <c:v>-89.1764569066825</c:v>
              </c:pt>
              <c:pt idx="219">
                <c:v>-89.16212614949946</c:v>
              </c:pt>
              <c:pt idx="220">
                <c:v>-89.14744850593809</c:v>
              </c:pt>
              <c:pt idx="221">
                <c:v>-89.13241305558749</c:v>
              </c:pt>
              <c:pt idx="222">
                <c:v>-89.11700844994617</c:v>
              </c:pt>
              <c:pt idx="223">
                <c:v>-89.10122289216022</c:v>
              </c:pt>
              <c:pt idx="224">
                <c:v>-89.08504411563204</c:v>
              </c:pt>
              <c:pt idx="225">
                <c:v>-89.06845936142318</c:v>
              </c:pt>
              <c:pt idx="226">
                <c:v>-89.05145535437617</c:v>
              </c:pt>
              <c:pt idx="227">
                <c:v>-89.03401827786804</c:v>
              </c:pt>
              <c:pt idx="228">
                <c:v>-89.01613374710644</c:v>
              </c:pt>
              <c:pt idx="229">
                <c:v>-88.99778678087074</c:v>
              </c:pt>
              <c:pt idx="230">
                <c:v>-88.97896177159218</c:v>
              </c:pt>
              <c:pt idx="231">
                <c:v>-88.95964245366139</c:v>
              </c:pt>
              <c:pt idx="232">
                <c:v>-88.93981186983977</c:v>
              </c:pt>
              <c:pt idx="233">
                <c:v>-88.91945233564464</c:v>
              </c:pt>
              <c:pt idx="234">
                <c:v>-88.89854540156482</c:v>
              </c:pt>
              <c:pt idx="235">
                <c:v>-88.87707181295536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-88.80904558316111</c:v>
              </c:pt>
              <c:pt idx="239">
                <c:v>-88.78509517914887</c:v>
              </c:pt>
              <c:pt idx="240">
                <c:v>-88.76046818206962</c:v>
              </c:pt>
              <c:pt idx="241">
                <c:v>-88.73513951153323</c:v>
              </c:pt>
              <c:pt idx="242">
                <c:v>-88.7090829204731</c:v>
              </c:pt>
              <c:pt idx="243">
                <c:v>-88.68227092919167</c:v>
              </c:pt>
              <c:pt idx="244">
                <c:v>-88.65467475498482</c:v>
              </c:pt>
              <c:pt idx="245">
                <c:v>-88.62626423699878</c:v>
              </c:pt>
              <c:pt idx="246">
                <c:v>-88.59700775594618</c:v>
              </c:pt>
              <c:pt idx="247">
                <c:v>-88.5668721482691</c:v>
              </c:pt>
              <c:pt idx="248">
                <c:v>-88.53582261430445</c:v>
              </c:pt>
              <c:pt idx="249">
                <c:v>-88.5038226199625</c:v>
              </c:pt>
              <c:pt idx="250">
                <c:v>-88.47083379138469</c:v>
              </c:pt>
              <c:pt idx="251">
                <c:v>-88.43681580199821</c:v>
              </c:pt>
              <c:pt idx="252">
                <c:v>-88.4017262513257</c:v>
              </c:pt>
              <c:pt idx="253">
                <c:v>-88.36552053485094</c:v>
              </c:pt>
              <c:pt idx="254">
                <c:v>-88.32815170416991</c:v>
              </c:pt>
              <c:pt idx="255">
                <c:v>-88.28957031657933</c:v>
              </c:pt>
              <c:pt idx="256">
                <c:v>-88.2497242731789</c:v>
              </c:pt>
              <c:pt idx="257">
                <c:v>-88.20855864445441</c:v>
              </c:pt>
              <c:pt idx="258">
                <c:v>-88.16601548222124</c:v>
              </c:pt>
              <c:pt idx="259">
                <c:v>-88.12203361667616</c:v>
              </c:pt>
              <c:pt idx="260">
                <c:v>-88.07654843718429</c:v>
              </c:pt>
              <c:pt idx="261">
                <c:v>-88.02949165528</c:v>
              </c:pt>
              <c:pt idx="262">
                <c:v>-87.98079104819047</c:v>
              </c:pt>
              <c:pt idx="263">
                <c:v>-87.93037018101803</c:v>
              </c:pt>
              <c:pt idx="264">
                <c:v>-87.87814810550219</c:v>
              </c:pt>
              <c:pt idx="265">
                <c:v>-87.8240390330534</c:v>
              </c:pt>
              <c:pt idx="266">
                <c:v>-87.76795197948921</c:v>
              </c:pt>
              <c:pt idx="267">
                <c:v>-87.70979037861153</c:v>
              </c:pt>
              <c:pt idx="268">
                <c:v>-87.64945166141972</c:v>
              </c:pt>
              <c:pt idx="269">
                <c:v>-87.58682679739329</c:v>
              </c:pt>
              <c:pt idx="270">
                <c:v>-87.52179979383398</c:v>
              </c:pt>
              <c:pt idx="271">
                <c:v>-87.45424714878142</c:v>
              </c:pt>
              <c:pt idx="272">
                <c:v>-87.38403725246023</c:v>
              </c:pt>
              <c:pt idx="273">
                <c:v>-87.3110297315849</c:v>
              </c:pt>
              <c:pt idx="274">
                <c:v>-87.23507473013164</c:v>
              </c:pt>
              <c:pt idx="275">
                <c:v>-87.15601211936311</c:v>
              </c:pt>
              <c:pt idx="276">
                <c:v>-87.07367062894785</c:v>
              </c:pt>
              <c:pt idx="277">
                <c:v>-86.98786688993279</c:v>
              </c:pt>
              <c:pt idx="278">
                <c:v>-86.89840437908191</c:v>
              </c:pt>
              <c:pt idx="279">
                <c:v>-86.80507225265816</c:v>
              </c:pt>
              <c:pt idx="280">
                <c:v>-86.70764405606205</c:v>
              </c:pt>
              <c:pt idx="281">
                <c:v>-86.60587629382117</c:v>
              </c:pt>
              <c:pt idx="282">
                <c:v>-86.49950684219048</c:v>
              </c:pt>
              <c:pt idx="283">
                <c:v>-86.3882531840299</c:v>
              </c:pt>
              <c:pt idx="284">
                <c:v>-86.27181044259349</c:v>
              </c:pt>
              <c:pt idx="285">
                <c:v>-86.14984918733832</c:v>
              </c:pt>
              <c:pt idx="286">
                <c:v>-86.02201298069544</c:v>
              </c:pt>
              <c:pt idx="287">
                <c:v>-85.88791562989611</c:v>
              </c:pt>
              <c:pt idx="288">
                <c:v>-85.74713810218836</c:v>
              </c:pt>
              <c:pt idx="289">
                <c:v>-85.59922505502247</c:v>
              </c:pt>
              <c:pt idx="290">
                <c:v>-85.44368092473147</c:v>
              </c:pt>
              <c:pt idx="291">
                <c:v>-85.27996550773145</c:v>
              </c:pt>
              <c:pt idx="292">
                <c:v>-85.10748895686568</c:v>
              </c:pt>
              <c:pt idx="293">
                <c:v>-84.92560610198471</c:v>
              </c:pt>
              <c:pt idx="294">
                <c:v>-84.73360998755798</c:v>
              </c:pt>
              <c:pt idx="295">
                <c:v>-84.53072450056548</c:v>
              </c:pt>
              <c:pt idx="296">
                <c:v>-84.31609593830969</c:v>
              </c:pt>
              <c:pt idx="297">
                <c:v>-84.08878333725342</c:v>
              </c:pt>
              <c:pt idx="298">
                <c:v>-83.84774734928975</c:v>
              </c:pt>
              <c:pt idx="299">
                <c:v>-83.59183740961423</c:v>
              </c:pt>
              <c:pt idx="300">
                <c:v>-83.31977688872445</c:v>
              </c:pt>
              <c:pt idx="301">
                <c:v>-83.03014585768277</c:v>
              </c:pt>
              <c:pt idx="302">
                <c:v>-82.72136101778973</c:v>
              </c:pt>
              <c:pt idx="303">
                <c:v>-82.39165224943557</c:v>
              </c:pt>
              <c:pt idx="304">
                <c:v>-82.03903511548195</c:v>
              </c:pt>
              <c:pt idx="305">
                <c:v>-81.66127850599023</c:v>
              </c:pt>
              <c:pt idx="306">
                <c:v>-81.25586642593117</c:v>
              </c:pt>
              <c:pt idx="307">
                <c:v>-80.8199526958279</c:v>
              </c:pt>
              <c:pt idx="308">
                <c:v>-80.35030704492313</c:v>
              </c:pt>
              <c:pt idx="309">
                <c:v>-79.84325071179184</c:v>
              </c:pt>
              <c:pt idx="310">
                <c:v>-79.29457920892322</c:v>
              </c:pt>
              <c:pt idx="311">
                <c:v>-78.69946933180476</c:v>
              </c:pt>
              <c:pt idx="312">
                <c:v>-78.05236677061626</c:v>
              </c:pt>
              <c:pt idx="313">
                <c:v>-77.34684978058714</c:v>
              </c:pt>
              <c:pt idx="314">
                <c:v>-76.57546325007007</c:v>
              </c:pt>
              <c:pt idx="315">
                <c:v>-75.72951614132927</c:v>
              </c:pt>
              <c:pt idx="316">
                <c:v>-74.79883365273787</c:v>
              </c:pt>
              <c:pt idx="317">
                <c:v>-73.77145359028692</c:v>
              </c:pt>
              <c:pt idx="318">
                <c:v>-72.63325446616264</c:v>
              </c:pt>
              <c:pt idx="319">
                <c:v>-71.36750108746848</c:v>
              </c:pt>
              <c:pt idx="320">
                <c:v>-69.95429257848069</c:v>
              </c:pt>
              <c:pt idx="321">
                <c:v>-68.36989936868038</c:v>
              </c:pt>
              <c:pt idx="322">
                <c:v>-66.58598254945888</c:v>
              </c:pt>
              <c:pt idx="323">
                <c:v>-64.56870655040197</c:v>
              </c:pt>
              <c:pt idx="324">
                <c:v>-62.27779406091336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-53.24819457827966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</c:v>
              </c:pt>
              <c:pt idx="331">
                <c:v>-33.82185529486336</c:v>
              </c:pt>
              <c:pt idx="332">
                <c:v>-27.34248854287217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-5.243605573030922</c:v>
              </c:pt>
              <c:pt idx="336">
                <c:v>2.2364957238589334</c:v>
              </c:pt>
              <c:pt idx="337">
                <c:v>9.342479775678603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38.94344717467471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50.39294871725205</c:v>
              </c:pt>
              <c:pt idx="349">
                <c:v>51.88090688117798</c:v>
              </c:pt>
              <c:pt idx="350">
                <c:v>53.1831230498978</c:v>
              </c:pt>
              <c:pt idx="351">
                <c:v>54.32357477108405</c:v>
              </c:pt>
              <c:pt idx="352">
                <c:v>55.32226216949339</c:v>
              </c:pt>
              <c:pt idx="353">
                <c:v>56.19588530608216</c:v>
              </c:pt>
              <c:pt idx="354">
                <c:v>56.95840850690815</c:v>
              </c:pt>
              <c:pt idx="355">
                <c:v>57.62152448642282</c:v>
              </c:pt>
              <c:pt idx="356">
                <c:v>58.195033233025306</c:v>
              </c:pt>
              <c:pt idx="357">
                <c:v>58.68715003878547</c:v>
              </c:pt>
              <c:pt idx="358">
                <c:v>59.104755371847816</c:v>
              </c:pt>
              <c:pt idx="359">
                <c:v>59.45359731356194</c:v>
              </c:pt>
              <c:pt idx="360">
                <c:v>59.73845538124165</c:v>
              </c:pt>
              <c:pt idx="361">
                <c:v>59.96327287772266</c:v>
              </c:pt>
              <c:pt idx="362">
                <c:v>60.131263488785805</c:v>
              </c:pt>
              <c:pt idx="363">
                <c:v>60.24499667730276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60.27800513204975</c:v>
              </c:pt>
              <c:pt idx="367">
                <c:v>60.18959551133152</c:v>
              </c:pt>
              <c:pt idx="368">
                <c:v>60.05200981749404</c:v>
              </c:pt>
              <c:pt idx="369">
                <c:v>59.86492465317014</c:v>
              </c:pt>
              <c:pt idx="370">
                <c:v>59.62759697056793</c:v>
              </c:pt>
              <c:pt idx="371">
                <c:v>59.33885931861086</c:v>
              </c:pt>
              <c:pt idx="372">
                <c:v>58.99710750624571</c:v>
              </c:pt>
              <c:pt idx="373">
                <c:v>58.60028064386619</c:v>
              </c:pt>
              <c:pt idx="374">
                <c:v>58.14583335486779</c:v>
              </c:pt>
              <c:pt idx="375">
                <c:v>57.63069980233441</c:v>
              </c:pt>
              <c:pt idx="376">
                <c:v>57.051249057066634</c:v>
              </c:pt>
              <c:pt idx="377">
                <c:v>56.40323125382005</c:v>
              </c:pt>
              <c:pt idx="378">
                <c:v>55.681713964197606</c:v>
              </c:pt>
              <c:pt idx="379">
                <c:v>54.88100829110731</c:v>
              </c:pt>
              <c:pt idx="380">
                <c:v>53.99458441551044</c:v>
              </c:pt>
              <c:pt idx="381">
                <c:v>53.01497678458077</c:v>
              </c:pt>
              <c:pt idx="382">
                <c:v>51.93367994509841</c:v>
              </c:pt>
              <c:pt idx="383">
                <c:v>50.741037379850226</c:v>
              </c:pt>
              <c:pt idx="384">
                <c:v>49.42612785861814</c:v>
              </c:pt>
              <c:pt idx="385">
                <c:v>47.97665713202465</c:v>
              </c:pt>
              <c:pt idx="386">
                <c:v>46.378867759379524</c:v>
              </c:pt>
              <c:pt idx="387">
                <c:v>44.61748707224138</c:v>
              </c:pt>
              <c:pt idx="388">
                <c:v>42.675743398910534</c:v>
              </c:pt>
              <c:pt idx="389">
                <c:v>40.53549426630247</c:v>
              </c:pt>
              <c:pt idx="390">
                <c:v>38.17752740511261</c:v>
              </c:pt>
              <c:pt idx="391">
                <c:v>35.58211477925207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9.644850824297036</c:v>
              </c:pt>
              <c:pt idx="399">
                <c:v>4.896535049808284</c:v>
              </c:pt>
              <c:pt idx="400">
                <c:v>-1.28074974964597E-06</c:v>
              </c:pt>
              <c:pt idx="401">
                <c:v>-4.972336985146956</c:v>
              </c:pt>
              <c:pt idx="402">
                <c:v>-9.941472536724998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</c:v>
              </c:pt>
              <c:pt idx="409">
                <c:v>-39.46843474408763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-48.08426337955036</c:v>
              </c:pt>
              <c:pt idx="413">
                <c:v>-50.473732521985156</c:v>
              </c:pt>
              <c:pt idx="414">
                <c:v>-52.65469730746452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</c:v>
              </c:pt>
              <c:pt idx="418">
                <c:v>-59.6615528696842</c:v>
              </c:pt>
              <c:pt idx="419">
                <c:v>-61.06434351145484</c:v>
              </c:pt>
              <c:pt idx="420">
                <c:v>-62.35462088372705</c:v>
              </c:pt>
              <c:pt idx="421">
                <c:v>-63.5435120677174</c:v>
              </c:pt>
              <c:pt idx="422">
                <c:v>-64.64093573923041</c:v>
              </c:pt>
              <c:pt idx="423">
                <c:v>-65.65571980152204</c:v>
              </c:pt>
              <c:pt idx="424">
                <c:v>-66.5957162409991</c:v>
              </c:pt>
              <c:pt idx="425">
                <c:v>-67.46790915010105</c:v>
              </c:pt>
              <c:pt idx="426">
                <c:v>-68.27851389387145</c:v>
              </c:pt>
              <c:pt idx="427">
                <c:v>-69.03306667523461</c:v>
              </c:pt>
              <c:pt idx="428">
                <c:v>-69.73650452804996</c:v>
              </c:pt>
              <c:pt idx="429">
                <c:v>-70.39323620999917</c:v>
              </c:pt>
              <c:pt idx="430">
                <c:v>-71.00720469725653</c:v>
              </c:pt>
              <c:pt idx="431">
                <c:v>-71.58194207974628</c:v>
              </c:pt>
              <c:pt idx="432">
                <c:v>-72.12061767136326</c:v>
              </c:pt>
              <c:pt idx="433">
                <c:v>-72.6260801184689</c:v>
              </c:pt>
              <c:pt idx="434">
                <c:v>-73.10089423385186</c:v>
              </c:pt>
              <c:pt idx="435">
                <c:v>-73.54737321580059</c:v>
              </c:pt>
              <c:pt idx="436">
                <c:v>-73.96760684152218</c:v>
              </c:pt>
              <c:pt idx="437">
                <c:v>-74.36348615543679</c:v>
              </c:pt>
              <c:pt idx="438">
                <c:v>-74.73672510874455</c:v>
              </c:pt>
              <c:pt idx="439">
                <c:v>-75.08887954830642</c:v>
              </c:pt>
              <c:pt idx="440">
                <c:v>-75.42136390060234</c:v>
              </c:pt>
              <c:pt idx="441">
                <c:v>-75.7354658504816</c:v>
              </c:pt>
              <c:pt idx="442">
                <c:v>-76.03235927398438</c:v>
              </c:pt>
              <c:pt idx="443">
                <c:v>-76.31311564939571</c:v>
              </c:pt>
              <c:pt idx="444">
                <c:v>-76.57871414022239</c:v>
              </c:pt>
              <c:pt idx="445">
                <c:v>-76.83005051746787</c:v>
              </c:pt>
              <c:pt idx="446">
                <c:v>-77.06794506591238</c:v>
              </c:pt>
              <c:pt idx="447">
                <c:v>-77.29314959952336</c:v>
              </c:pt>
              <c:pt idx="448">
                <c:v>-77.50635369431377</c:v>
              </c:pt>
              <c:pt idx="449">
                <c:v>-77.70819023249534</c:v>
              </c:pt>
              <c:pt idx="450">
                <c:v>-77.8992403392555</c:v>
              </c:pt>
              <c:pt idx="451">
                <c:v>-78.08003778277536</c:v>
              </c:pt>
              <c:pt idx="452">
                <c:v>-78.25107289879143</c:v>
              </c:pt>
              <c:pt idx="453">
                <c:v>-78.41279609300739</c:v>
              </c:pt>
              <c:pt idx="454">
                <c:v>-78.56562096770325</c:v>
              </c:pt>
              <c:pt idx="455">
                <c:v>-78.70992711288159</c:v>
              </c:pt>
              <c:pt idx="456">
                <c:v>-78.84606259703968</c:v>
              </c:pt>
              <c:pt idx="457">
                <c:v>-78.97434618811425</c:v>
              </c:pt>
              <c:pt idx="458">
                <c:v>-79.09506933112836</c:v>
              </c:pt>
              <c:pt idx="459">
                <c:v>-79.20849790558376</c:v>
              </c:pt>
              <c:pt idx="460">
                <c:v>-79.31487378254857</c:v>
              </c:pt>
              <c:pt idx="461">
                <c:v>-79.4144161986425</c:v>
              </c:pt>
              <c:pt idx="462">
                <c:v>-79.50732296168748</c:v>
              </c:pt>
              <c:pt idx="463">
                <c:v>-79.59377150059555</c:v>
              </c:pt>
              <c:pt idx="464">
                <c:v>-79.67391977006264</c:v>
              </c:pt>
              <c:pt idx="465">
                <c:v>-79.74790701882907</c:v>
              </c:pt>
              <c:pt idx="466">
                <c:v>-79.8158544285641</c:v>
              </c:pt>
              <c:pt idx="467">
                <c:v>-79.87786562884295</c:v>
              </c:pt>
              <c:pt idx="468">
                <c:v>-79.93402709216005</c:v>
              </c:pt>
              <c:pt idx="469">
                <c:v>-79.9844084114556</c:v>
              </c:pt>
              <c:pt idx="470">
                <c:v>-80.02906246113949</c:v>
              </c:pt>
              <c:pt idx="471">
                <c:v>-80.0680254411388</c:v>
              </c:pt>
              <c:pt idx="472">
                <c:v>-80.10131680194951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-80.16709938074185</c:v>
              </c:pt>
              <c:pt idx="476">
                <c:v>-80.17755412605416</c:v>
              </c:pt>
              <c:pt idx="477">
                <c:v>-80.1821717024652</c:v>
              </c:pt>
              <c:pt idx="478">
                <c:v>-80.18086213709222</c:v>
              </c:pt>
              <c:pt idx="479">
                <c:v>-80.17351430525862</c:v>
              </c:pt>
              <c:pt idx="480">
                <c:v>-80.15999460186632</c:v>
              </c:pt>
              <c:pt idx="481">
                <c:v>-80.14014537887967</c:v>
              </c:pt>
              <c:pt idx="482">
                <c:v>-80.1137831189741</c:v>
              </c:pt>
              <c:pt idx="483">
                <c:v>-80.08069630956642</c:v>
              </c:pt>
              <c:pt idx="484">
                <c:v>-80.04064297455236</c:v>
              </c:pt>
              <c:pt idx="485">
                <c:v>-79.99334781275819</c:v>
              </c:pt>
              <c:pt idx="486">
                <c:v>-79.93849888210379</c:v>
              </c:pt>
              <c:pt idx="487">
                <c:v>-79.8757437563273</c:v>
              </c:pt>
              <c:pt idx="488">
                <c:v>-79.80468506632035</c:v>
              </c:pt>
              <c:pt idx="489">
                <c:v>-79.72487531999477</c:v>
              </c:pt>
              <c:pt idx="490">
                <c:v>-79.63581087227588</c:v>
              </c:pt>
              <c:pt idx="491">
                <c:v>-79.53692488919097</c:v>
              </c:pt>
              <c:pt idx="492">
                <c:v>-79.4275791156557</c:v>
              </c:pt>
              <c:pt idx="493">
                <c:v>-79.30705421355835</c:v>
              </c:pt>
              <c:pt idx="494">
                <c:v>-79.17453838263707</c:v>
              </c:pt>
              <c:pt idx="495">
                <c:v>-79.02911390818453</c:v>
              </c:pt>
              <c:pt idx="496">
                <c:v>-78.86974119241225</c:v>
              </c:pt>
              <c:pt idx="497">
                <c:v>-78.69523971457308</c:v>
              </c:pt>
              <c:pt idx="498">
                <c:v>-78.50426522071706</c:v>
              </c:pt>
              <c:pt idx="499">
                <c:v>-78.29528225661885</c:v>
              </c:pt>
              <c:pt idx="500">
                <c:v>-78.0665309120651</c:v>
              </c:pt>
              <c:pt idx="501">
                <c:v>-77.8159863210136</c:v>
              </c:pt>
              <c:pt idx="502">
                <c:v>-77.54130903156009</c:v>
              </c:pt>
              <c:pt idx="503">
                <c:v>-77.23978378173693</c:v>
              </c:pt>
              <c:pt idx="504">
                <c:v>-76.90824343469016</c:v>
              </c:pt>
              <c:pt idx="505">
                <c:v>-76.5429737567763</c:v>
              </c:pt>
              <c:pt idx="506">
                <c:v>-76.13959324427984</c:v>
              </c:pt>
              <c:pt idx="507">
                <c:v>-75.69290014145483</c:v>
              </c:pt>
              <c:pt idx="508">
                <c:v>-75.19667588034244</c:v>
              </c:pt>
              <c:pt idx="509">
                <c:v>-74.6434300135963</c:v>
              </c:pt>
              <c:pt idx="510">
                <c:v>-74.02406569898409</c:v>
              </c:pt>
              <c:pt idx="511">
                <c:v>-73.32743599317804</c:v>
              </c:pt>
              <c:pt idx="512">
                <c:v>-72.5397481656778</c:v>
              </c:pt>
              <c:pt idx="513">
                <c:v>-71.64375365920321</c:v>
              </c:pt>
              <c:pt idx="514">
                <c:v>-70.61763157489617</c:v>
              </c:pt>
              <c:pt idx="515">
                <c:v>-69.43342791408526</c:v>
              </c:pt>
              <c:pt idx="516">
                <c:v>-68.05484229767661</c:v>
              </c:pt>
              <c:pt idx="517">
                <c:v>-66.43404499110702</c:v>
              </c:pt>
              <c:pt idx="518">
                <c:v>-64.50704127555903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</c:v>
              </c:pt>
              <c:pt idx="522">
                <c:v>-51.41020380845762</c:v>
              </c:pt>
              <c:pt idx="523">
                <c:v>-45.74069575421431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</c:v>
              </c:pt>
              <c:pt idx="528">
                <c:v>11.70887240611468</c:v>
              </c:pt>
              <c:pt idx="529">
                <c:v>25.36742213692788</c:v>
              </c:pt>
              <c:pt idx="530">
                <c:v>36.793078127092095</c:v>
              </c:pt>
              <c:pt idx="531">
                <c:v>45.80834537310955</c:v>
              </c:pt>
              <c:pt idx="532">
                <c:v>52.77687497859375</c:v>
              </c:pt>
              <c:pt idx="533">
                <c:v>58.17313881898852</c:v>
              </c:pt>
              <c:pt idx="534">
                <c:v>62.4032346037298</c:v>
              </c:pt>
              <c:pt idx="535">
                <c:v>65.77231313074911</c:v>
              </c:pt>
              <c:pt idx="536">
                <c:v>68.49991617689467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74.19227560370071</c:v>
              </c:pt>
              <c:pt idx="540">
                <c:v>75.5412392231326</c:v>
              </c:pt>
              <c:pt idx="541">
                <c:v>76.70495791818806</c:v>
              </c:pt>
              <c:pt idx="542">
                <c:v>77.7178598172302</c:v>
              </c:pt>
              <c:pt idx="543">
                <c:v>78.60653491128427</c:v>
              </c:pt>
              <c:pt idx="544">
                <c:v>79.39179691530744</c:v>
              </c:pt>
              <c:pt idx="545">
                <c:v>80.09014142743315</c:v>
              </c:pt>
              <c:pt idx="546">
                <c:v>80.71479202874305</c:v>
              </c:pt>
              <c:pt idx="547">
                <c:v>81.27646133609463</c:v>
              </c:pt>
              <c:pt idx="548">
                <c:v>81.78391214214324</c:v>
              </c:pt>
              <c:pt idx="549">
                <c:v>82.24437643473345</c:v>
              </c:pt>
              <c:pt idx="550">
                <c:v>82.6638720465</c:v>
              </c:pt>
              <c:pt idx="551">
                <c:v>83.04744463708582</c:v>
              </c:pt>
              <c:pt idx="552">
                <c:v>83.39935456222334</c:v>
              </c:pt>
              <c:pt idx="553">
                <c:v>83.72322260336384</c:v>
              </c:pt>
              <c:pt idx="554">
                <c:v>84.02214466170535</c:v>
              </c:pt>
              <c:pt idx="555">
                <c:v>84.29878280441031</c:v>
              </c:pt>
              <c:pt idx="556">
                <c:v>84.55543812244953</c:v>
              </c:pt>
              <c:pt idx="557">
                <c:v>84.7941094750965</c:v>
              </c:pt>
              <c:pt idx="558">
                <c:v>85.01654119173003</c:v>
              </c:pt>
              <c:pt idx="559">
                <c:v>85.22426206560608</c:v>
              </c:pt>
              <c:pt idx="560">
                <c:v>85.41861742979276</c:v>
              </c:pt>
              <c:pt idx="561">
                <c:v>85.60079569898807</c:v>
              </c:pt>
              <c:pt idx="562">
                <c:v>85.77185045493351</c:v>
              </c:pt>
              <c:pt idx="563">
                <c:v>85.93271892082143</c:v>
              </c:pt>
              <c:pt idx="564">
                <c:v>86.08423749243288</c:v>
              </c:pt>
              <c:pt idx="565">
                <c:v>86.22715485679267</c:v>
              </c:pt>
              <c:pt idx="566">
                <c:v>86.36214312289722</c:v>
              </c:pt>
              <c:pt idx="567">
                <c:v>86.48980730607447</c:v>
              </c:pt>
              <c:pt idx="568">
                <c:v>86.61069344228756</c:v>
              </c:pt>
              <c:pt idx="569">
                <c:v>86.72529555711999</c:v>
              </c:pt>
              <c:pt idx="570">
                <c:v>86.8340616731138</c:v>
              </c:pt>
              <c:pt idx="571">
                <c:v>86.93739900635279</c:v>
              </c:pt>
              <c:pt idx="572">
                <c:v>87.03567847675656</c:v>
              </c:pt>
              <c:pt idx="573">
                <c:v>87.129238635268</c:v>
              </c:pt>
              <c:pt idx="574">
                <c:v>87.21838909378633</c:v>
              </c:pt>
              <c:pt idx="575">
                <c:v>87.30341352959236</c:v>
              </c:pt>
              <c:pt idx="576">
                <c:v>87.38457232444544</c:v>
              </c:pt>
              <c:pt idx="577">
                <c:v>87.46210488901994</c:v>
              </c:pt>
              <c:pt idx="578">
                <c:v>87.53623171549141</c:v>
              </c:pt>
              <c:pt idx="579">
                <c:v>87.60715619456373</c:v>
              </c:pt>
              <c:pt idx="580">
                <c:v>87.67506622781234</c:v>
              </c:pt>
              <c:pt idx="581">
                <c:v>87.74013566168378</c:v>
              </c:pt>
              <c:pt idx="582">
                <c:v>87.80252556569283</c:v>
              </c:pt>
              <c:pt idx="583">
                <c:v>87.86238537417283</c:v>
              </c:pt>
              <c:pt idx="584">
                <c:v>87.91985390823511</c:v>
              </c:pt>
              <c:pt idx="585">
                <c:v>87.97506029231407</c:v>
              </c:pt>
              <c:pt idx="586">
                <c:v>88.02812477774017</c:v>
              </c:pt>
              <c:pt idx="587">
                <c:v>88.07915948413623</c:v>
              </c:pt>
              <c:pt idx="588">
                <c:v>88.12826906802177</c:v>
              </c:pt>
              <c:pt idx="589">
                <c:v>88.17555132681382</c:v>
              </c:pt>
              <c:pt idx="590">
                <c:v>88.22109774537053</c:v>
              </c:pt>
              <c:pt idx="591">
                <c:v>88.26499399134211</c:v>
              </c:pt>
              <c:pt idx="592">
                <c:v>88.30732036482249</c:v>
              </c:pt>
              <c:pt idx="593">
                <c:v>88.34815220713416</c:v>
              </c:pt>
              <c:pt idx="594">
                <c:v>88.38756027300528</c:v>
              </c:pt>
              <c:pt idx="595">
                <c:v>88.42561106989574</c:v>
              </c:pt>
              <c:pt idx="596">
                <c:v>88.46236716779973</c:v>
              </c:pt>
              <c:pt idx="597">
                <c:v>88.49788748246897</c:v>
              </c:pt>
              <c:pt idx="598">
                <c:v>88.53222753467549</c:v>
              </c:pt>
              <c:pt idx="599">
                <c:v>88.56543968783441</c:v>
              </c:pt>
              <c:pt idx="600">
                <c:v>88.59757336606576</c:v>
              </c:pt>
              <c:pt idx="601">
                <c:v>88.6286752545378</c:v>
              </c:pt>
              <c:pt idx="602">
                <c:v>88.65878948374751</c:v>
              </c:pt>
              <c:pt idx="603">
                <c:v>88.68795779921535</c:v>
              </c:pt>
              <c:pt idx="604">
                <c:v>88.71621971791917</c:v>
              </c:pt>
              <c:pt idx="605">
                <c:v>88.74361267265792</c:v>
              </c:pt>
              <c:pt idx="606">
                <c:v>88.77017214541462</c:v>
              </c:pt>
              <c:pt idx="607">
                <c:v>88.79593179067946</c:v>
              </c:pt>
              <c:pt idx="608">
                <c:v>88.8209235496038</c:v>
              </c:pt>
              <c:pt idx="609">
                <c:v>88.84517775576477</c:v>
              </c:pt>
              <c:pt idx="610">
                <c:v>88.86872323325125</c:v>
              </c:pt>
              <c:pt idx="611">
                <c:v>88.8915873877108</c:v>
              </c:pt>
              <c:pt idx="612">
                <c:v>88.91379629093684</c:v>
              </c:pt>
              <c:pt idx="613">
                <c:v>88.93537475952301</c:v>
              </c:pt>
              <c:pt idx="614">
                <c:v>88.95634642806463</c:v>
              </c:pt>
              <c:pt idx="615">
                <c:v>88.97673381733772</c:v>
              </c:pt>
              <c:pt idx="616">
                <c:v>88.99655839785537</c:v>
              </c:pt>
              <c:pt idx="617">
                <c:v>89.01584064915922</c:v>
              </c:pt>
              <c:pt idx="618">
                <c:v>89.03460011517521</c:v>
              </c:pt>
              <c:pt idx="619">
                <c:v>89.05285545593442</c:v>
              </c:pt>
              <c:pt idx="620">
                <c:v>89.07062449593286</c:v>
              </c:pt>
              <c:pt idx="621">
                <c:v>89.08792426938098</c:v>
              </c:pt>
              <c:pt idx="622">
                <c:v>89.10477106257288</c:v>
              </c:pt>
              <c:pt idx="623">
                <c:v>89.12118045358584</c:v>
              </c:pt>
              <c:pt idx="624">
                <c:v>89.13716734950408</c:v>
              </c:pt>
              <c:pt idx="625">
                <c:v>89.15274602134289</c:v>
              </c:pt>
              <c:pt idx="626">
                <c:v>89.16793013683775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89.21124340746539</c:v>
              </c:pt>
              <c:pt idx="630">
                <c:v>89.2249749495219</c:v>
              </c:pt>
              <c:pt idx="631">
                <c:v>89.23837224075584</c:v>
              </c:pt>
              <c:pt idx="632">
                <c:v>89.25144591567552</c:v>
              </c:pt>
              <c:pt idx="633">
                <c:v>89.26420618645972</c:v>
              </c:pt>
              <c:pt idx="634">
                <c:v>89.27666286318197</c:v>
              </c:pt>
              <c:pt idx="635">
                <c:v>89.28882537290119</c:v>
              </c:pt>
              <c:pt idx="636">
                <c:v>89.30070277768542</c:v>
              </c:pt>
              <c:pt idx="637">
                <c:v>89.31230379164205</c:v>
              </c:pt>
              <c:pt idx="638">
                <c:v>89.32363679701562</c:v>
              </c:pt>
              <c:pt idx="639">
                <c:v>89.33470985941123</c:v>
              </c:pt>
              <c:pt idx="640">
                <c:v>89.34553074219878</c:v>
              </c:pt>
              <c:pt idx="641">
                <c:v>89.35610692014929</c:v>
              </c:pt>
              <c:pt idx="642">
                <c:v>89.36644559234904</c:v>
              </c:pt>
              <c:pt idx="643">
                <c:v>89.37655369443645</c:v>
              </c:pt>
              <c:pt idx="644">
                <c:v>89.3864379102018</c:v>
              </c:pt>
              <c:pt idx="645">
                <c:v>89.3961046825881</c:v>
              </c:pt>
              <c:pt idx="646">
                <c:v>89.40556022412937</c:v>
              </c:pt>
              <c:pt idx="647">
                <c:v>89.41481052685798</c:v>
              </c:pt>
              <c:pt idx="648">
                <c:v>89.42386137171293</c:v>
              </c:pt>
              <c:pt idx="649">
                <c:v>89.43271833747795</c:v>
              </c:pt>
              <c:pt idx="650">
                <c:v>89.44138680927621</c:v>
              </c:pt>
              <c:pt idx="651">
                <c:v>89.44987198664643</c:v>
              </c:pt>
              <c:pt idx="652">
                <c:v>89.4581788912253</c:v>
              </c:pt>
              <c:pt idx="653">
                <c:v>89.46631237405649</c:v>
              </c:pt>
              <c:pt idx="654">
                <c:v>89.47427712254878</c:v>
              </c:pt>
              <c:pt idx="655">
                <c:v>89.48207766710185</c:v>
              </c:pt>
              <c:pt idx="656">
                <c:v>89.48971838741757</c:v>
              </c:pt>
              <c:pt idx="657">
                <c:v>89.49720351851467</c:v>
              </c:pt>
              <c:pt idx="658">
                <c:v>89.50453715646198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89.52566810092748</c:v>
              </c:pt>
              <c:pt idx="662">
                <c:v>89.53243413415245</c:v>
              </c:pt>
              <c:pt idx="663">
                <c:v>89.53906725316305</c:v>
              </c:pt>
              <c:pt idx="664">
                <c:v>89.54557082679177</c:v>
              </c:pt>
              <c:pt idx="665">
                <c:v>89.551948118347</c:v>
              </c:pt>
              <c:pt idx="666">
                <c:v>89.55820228957288</c:v>
              </c:pt>
              <c:pt idx="667">
                <c:v>89.56433640443399</c:v>
              </c:pt>
              <c:pt idx="668">
                <c:v>89.57035343273567</c:v>
              </c:pt>
              <c:pt idx="669">
                <c:v>89.57625625358749</c:v>
              </c:pt>
              <c:pt idx="670">
                <c:v>89.5820476587182</c:v>
              </c:pt>
              <c:pt idx="671">
                <c:v>89.587730355649</c:v>
              </c:pt>
              <c:pt idx="672">
                <c:v>89.5933069707316</c:v>
              </c:pt>
              <c:pt idx="673">
                <c:v>89.59878005205931</c:v>
              </c:pt>
              <c:pt idx="674">
                <c:v>89.60415207225554</c:v>
              </c:pt>
              <c:pt idx="675">
                <c:v>89.60942543114605</c:v>
              </c:pt>
              <c:pt idx="676">
                <c:v>89.61460245832133</c:v>
              </c:pt>
              <c:pt idx="677">
                <c:v>89.61968541559348</c:v>
              </c:pt>
              <c:pt idx="678">
                <c:v>89.62467649935247</c:v>
              </c:pt>
              <c:pt idx="679">
                <c:v>89.62957784282729</c:v>
              </c:pt>
              <c:pt idx="680">
                <c:v>89.6343915182553</c:v>
              </c:pt>
              <c:pt idx="681">
                <c:v>89.63911953896499</c:v>
              </c:pt>
              <c:pt idx="682">
                <c:v>89.6437638613764</c:v>
              </c:pt>
              <c:pt idx="683">
                <c:v>89.64832638692066</c:v>
              </c:pt>
              <c:pt idx="684">
                <c:v>89.6528089638857</c:v>
              </c:pt>
              <c:pt idx="685">
                <c:v>89.65721338918873</c:v>
              </c:pt>
              <c:pt idx="686">
                <c:v>89.66154141007995</c:v>
              </c:pt>
              <c:pt idx="687">
                <c:v>89.66579472578073</c:v>
              </c:pt>
              <c:pt idx="688">
                <c:v>89.66997498905843</c:v>
              </c:pt>
              <c:pt idx="689">
                <c:v>89.67408380774108</c:v>
              </c:pt>
              <c:pt idx="690">
                <c:v>89.67812274617468</c:v>
              </c:pt>
              <c:pt idx="691">
                <c:v>89.68209332662511</c:v>
              </c:pt>
              <c:pt idx="692">
                <c:v>89.68599703062793</c:v>
              </c:pt>
              <c:pt idx="693">
                <c:v>89.6898353002869</c:v>
              </c:pt>
              <c:pt idx="694">
                <c:v>89.6936095395251</c:v>
              </c:pt>
              <c:pt idx="695">
                <c:v>89.69732111528936</c:v>
              </c:pt>
              <c:pt idx="696">
                <c:v>89.70097135871043</c:v>
              </c:pt>
              <c:pt idx="697">
                <c:v>89.70456156622119</c:v>
              </c:pt>
              <c:pt idx="698">
                <c:v>89.70809300063324</c:v>
              </c:pt>
              <c:pt idx="699">
                <c:v>89.71156689217598</c:v>
              </c:pt>
              <c:pt idx="700">
                <c:v>89.71498443949716</c:v>
              </c:pt>
              <c:pt idx="701">
                <c:v>89.71834681062792</c:v>
              </c:pt>
              <c:pt idx="702">
                <c:v>89.72165514391402</c:v>
              </c:pt>
              <c:pt idx="703">
                <c:v>89.72491054891351</c:v>
              </c:pt>
              <c:pt idx="704">
                <c:v>89.72811410726331</c:v>
              </c:pt>
              <c:pt idx="705">
                <c:v>89.73126687351481</c:v>
              </c:pt>
              <c:pt idx="706">
                <c:v>89.73436987594098</c:v>
              </c:pt>
              <c:pt idx="707">
                <c:v>89.73742411731514</c:v>
              </c:pt>
              <c:pt idx="708">
                <c:v>89.74043057566337</c:v>
              </c:pt>
              <c:pt idx="709">
                <c:v>89.74339020499008</c:v>
              </c:pt>
              <c:pt idx="710">
                <c:v>89.74630393598024</c:v>
              </c:pt>
              <c:pt idx="711">
                <c:v>89.74917267667641</c:v>
              </c:pt>
              <c:pt idx="712">
                <c:v>89.75199731313398</c:v>
              </c:pt>
              <c:pt idx="713">
                <c:v>89.75477871005354</c:v>
              </c:pt>
              <c:pt idx="714">
                <c:v>89.75751771139282</c:v>
              </c:pt>
              <c:pt idx="715">
                <c:v>89.76021514095758</c:v>
              </c:pt>
              <c:pt idx="716">
                <c:v>89.76287180297356</c:v>
              </c:pt>
              <c:pt idx="717">
                <c:v>89.76548848263889</c:v>
              </c:pt>
              <c:pt idx="718">
                <c:v>89.76806594665936</c:v>
              </c:pt>
              <c:pt idx="719">
                <c:v>89.77060494376495</c:v>
              </c:pt>
              <c:pt idx="720">
                <c:v>89.77310620521077</c:v>
              </c:pt>
              <c:pt idx="721">
                <c:v>89.77557044526101</c:v>
              </c:pt>
              <c:pt idx="722">
                <c:v>89.77799836165778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89.78507090794027</c:v>
              </c:pt>
              <c:pt idx="726">
                <c:v>89.78736019227708</c:v>
              </c:pt>
              <c:pt idx="727">
                <c:v>89.7896164092198</c:v>
              </c:pt>
              <c:pt idx="728">
                <c:v>89.79184016641571</c:v>
              </c:pt>
              <c:pt idx="729">
                <c:v>89.79403205787911</c:v>
              </c:pt>
              <c:pt idx="730">
                <c:v>89.79619266435448</c:v>
              </c:pt>
              <c:pt idx="731">
                <c:v>89.79832255366767</c:v>
              </c:pt>
              <c:pt idx="732">
                <c:v>89.8004222810668</c:v>
              </c:pt>
              <c:pt idx="733">
                <c:v>89.80249238955271</c:v>
              </c:pt>
              <c:pt idx="734">
                <c:v>89.8045334101988</c:v>
              </c:pt>
              <c:pt idx="735">
                <c:v>89.80654586246195</c:v>
              </c:pt>
              <c:pt idx="736">
                <c:v>89.80853025448343</c:v>
              </c:pt>
              <c:pt idx="737">
                <c:v>89.81048708338118</c:v>
              </c:pt>
              <c:pt idx="738">
                <c:v>89.81241683553293</c:v>
              </c:pt>
              <c:pt idx="739">
                <c:v>89.81431998685133</c:v>
              </c:pt>
              <c:pt idx="740">
                <c:v>89.81619700305062</c:v>
              </c:pt>
              <c:pt idx="741">
                <c:v>89.81804833990547</c:v>
              </c:pt>
              <c:pt idx="742">
                <c:v>89.81987444350227</c:v>
              </c:pt>
              <c:pt idx="743">
                <c:v>89.821675750483</c:v>
              </c:pt>
              <c:pt idx="744">
                <c:v>89.823452688282</c:v>
              </c:pt>
              <c:pt idx="745">
                <c:v>89.82520567535592</c:v>
              </c:pt>
              <c:pt idx="746">
                <c:v>89.82693512140683</c:v>
              </c:pt>
              <c:pt idx="747">
                <c:v>89.82864142759927</c:v>
              </c:pt>
              <c:pt idx="748">
                <c:v>89.83032498677056</c:v>
              </c:pt>
              <c:pt idx="749">
                <c:v>89.83198618363555</c:v>
              </c:pt>
              <c:pt idx="750">
                <c:v>89.83362539498538</c:v>
              </c:pt>
              <c:pt idx="751">
                <c:v>89.83524298988054</c:v>
              </c:pt>
              <c:pt idx="752">
                <c:v>89.83683932983853</c:v>
              </c:pt>
              <c:pt idx="753">
                <c:v>89.83841476901625</c:v>
              </c:pt>
              <c:pt idx="754">
                <c:v>89.83996965438737</c:v>
              </c:pt>
              <c:pt idx="755">
                <c:v>89.84150432591451</c:v>
              </c:pt>
              <c:pt idx="756">
                <c:v>89.84301911671704</c:v>
              </c:pt>
              <c:pt idx="757">
                <c:v>89.84451435323368</c:v>
              </c:pt>
              <c:pt idx="758">
                <c:v>89.84599035538118</c:v>
              </c:pt>
              <c:pt idx="759">
                <c:v>89.8474474367084</c:v>
              </c:pt>
              <c:pt idx="760">
                <c:v>89.848885904546</c:v>
              </c:pt>
              <c:pt idx="761">
                <c:v>89.85030606015228</c:v>
              </c:pt>
              <c:pt idx="762">
                <c:v>89.85170819885506</c:v>
              </c:pt>
              <c:pt idx="763">
                <c:v>89.85309261018976</c:v>
              </c:pt>
              <c:pt idx="764">
                <c:v>89.8544595780335</c:v>
              </c:pt>
              <c:pt idx="765">
                <c:v>89.85580938073585</c:v>
              </c:pt>
              <c:pt idx="766">
                <c:v>89.8571422912461</c:v>
              </c:pt>
              <c:pt idx="767">
                <c:v>89.85845857723689</c:v>
              </c:pt>
              <c:pt idx="768">
                <c:v>89.85975850122485</c:v>
              </c:pt>
              <c:pt idx="769">
                <c:v>89.86104232068797</c:v>
              </c:pt>
              <c:pt idx="770">
                <c:v>89.86231028817977</c:v>
              </c:pt>
              <c:pt idx="771">
                <c:v>89.8635626514405</c:v>
              </c:pt>
              <c:pt idx="772">
                <c:v>89.86479965350574</c:v>
              </c:pt>
              <c:pt idx="773">
                <c:v>89.86602153281139</c:v>
              </c:pt>
              <c:pt idx="774">
                <c:v>89.86722852329717</c:v>
              </c:pt>
              <c:pt idx="775">
                <c:v>89.86842085450611</c:v>
              </c:pt>
              <c:pt idx="776">
                <c:v>89.86959875168267</c:v>
              </c:pt>
              <c:pt idx="777">
                <c:v>89.87076243586719</c:v>
              </c:pt>
              <c:pt idx="778">
                <c:v>89.871912123989</c:v>
              </c:pt>
              <c:pt idx="779">
                <c:v>89.87304802895656</c:v>
              </c:pt>
              <c:pt idx="780">
                <c:v>89.87417035974525</c:v>
              </c:pt>
              <c:pt idx="781">
                <c:v>89.87527932148329</c:v>
              </c:pt>
              <c:pt idx="782">
                <c:v>89.87637511553538</c:v>
              </c:pt>
              <c:pt idx="783">
                <c:v>89.8774579395839</c:v>
              </c:pt>
              <c:pt idx="784">
                <c:v>89.87852798770881</c:v>
              </c:pt>
              <c:pt idx="785">
                <c:v>89.8795854504647</c:v>
              </c:pt>
              <c:pt idx="786">
                <c:v>89.8806305149566</c:v>
              </c:pt>
              <c:pt idx="787">
                <c:v>89.88166336491348</c:v>
              </c:pt>
              <c:pt idx="788">
                <c:v>89.88268418076026</c:v>
              </c:pt>
              <c:pt idx="789">
                <c:v>89.8836931396878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</c:v>
              </c:pt>
              <c:pt idx="793">
                <c:v>89.88761384061476</c:v>
              </c:pt>
              <c:pt idx="794">
                <c:v>89.88856606431229</c:v>
              </c:pt>
              <c:pt idx="795">
                <c:v>89.88950743003585</c:v>
              </c:pt>
              <c:pt idx="796">
                <c:v>89.89043809416235</c:v>
              </c:pt>
              <c:pt idx="797">
                <c:v>89.89135821033727</c:v>
              </c:pt>
              <c:pt idx="798">
                <c:v>89.89226792953119</c:v>
              </c:pt>
              <c:pt idx="799">
                <c:v>89.89316740009438</c:v>
              </c:pt>
              <c:pt idx="800">
                <c:v>89.89405676781068</c:v>
              </c:pt>
            </c:numLit>
          </c:yVal>
        </c:ser>
        <c:ser>
          <c:idx val="2"/>
          <c:order val="2"/>
          <c:tx>
            <c:v>有损匹配</c:v>
          </c:tx>
          <c:spPr>
            <a:ln xmlns:a="http://schemas.openxmlformats.org/drawingml/2006/main"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0.8801</c:v>
              </c:pt>
              <c:pt idx="3">
                <c:v>0.88015</c:v>
              </c:pt>
              <c:pt idx="4">
                <c:v>0.8802</c:v>
              </c:pt>
              <c:pt idx="5">
                <c:v>0.88025</c:v>
              </c:pt>
              <c:pt idx="6">
                <c:v>0.8803</c:v>
              </c:pt>
              <c:pt idx="7">
                <c:v>0.88035</c:v>
              </c:pt>
              <c:pt idx="8">
                <c:v>0.8804</c:v>
              </c:pt>
              <c:pt idx="9">
                <c:v>0.88045</c:v>
              </c:pt>
              <c:pt idx="10">
                <c:v>0.8805</c:v>
              </c:pt>
              <c:pt idx="11">
                <c:v>0.88055</c:v>
              </c:pt>
              <c:pt idx="12">
                <c:v>0.8806</c:v>
              </c:pt>
              <c:pt idx="13">
                <c:v>0.88065</c:v>
              </c:pt>
              <c:pt idx="14">
                <c:v>0.8807</c:v>
              </c:pt>
              <c:pt idx="15">
                <c:v>0.88075</c:v>
              </c:pt>
              <c:pt idx="16">
                <c:v>0.8808</c:v>
              </c:pt>
              <c:pt idx="17">
                <c:v>0.88085</c:v>
              </c:pt>
              <c:pt idx="18">
                <c:v>0.8809</c:v>
              </c:pt>
              <c:pt idx="19">
                <c:v>0.88095</c:v>
              </c:pt>
              <c:pt idx="20">
                <c:v>0.881</c:v>
              </c:pt>
              <c:pt idx="21">
                <c:v>0.88105</c:v>
              </c:pt>
              <c:pt idx="22">
                <c:v>0.8811</c:v>
              </c:pt>
              <c:pt idx="23">
                <c:v>0.88115</c:v>
              </c:pt>
              <c:pt idx="24">
                <c:v>0.8812</c:v>
              </c:pt>
              <c:pt idx="25">
                <c:v>0.88125</c:v>
              </c:pt>
              <c:pt idx="26">
                <c:v>0.8813</c:v>
              </c:pt>
              <c:pt idx="27">
                <c:v>0.88135</c:v>
              </c:pt>
              <c:pt idx="28">
                <c:v>0.8814</c:v>
              </c:pt>
              <c:pt idx="29">
                <c:v>0.88145</c:v>
              </c:pt>
              <c:pt idx="30">
                <c:v>0.8815</c:v>
              </c:pt>
              <c:pt idx="31">
                <c:v>0.88155</c:v>
              </c:pt>
              <c:pt idx="32">
                <c:v>0.8816</c:v>
              </c:pt>
              <c:pt idx="33">
                <c:v>0.88165</c:v>
              </c:pt>
              <c:pt idx="34">
                <c:v>0.8817</c:v>
              </c:pt>
              <c:pt idx="35">
                <c:v>0.88175</c:v>
              </c:pt>
              <c:pt idx="36">
                <c:v>0.8818</c:v>
              </c:pt>
              <c:pt idx="37">
                <c:v>0.88185</c:v>
              </c:pt>
              <c:pt idx="38">
                <c:v>0.8819</c:v>
              </c:pt>
              <c:pt idx="39">
                <c:v>0.88195</c:v>
              </c:pt>
              <c:pt idx="40">
                <c:v>0.882</c:v>
              </c:pt>
              <c:pt idx="41">
                <c:v>0.88205</c:v>
              </c:pt>
              <c:pt idx="42">
                <c:v>0.8821</c:v>
              </c:pt>
              <c:pt idx="43">
                <c:v>0.88215</c:v>
              </c:pt>
              <c:pt idx="44">
                <c:v>0.8822</c:v>
              </c:pt>
              <c:pt idx="45">
                <c:v>0.88225</c:v>
              </c:pt>
              <c:pt idx="46">
                <c:v>0.8823</c:v>
              </c:pt>
              <c:pt idx="47">
                <c:v>0.88235</c:v>
              </c:pt>
              <c:pt idx="48">
                <c:v>0.8824</c:v>
              </c:pt>
              <c:pt idx="49">
                <c:v>0.88245</c:v>
              </c:pt>
              <c:pt idx="50">
                <c:v>0.8825</c:v>
              </c:pt>
              <c:pt idx="51">
                <c:v>0.88255</c:v>
              </c:pt>
              <c:pt idx="52">
                <c:v>0.8826</c:v>
              </c:pt>
              <c:pt idx="53">
                <c:v>0.88265</c:v>
              </c:pt>
              <c:pt idx="54">
                <c:v>0.8827</c:v>
              </c:pt>
              <c:pt idx="55">
                <c:v>0.88275</c:v>
              </c:pt>
              <c:pt idx="56">
                <c:v>0.8828</c:v>
              </c:pt>
              <c:pt idx="57">
                <c:v>0.88285</c:v>
              </c:pt>
              <c:pt idx="58">
                <c:v>0.8829</c:v>
              </c:pt>
              <c:pt idx="59">
                <c:v>0.88295</c:v>
              </c:pt>
              <c:pt idx="60">
                <c:v>0.883</c:v>
              </c:pt>
              <c:pt idx="61">
                <c:v>0.88305</c:v>
              </c:pt>
              <c:pt idx="62">
                <c:v>0.8831</c:v>
              </c:pt>
              <c:pt idx="63">
                <c:v>0.88315</c:v>
              </c:pt>
              <c:pt idx="64">
                <c:v>0.8832</c:v>
              </c:pt>
              <c:pt idx="65">
                <c:v>0.88325</c:v>
              </c:pt>
              <c:pt idx="66">
                <c:v>0.8833</c:v>
              </c:pt>
              <c:pt idx="67">
                <c:v>0.88335</c:v>
              </c:pt>
              <c:pt idx="68">
                <c:v>0.8834</c:v>
              </c:pt>
              <c:pt idx="69">
                <c:v>0.88345</c:v>
              </c:pt>
              <c:pt idx="70">
                <c:v>0.8835</c:v>
              </c:pt>
              <c:pt idx="71">
                <c:v>0.88355</c:v>
              </c:pt>
              <c:pt idx="72">
                <c:v>0.8836</c:v>
              </c:pt>
              <c:pt idx="73">
                <c:v>0.88365</c:v>
              </c:pt>
              <c:pt idx="74">
                <c:v>0.8837</c:v>
              </c:pt>
              <c:pt idx="75">
                <c:v>0.88375</c:v>
              </c:pt>
              <c:pt idx="76">
                <c:v>0.8838</c:v>
              </c:pt>
              <c:pt idx="77">
                <c:v>0.88385</c:v>
              </c:pt>
              <c:pt idx="78">
                <c:v>0.8839</c:v>
              </c:pt>
              <c:pt idx="79">
                <c:v>0.88395</c:v>
              </c:pt>
              <c:pt idx="80">
                <c:v>0.884</c:v>
              </c:pt>
              <c:pt idx="81">
                <c:v>0.88405</c:v>
              </c:pt>
              <c:pt idx="82">
                <c:v>0.8841</c:v>
              </c:pt>
              <c:pt idx="83">
                <c:v>0.88415</c:v>
              </c:pt>
              <c:pt idx="84">
                <c:v>0.8842</c:v>
              </c:pt>
              <c:pt idx="85">
                <c:v>0.88425</c:v>
              </c:pt>
              <c:pt idx="86">
                <c:v>0.8843</c:v>
              </c:pt>
              <c:pt idx="87">
                <c:v>0.88435</c:v>
              </c:pt>
              <c:pt idx="88">
                <c:v>0.8844</c:v>
              </c:pt>
              <c:pt idx="89">
                <c:v>0.88445</c:v>
              </c:pt>
              <c:pt idx="90">
                <c:v>0.8845</c:v>
              </c:pt>
              <c:pt idx="91">
                <c:v>0.88455</c:v>
              </c:pt>
              <c:pt idx="92">
                <c:v>0.8846</c:v>
              </c:pt>
              <c:pt idx="93">
                <c:v>0.88465</c:v>
              </c:pt>
              <c:pt idx="94">
                <c:v>0.8847</c:v>
              </c:pt>
              <c:pt idx="95">
                <c:v>0.88475</c:v>
              </c:pt>
              <c:pt idx="96">
                <c:v>0.8848</c:v>
              </c:pt>
              <c:pt idx="97">
                <c:v>0.88485</c:v>
              </c:pt>
              <c:pt idx="98">
                <c:v>0.8849</c:v>
              </c:pt>
              <c:pt idx="99">
                <c:v>0.88495</c:v>
              </c:pt>
              <c:pt idx="100">
                <c:v>0.885</c:v>
              </c:pt>
              <c:pt idx="101">
                <c:v>0.88505</c:v>
              </c:pt>
              <c:pt idx="102">
                <c:v>0.8851</c:v>
              </c:pt>
              <c:pt idx="103">
                <c:v>0.88515</c:v>
              </c:pt>
              <c:pt idx="104">
                <c:v>0.8852</c:v>
              </c:pt>
              <c:pt idx="105">
                <c:v>0.88525</c:v>
              </c:pt>
              <c:pt idx="106">
                <c:v>0.8853</c:v>
              </c:pt>
              <c:pt idx="107">
                <c:v>0.88535</c:v>
              </c:pt>
              <c:pt idx="108">
                <c:v>0.8854</c:v>
              </c:pt>
              <c:pt idx="109">
                <c:v>0.88545</c:v>
              </c:pt>
              <c:pt idx="110">
                <c:v>0.8855</c:v>
              </c:pt>
              <c:pt idx="111">
                <c:v>0.88555</c:v>
              </c:pt>
              <c:pt idx="112">
                <c:v>0.8856</c:v>
              </c:pt>
              <c:pt idx="113">
                <c:v>0.88565</c:v>
              </c:pt>
              <c:pt idx="114">
                <c:v>0.8857</c:v>
              </c:pt>
              <c:pt idx="115">
                <c:v>0.88575</c:v>
              </c:pt>
              <c:pt idx="116">
                <c:v>0.8858</c:v>
              </c:pt>
              <c:pt idx="117">
                <c:v>0.88585</c:v>
              </c:pt>
              <c:pt idx="118">
                <c:v>0.8859</c:v>
              </c:pt>
              <c:pt idx="119">
                <c:v>0.88595</c:v>
              </c:pt>
              <c:pt idx="120">
                <c:v>0.886</c:v>
              </c:pt>
              <c:pt idx="121">
                <c:v>0.88605</c:v>
              </c:pt>
              <c:pt idx="122">
                <c:v>0.8861</c:v>
              </c:pt>
              <c:pt idx="123">
                <c:v>0.88615</c:v>
              </c:pt>
              <c:pt idx="124">
                <c:v>0.8862</c:v>
              </c:pt>
              <c:pt idx="125">
                <c:v>0.88625</c:v>
              </c:pt>
              <c:pt idx="126">
                <c:v>0.8863</c:v>
              </c:pt>
              <c:pt idx="127">
                <c:v>0.88635</c:v>
              </c:pt>
              <c:pt idx="128">
                <c:v>0.8864</c:v>
              </c:pt>
              <c:pt idx="129">
                <c:v>0.88645</c:v>
              </c:pt>
              <c:pt idx="130">
                <c:v>0.8865</c:v>
              </c:pt>
              <c:pt idx="131">
                <c:v>0.88655</c:v>
              </c:pt>
              <c:pt idx="132">
                <c:v>0.8866</c:v>
              </c:pt>
              <c:pt idx="133">
                <c:v>0.88665</c:v>
              </c:pt>
              <c:pt idx="134">
                <c:v>0.8867</c:v>
              </c:pt>
              <c:pt idx="135">
                <c:v>0.88675</c:v>
              </c:pt>
              <c:pt idx="136">
                <c:v>0.8868</c:v>
              </c:pt>
              <c:pt idx="137">
                <c:v>0.88685</c:v>
              </c:pt>
              <c:pt idx="138">
                <c:v>0.8869</c:v>
              </c:pt>
              <c:pt idx="139">
                <c:v>0.88695</c:v>
              </c:pt>
              <c:pt idx="140">
                <c:v>0.887</c:v>
              </c:pt>
              <c:pt idx="141">
                <c:v>0.88705</c:v>
              </c:pt>
              <c:pt idx="142">
                <c:v>0.8871</c:v>
              </c:pt>
              <c:pt idx="143">
                <c:v>0.88715</c:v>
              </c:pt>
              <c:pt idx="144">
                <c:v>0.8872</c:v>
              </c:pt>
              <c:pt idx="145">
                <c:v>0.88725</c:v>
              </c:pt>
              <c:pt idx="146">
                <c:v>0.8873</c:v>
              </c:pt>
              <c:pt idx="147">
                <c:v>0.88735</c:v>
              </c:pt>
              <c:pt idx="148">
                <c:v>0.8874</c:v>
              </c:pt>
              <c:pt idx="149">
                <c:v>0.88745</c:v>
              </c:pt>
              <c:pt idx="150">
                <c:v>0.8875</c:v>
              </c:pt>
              <c:pt idx="151">
                <c:v>0.88755</c:v>
              </c:pt>
              <c:pt idx="152">
                <c:v>0.8876</c:v>
              </c:pt>
              <c:pt idx="153">
                <c:v>0.88765</c:v>
              </c:pt>
              <c:pt idx="154">
                <c:v>0.8877</c:v>
              </c:pt>
              <c:pt idx="155">
                <c:v>0.88775</c:v>
              </c:pt>
              <c:pt idx="156">
                <c:v>0.8878</c:v>
              </c:pt>
              <c:pt idx="157">
                <c:v>0.88785</c:v>
              </c:pt>
              <c:pt idx="158">
                <c:v>0.8879</c:v>
              </c:pt>
              <c:pt idx="159">
                <c:v>0.88795</c:v>
              </c:pt>
              <c:pt idx="160">
                <c:v>0.888</c:v>
              </c:pt>
              <c:pt idx="161">
                <c:v>0.88805</c:v>
              </c:pt>
              <c:pt idx="162">
                <c:v>0.8881</c:v>
              </c:pt>
              <c:pt idx="163">
                <c:v>0.88815</c:v>
              </c:pt>
              <c:pt idx="164">
                <c:v>0.8882</c:v>
              </c:pt>
              <c:pt idx="165">
                <c:v>0.88825</c:v>
              </c:pt>
              <c:pt idx="166">
                <c:v>0.8883</c:v>
              </c:pt>
              <c:pt idx="167">
                <c:v>0.88835</c:v>
              </c:pt>
              <c:pt idx="168">
                <c:v>0.8884</c:v>
              </c:pt>
              <c:pt idx="169">
                <c:v>0.88845</c:v>
              </c:pt>
              <c:pt idx="170">
                <c:v>0.8885</c:v>
              </c:pt>
              <c:pt idx="171">
                <c:v>0.88855</c:v>
              </c:pt>
              <c:pt idx="172">
                <c:v>0.8886</c:v>
              </c:pt>
              <c:pt idx="173">
                <c:v>0.88865</c:v>
              </c:pt>
              <c:pt idx="174">
                <c:v>0.8887</c:v>
              </c:pt>
              <c:pt idx="175">
                <c:v>0.88875</c:v>
              </c:pt>
              <c:pt idx="176">
                <c:v>0.8888</c:v>
              </c:pt>
              <c:pt idx="177">
                <c:v>0.88885</c:v>
              </c:pt>
              <c:pt idx="178">
                <c:v>0.8889</c:v>
              </c:pt>
              <c:pt idx="179">
                <c:v>0.88895</c:v>
              </c:pt>
              <c:pt idx="180">
                <c:v>0.889</c:v>
              </c:pt>
              <c:pt idx="181">
                <c:v>0.88905</c:v>
              </c:pt>
              <c:pt idx="182">
                <c:v>0.8891</c:v>
              </c:pt>
              <c:pt idx="183">
                <c:v>0.88915</c:v>
              </c:pt>
              <c:pt idx="184">
                <c:v>0.8892</c:v>
              </c:pt>
              <c:pt idx="185">
                <c:v>0.88925</c:v>
              </c:pt>
              <c:pt idx="186">
                <c:v>0.8893</c:v>
              </c:pt>
              <c:pt idx="187">
                <c:v>0.88935</c:v>
              </c:pt>
              <c:pt idx="188">
                <c:v>0.8894</c:v>
              </c:pt>
              <c:pt idx="189">
                <c:v>0.88945</c:v>
              </c:pt>
              <c:pt idx="190">
                <c:v>0.8895</c:v>
              </c:pt>
              <c:pt idx="191">
                <c:v>0.88955</c:v>
              </c:pt>
              <c:pt idx="192">
                <c:v>0.8896</c:v>
              </c:pt>
              <c:pt idx="193">
                <c:v>0.88965</c:v>
              </c:pt>
              <c:pt idx="194">
                <c:v>0.8897</c:v>
              </c:pt>
              <c:pt idx="195">
                <c:v>0.88975</c:v>
              </c:pt>
              <c:pt idx="196">
                <c:v>0.8898</c:v>
              </c:pt>
              <c:pt idx="197">
                <c:v>0.88985</c:v>
              </c:pt>
              <c:pt idx="198">
                <c:v>0.8899</c:v>
              </c:pt>
              <c:pt idx="199">
                <c:v>0.88995</c:v>
              </c:pt>
              <c:pt idx="200">
                <c:v>0.89</c:v>
              </c:pt>
              <c:pt idx="201">
                <c:v>0.89005</c:v>
              </c:pt>
              <c:pt idx="202">
                <c:v>0.8901</c:v>
              </c:pt>
              <c:pt idx="203">
                <c:v>0.89015</c:v>
              </c:pt>
              <c:pt idx="204">
                <c:v>0.8902</c:v>
              </c:pt>
              <c:pt idx="205">
                <c:v>0.89025</c:v>
              </c:pt>
              <c:pt idx="206">
                <c:v>0.8903</c:v>
              </c:pt>
              <c:pt idx="207">
                <c:v>0.89035</c:v>
              </c:pt>
              <c:pt idx="208">
                <c:v>0.8904</c:v>
              </c:pt>
              <c:pt idx="209">
                <c:v>0.89045</c:v>
              </c:pt>
              <c:pt idx="210">
                <c:v>0.8905</c:v>
              </c:pt>
              <c:pt idx="211">
                <c:v>0.89055</c:v>
              </c:pt>
              <c:pt idx="212">
                <c:v>0.8906</c:v>
              </c:pt>
              <c:pt idx="213">
                <c:v>0.89065</c:v>
              </c:pt>
              <c:pt idx="214">
                <c:v>0.8907</c:v>
              </c:pt>
              <c:pt idx="215">
                <c:v>0.89075</c:v>
              </c:pt>
              <c:pt idx="216">
                <c:v>0.8908</c:v>
              </c:pt>
              <c:pt idx="217">
                <c:v>0.89085</c:v>
              </c:pt>
              <c:pt idx="218">
                <c:v>0.8909</c:v>
              </c:pt>
              <c:pt idx="219">
                <c:v>0.89095</c:v>
              </c:pt>
              <c:pt idx="220">
                <c:v>0.891</c:v>
              </c:pt>
              <c:pt idx="221">
                <c:v>0.89105</c:v>
              </c:pt>
              <c:pt idx="222">
                <c:v>0.8911</c:v>
              </c:pt>
              <c:pt idx="223">
                <c:v>0.89115</c:v>
              </c:pt>
              <c:pt idx="224">
                <c:v>0.8912</c:v>
              </c:pt>
              <c:pt idx="225">
                <c:v>0.89125</c:v>
              </c:pt>
              <c:pt idx="226">
                <c:v>0.8913</c:v>
              </c:pt>
              <c:pt idx="227">
                <c:v>0.89135</c:v>
              </c:pt>
              <c:pt idx="228">
                <c:v>0.8914</c:v>
              </c:pt>
              <c:pt idx="229">
                <c:v>0.89145</c:v>
              </c:pt>
              <c:pt idx="230">
                <c:v>0.8915</c:v>
              </c:pt>
              <c:pt idx="231">
                <c:v>0.89155</c:v>
              </c:pt>
              <c:pt idx="232">
                <c:v>0.8916</c:v>
              </c:pt>
              <c:pt idx="233">
                <c:v>0.89165</c:v>
              </c:pt>
              <c:pt idx="234">
                <c:v>0.8917</c:v>
              </c:pt>
              <c:pt idx="235">
                <c:v>0.89175</c:v>
              </c:pt>
              <c:pt idx="236">
                <c:v>0.8918</c:v>
              </c:pt>
              <c:pt idx="237">
                <c:v>0.89185</c:v>
              </c:pt>
              <c:pt idx="238">
                <c:v>0.8919</c:v>
              </c:pt>
              <c:pt idx="239">
                <c:v>0.89195</c:v>
              </c:pt>
              <c:pt idx="240">
                <c:v>0.892</c:v>
              </c:pt>
              <c:pt idx="241">
                <c:v>0.89205</c:v>
              </c:pt>
              <c:pt idx="242">
                <c:v>0.8921</c:v>
              </c:pt>
              <c:pt idx="243">
                <c:v>0.89215</c:v>
              </c:pt>
              <c:pt idx="244">
                <c:v>0.8922</c:v>
              </c:pt>
              <c:pt idx="245">
                <c:v>0.89225</c:v>
              </c:pt>
              <c:pt idx="246">
                <c:v>0.8923</c:v>
              </c:pt>
              <c:pt idx="247">
                <c:v>0.89235</c:v>
              </c:pt>
              <c:pt idx="248">
                <c:v>0.8924</c:v>
              </c:pt>
              <c:pt idx="249">
                <c:v>0.89245</c:v>
              </c:pt>
              <c:pt idx="250">
                <c:v>0.8925</c:v>
              </c:pt>
              <c:pt idx="251">
                <c:v>0.89255</c:v>
              </c:pt>
              <c:pt idx="252">
                <c:v>0.8926</c:v>
              </c:pt>
              <c:pt idx="253">
                <c:v>0.89265</c:v>
              </c:pt>
              <c:pt idx="254">
                <c:v>0.8927</c:v>
              </c:pt>
              <c:pt idx="255">
                <c:v>0.89275</c:v>
              </c:pt>
              <c:pt idx="256">
                <c:v>0.8928</c:v>
              </c:pt>
              <c:pt idx="257">
                <c:v>0.89285</c:v>
              </c:pt>
              <c:pt idx="258">
                <c:v>0.8929</c:v>
              </c:pt>
              <c:pt idx="259">
                <c:v>0.89295</c:v>
              </c:pt>
              <c:pt idx="260">
                <c:v>0.893</c:v>
              </c:pt>
              <c:pt idx="261">
                <c:v>0.89305</c:v>
              </c:pt>
              <c:pt idx="262">
                <c:v>0.8931</c:v>
              </c:pt>
              <c:pt idx="263">
                <c:v>0.89315</c:v>
              </c:pt>
              <c:pt idx="264">
                <c:v>0.8932</c:v>
              </c:pt>
              <c:pt idx="265">
                <c:v>0.89325</c:v>
              </c:pt>
              <c:pt idx="266">
                <c:v>0.8933</c:v>
              </c:pt>
              <c:pt idx="267">
                <c:v>0.89335</c:v>
              </c:pt>
              <c:pt idx="268">
                <c:v>0.8934</c:v>
              </c:pt>
              <c:pt idx="269">
                <c:v>0.89345</c:v>
              </c:pt>
              <c:pt idx="270">
                <c:v>0.8935</c:v>
              </c:pt>
              <c:pt idx="271">
                <c:v>0.89355</c:v>
              </c:pt>
              <c:pt idx="272">
                <c:v>0.8936</c:v>
              </c:pt>
              <c:pt idx="273">
                <c:v>0.89365</c:v>
              </c:pt>
              <c:pt idx="274">
                <c:v>0.8937</c:v>
              </c:pt>
              <c:pt idx="275">
                <c:v>0.89375</c:v>
              </c:pt>
              <c:pt idx="276">
                <c:v>0.8938</c:v>
              </c:pt>
              <c:pt idx="277">
                <c:v>0.89385</c:v>
              </c:pt>
              <c:pt idx="278">
                <c:v>0.8939</c:v>
              </c:pt>
              <c:pt idx="279">
                <c:v>0.89395</c:v>
              </c:pt>
              <c:pt idx="280">
                <c:v>0.894</c:v>
              </c:pt>
              <c:pt idx="281">
                <c:v>0.89405</c:v>
              </c:pt>
              <c:pt idx="282">
                <c:v>0.8941</c:v>
              </c:pt>
              <c:pt idx="283">
                <c:v>0.89415</c:v>
              </c:pt>
              <c:pt idx="284">
                <c:v>0.8942</c:v>
              </c:pt>
              <c:pt idx="285">
                <c:v>0.89425</c:v>
              </c:pt>
              <c:pt idx="286">
                <c:v>0.8943</c:v>
              </c:pt>
              <c:pt idx="287">
                <c:v>0.89435</c:v>
              </c:pt>
              <c:pt idx="288">
                <c:v>0.8944</c:v>
              </c:pt>
              <c:pt idx="289">
                <c:v>0.89445</c:v>
              </c:pt>
              <c:pt idx="290">
                <c:v>0.8945</c:v>
              </c:pt>
              <c:pt idx="291">
                <c:v>0.89455</c:v>
              </c:pt>
              <c:pt idx="292">
                <c:v>0.8946</c:v>
              </c:pt>
              <c:pt idx="293">
                <c:v>0.89465</c:v>
              </c:pt>
              <c:pt idx="294">
                <c:v>0.8947</c:v>
              </c:pt>
              <c:pt idx="295">
                <c:v>0.89475</c:v>
              </c:pt>
              <c:pt idx="296">
                <c:v>0.8948</c:v>
              </c:pt>
              <c:pt idx="297">
                <c:v>0.89485</c:v>
              </c:pt>
              <c:pt idx="298">
                <c:v>0.8949</c:v>
              </c:pt>
              <c:pt idx="299">
                <c:v>0.89495</c:v>
              </c:pt>
              <c:pt idx="300">
                <c:v>0.895</c:v>
              </c:pt>
              <c:pt idx="301">
                <c:v>0.89505</c:v>
              </c:pt>
              <c:pt idx="302">
                <c:v>0.8951</c:v>
              </c:pt>
              <c:pt idx="303">
                <c:v>0.89515</c:v>
              </c:pt>
              <c:pt idx="304">
                <c:v>0.8952</c:v>
              </c:pt>
              <c:pt idx="305">
                <c:v>0.89525</c:v>
              </c:pt>
              <c:pt idx="306">
                <c:v>0.8953</c:v>
              </c:pt>
              <c:pt idx="307">
                <c:v>0.89535</c:v>
              </c:pt>
              <c:pt idx="308">
                <c:v>0.8954</c:v>
              </c:pt>
              <c:pt idx="309">
                <c:v>0.89545</c:v>
              </c:pt>
              <c:pt idx="310">
                <c:v>0.8955</c:v>
              </c:pt>
              <c:pt idx="311">
                <c:v>0.89555</c:v>
              </c:pt>
              <c:pt idx="312">
                <c:v>0.8956</c:v>
              </c:pt>
              <c:pt idx="313">
                <c:v>0.89565</c:v>
              </c:pt>
              <c:pt idx="314">
                <c:v>0.8957</c:v>
              </c:pt>
              <c:pt idx="315">
                <c:v>0.89575</c:v>
              </c:pt>
              <c:pt idx="316">
                <c:v>0.8958</c:v>
              </c:pt>
              <c:pt idx="317">
                <c:v>0.89585</c:v>
              </c:pt>
              <c:pt idx="318">
                <c:v>0.8959</c:v>
              </c:pt>
              <c:pt idx="319">
                <c:v>0.89595</c:v>
              </c:pt>
              <c:pt idx="320">
                <c:v>0.896</c:v>
              </c:pt>
              <c:pt idx="321">
                <c:v>0.89605</c:v>
              </c:pt>
              <c:pt idx="322">
                <c:v>0.8961</c:v>
              </c:pt>
              <c:pt idx="323">
                <c:v>0.89615</c:v>
              </c:pt>
              <c:pt idx="324">
                <c:v>0.8962</c:v>
              </c:pt>
              <c:pt idx="325">
                <c:v>0.89625</c:v>
              </c:pt>
              <c:pt idx="326">
                <c:v>0.8963</c:v>
              </c:pt>
              <c:pt idx="327">
                <c:v>0.89635</c:v>
              </c:pt>
              <c:pt idx="328">
                <c:v>0.8964</c:v>
              </c:pt>
              <c:pt idx="329">
                <c:v>0.89645</c:v>
              </c:pt>
              <c:pt idx="330">
                <c:v>0.8965</c:v>
              </c:pt>
              <c:pt idx="331">
                <c:v>0.89655</c:v>
              </c:pt>
              <c:pt idx="332">
                <c:v>0.8966</c:v>
              </c:pt>
              <c:pt idx="333">
                <c:v>0.89665</c:v>
              </c:pt>
              <c:pt idx="334">
                <c:v>0.8967</c:v>
              </c:pt>
              <c:pt idx="335">
                <c:v>0.89675</c:v>
              </c:pt>
              <c:pt idx="336">
                <c:v>0.8968</c:v>
              </c:pt>
              <c:pt idx="337">
                <c:v>0.89685</c:v>
              </c:pt>
              <c:pt idx="338">
                <c:v>0.8969</c:v>
              </c:pt>
              <c:pt idx="339">
                <c:v>0.89695</c:v>
              </c:pt>
              <c:pt idx="340">
                <c:v>0.897</c:v>
              </c:pt>
              <c:pt idx="341">
                <c:v>0.89705</c:v>
              </c:pt>
              <c:pt idx="342">
                <c:v>0.8971</c:v>
              </c:pt>
              <c:pt idx="343">
                <c:v>0.89715</c:v>
              </c:pt>
              <c:pt idx="344">
                <c:v>0.8972</c:v>
              </c:pt>
              <c:pt idx="345">
                <c:v>0.89725</c:v>
              </c:pt>
              <c:pt idx="346">
                <c:v>0.8973</c:v>
              </c:pt>
              <c:pt idx="347">
                <c:v>0.89735</c:v>
              </c:pt>
              <c:pt idx="348">
                <c:v>0.8974</c:v>
              </c:pt>
              <c:pt idx="349">
                <c:v>0.89745</c:v>
              </c:pt>
              <c:pt idx="350">
                <c:v>0.8975</c:v>
              </c:pt>
              <c:pt idx="351">
                <c:v>0.89755</c:v>
              </c:pt>
              <c:pt idx="352">
                <c:v>0.8976</c:v>
              </c:pt>
              <c:pt idx="353">
                <c:v>0.89765</c:v>
              </c:pt>
              <c:pt idx="354">
                <c:v>0.8977</c:v>
              </c:pt>
              <c:pt idx="355">
                <c:v>0.89775</c:v>
              </c:pt>
              <c:pt idx="356">
                <c:v>0.8978</c:v>
              </c:pt>
              <c:pt idx="357">
                <c:v>0.89785</c:v>
              </c:pt>
              <c:pt idx="358">
                <c:v>0.8979</c:v>
              </c:pt>
              <c:pt idx="359">
                <c:v>0.89795</c:v>
              </c:pt>
              <c:pt idx="360">
                <c:v>0.898</c:v>
              </c:pt>
              <c:pt idx="361">
                <c:v>0.89805</c:v>
              </c:pt>
              <c:pt idx="362">
                <c:v>0.8981</c:v>
              </c:pt>
              <c:pt idx="363">
                <c:v>0.89815</c:v>
              </c:pt>
              <c:pt idx="364">
                <c:v>0.8982</c:v>
              </c:pt>
              <c:pt idx="365">
                <c:v>0.89825</c:v>
              </c:pt>
              <c:pt idx="366">
                <c:v>0.8983</c:v>
              </c:pt>
              <c:pt idx="367">
                <c:v>0.89835</c:v>
              </c:pt>
              <c:pt idx="368">
                <c:v>0.8984</c:v>
              </c:pt>
              <c:pt idx="369">
                <c:v>0.89845</c:v>
              </c:pt>
              <c:pt idx="370">
                <c:v>0.8985</c:v>
              </c:pt>
              <c:pt idx="371">
                <c:v>0.89855</c:v>
              </c:pt>
              <c:pt idx="372">
                <c:v>0.8986</c:v>
              </c:pt>
              <c:pt idx="373">
                <c:v>0.89865</c:v>
              </c:pt>
              <c:pt idx="374">
                <c:v>0.8987</c:v>
              </c:pt>
              <c:pt idx="375">
                <c:v>0.89875</c:v>
              </c:pt>
              <c:pt idx="376">
                <c:v>0.8988</c:v>
              </c:pt>
              <c:pt idx="377">
                <c:v>0.89885</c:v>
              </c:pt>
              <c:pt idx="378">
                <c:v>0.8989</c:v>
              </c:pt>
              <c:pt idx="379">
                <c:v>0.89895</c:v>
              </c:pt>
              <c:pt idx="380">
                <c:v>0.899</c:v>
              </c:pt>
              <c:pt idx="381">
                <c:v>0.89905</c:v>
              </c:pt>
              <c:pt idx="382">
                <c:v>0.8991</c:v>
              </c:pt>
              <c:pt idx="383">
                <c:v>0.89915</c:v>
              </c:pt>
              <c:pt idx="384">
                <c:v>0.8992</c:v>
              </c:pt>
              <c:pt idx="385">
                <c:v>0.89925</c:v>
              </c:pt>
              <c:pt idx="386">
                <c:v>0.8993</c:v>
              </c:pt>
              <c:pt idx="387">
                <c:v>0.89935</c:v>
              </c:pt>
              <c:pt idx="388">
                <c:v>0.8994</c:v>
              </c:pt>
              <c:pt idx="389">
                <c:v>0.89945</c:v>
              </c:pt>
              <c:pt idx="390">
                <c:v>0.8995</c:v>
              </c:pt>
              <c:pt idx="391">
                <c:v>0.89955</c:v>
              </c:pt>
              <c:pt idx="392">
                <c:v>0.8996</c:v>
              </c:pt>
              <c:pt idx="393">
                <c:v>0.89965</c:v>
              </c:pt>
              <c:pt idx="394">
                <c:v>0.8997</c:v>
              </c:pt>
              <c:pt idx="395">
                <c:v>0.89975</c:v>
              </c:pt>
              <c:pt idx="396">
                <c:v>0.8998</c:v>
              </c:pt>
              <c:pt idx="397">
                <c:v>0.89985</c:v>
              </c:pt>
              <c:pt idx="398">
                <c:v>0.8999</c:v>
              </c:pt>
              <c:pt idx="399">
                <c:v>0.89995</c:v>
              </c:pt>
              <c:pt idx="400">
                <c:v>0.9</c:v>
              </c:pt>
              <c:pt idx="401">
                <c:v>0.90005</c:v>
              </c:pt>
              <c:pt idx="402">
                <c:v>0.9001</c:v>
              </c:pt>
              <c:pt idx="403">
                <c:v>0.90015</c:v>
              </c:pt>
              <c:pt idx="404">
                <c:v>0.9002</c:v>
              </c:pt>
              <c:pt idx="405">
                <c:v>0.90025</c:v>
              </c:pt>
              <c:pt idx="406">
                <c:v>0.9003</c:v>
              </c:pt>
              <c:pt idx="407">
                <c:v>0.90035</c:v>
              </c:pt>
              <c:pt idx="408">
                <c:v>0.9004</c:v>
              </c:pt>
              <c:pt idx="409">
                <c:v>0.90045</c:v>
              </c:pt>
              <c:pt idx="410">
                <c:v>0.9005</c:v>
              </c:pt>
              <c:pt idx="411">
                <c:v>0.90055</c:v>
              </c:pt>
              <c:pt idx="412">
                <c:v>0.9006</c:v>
              </c:pt>
              <c:pt idx="413">
                <c:v>0.90065</c:v>
              </c:pt>
              <c:pt idx="414">
                <c:v>0.9007</c:v>
              </c:pt>
              <c:pt idx="415">
                <c:v>0.90075</c:v>
              </c:pt>
              <c:pt idx="416">
                <c:v>0.9008</c:v>
              </c:pt>
              <c:pt idx="417">
                <c:v>0.90085</c:v>
              </c:pt>
              <c:pt idx="418">
                <c:v>0.9009</c:v>
              </c:pt>
              <c:pt idx="419">
                <c:v>0.90095</c:v>
              </c:pt>
              <c:pt idx="420">
                <c:v>0.901</c:v>
              </c:pt>
              <c:pt idx="421">
                <c:v>0.90105</c:v>
              </c:pt>
              <c:pt idx="422">
                <c:v>0.9011</c:v>
              </c:pt>
              <c:pt idx="423">
                <c:v>0.90115</c:v>
              </c:pt>
              <c:pt idx="424">
                <c:v>0.9012</c:v>
              </c:pt>
              <c:pt idx="425">
                <c:v>0.90125</c:v>
              </c:pt>
              <c:pt idx="426">
                <c:v>0.9013</c:v>
              </c:pt>
              <c:pt idx="427">
                <c:v>0.90135</c:v>
              </c:pt>
              <c:pt idx="428">
                <c:v>0.9014</c:v>
              </c:pt>
              <c:pt idx="429">
                <c:v>0.90145</c:v>
              </c:pt>
              <c:pt idx="430">
                <c:v>0.9015</c:v>
              </c:pt>
              <c:pt idx="431">
                <c:v>0.90155</c:v>
              </c:pt>
              <c:pt idx="432">
                <c:v>0.9016</c:v>
              </c:pt>
              <c:pt idx="433">
                <c:v>0.90165</c:v>
              </c:pt>
              <c:pt idx="434">
                <c:v>0.9017</c:v>
              </c:pt>
              <c:pt idx="435">
                <c:v>0.90175</c:v>
              </c:pt>
              <c:pt idx="436">
                <c:v>0.9018</c:v>
              </c:pt>
              <c:pt idx="437">
                <c:v>0.90185</c:v>
              </c:pt>
              <c:pt idx="438">
                <c:v>0.9019</c:v>
              </c:pt>
              <c:pt idx="439">
                <c:v>0.90195</c:v>
              </c:pt>
              <c:pt idx="440">
                <c:v>0.902</c:v>
              </c:pt>
              <c:pt idx="441">
                <c:v>0.90205</c:v>
              </c:pt>
              <c:pt idx="442">
                <c:v>0.9021</c:v>
              </c:pt>
              <c:pt idx="443">
                <c:v>0.90215</c:v>
              </c:pt>
              <c:pt idx="444">
                <c:v>0.9022</c:v>
              </c:pt>
              <c:pt idx="445">
                <c:v>0.90225</c:v>
              </c:pt>
              <c:pt idx="446">
                <c:v>0.9023</c:v>
              </c:pt>
              <c:pt idx="447">
                <c:v>0.90235</c:v>
              </c:pt>
              <c:pt idx="448">
                <c:v>0.9024</c:v>
              </c:pt>
              <c:pt idx="449">
                <c:v>0.90245</c:v>
              </c:pt>
              <c:pt idx="450">
                <c:v>0.9025</c:v>
              </c:pt>
              <c:pt idx="451">
                <c:v>0.90255</c:v>
              </c:pt>
              <c:pt idx="452">
                <c:v>0.9026</c:v>
              </c:pt>
              <c:pt idx="453">
                <c:v>0.90265</c:v>
              </c:pt>
              <c:pt idx="454">
                <c:v>0.9027</c:v>
              </c:pt>
              <c:pt idx="455">
                <c:v>0.90275</c:v>
              </c:pt>
              <c:pt idx="456">
                <c:v>0.9028</c:v>
              </c:pt>
              <c:pt idx="457">
                <c:v>0.90285</c:v>
              </c:pt>
              <c:pt idx="458">
                <c:v>0.9029</c:v>
              </c:pt>
              <c:pt idx="459">
                <c:v>0.90295</c:v>
              </c:pt>
              <c:pt idx="460">
                <c:v>0.903</c:v>
              </c:pt>
              <c:pt idx="461">
                <c:v>0.90305</c:v>
              </c:pt>
              <c:pt idx="462">
                <c:v>0.9031</c:v>
              </c:pt>
              <c:pt idx="463">
                <c:v>0.90315</c:v>
              </c:pt>
              <c:pt idx="464">
                <c:v>0.9032</c:v>
              </c:pt>
              <c:pt idx="465">
                <c:v>0.90325</c:v>
              </c:pt>
              <c:pt idx="466">
                <c:v>0.9033</c:v>
              </c:pt>
              <c:pt idx="467">
                <c:v>0.90335</c:v>
              </c:pt>
              <c:pt idx="468">
                <c:v>0.9034</c:v>
              </c:pt>
              <c:pt idx="469">
                <c:v>0.90345</c:v>
              </c:pt>
              <c:pt idx="470">
                <c:v>0.9035</c:v>
              </c:pt>
              <c:pt idx="471">
                <c:v>0.90355</c:v>
              </c:pt>
              <c:pt idx="472">
                <c:v>0.9036</c:v>
              </c:pt>
              <c:pt idx="473">
                <c:v>0.90365</c:v>
              </c:pt>
              <c:pt idx="474">
                <c:v>0.9037</c:v>
              </c:pt>
              <c:pt idx="475">
                <c:v>0.90375</c:v>
              </c:pt>
              <c:pt idx="476">
                <c:v>0.9038</c:v>
              </c:pt>
              <c:pt idx="477">
                <c:v>0.90385</c:v>
              </c:pt>
              <c:pt idx="478">
                <c:v>0.9039</c:v>
              </c:pt>
              <c:pt idx="479">
                <c:v>0.90395</c:v>
              </c:pt>
              <c:pt idx="480">
                <c:v>0.904</c:v>
              </c:pt>
              <c:pt idx="481">
                <c:v>0.90405</c:v>
              </c:pt>
              <c:pt idx="482">
                <c:v>0.9041</c:v>
              </c:pt>
              <c:pt idx="483">
                <c:v>0.90415</c:v>
              </c:pt>
              <c:pt idx="484">
                <c:v>0.9042</c:v>
              </c:pt>
              <c:pt idx="485">
                <c:v>0.90425</c:v>
              </c:pt>
              <c:pt idx="486">
                <c:v>0.9043</c:v>
              </c:pt>
              <c:pt idx="487">
                <c:v>0.90435</c:v>
              </c:pt>
              <c:pt idx="488">
                <c:v>0.9044</c:v>
              </c:pt>
              <c:pt idx="489">
                <c:v>0.90445</c:v>
              </c:pt>
              <c:pt idx="490">
                <c:v>0.9045</c:v>
              </c:pt>
              <c:pt idx="491">
                <c:v>0.90455</c:v>
              </c:pt>
              <c:pt idx="492">
                <c:v>0.9046</c:v>
              </c:pt>
              <c:pt idx="493">
                <c:v>0.90465</c:v>
              </c:pt>
              <c:pt idx="494">
                <c:v>0.9047</c:v>
              </c:pt>
              <c:pt idx="495">
                <c:v>0.90475</c:v>
              </c:pt>
              <c:pt idx="496">
                <c:v>0.9048</c:v>
              </c:pt>
              <c:pt idx="497">
                <c:v>0.90485</c:v>
              </c:pt>
              <c:pt idx="498">
                <c:v>0.9049</c:v>
              </c:pt>
              <c:pt idx="499">
                <c:v>0.90495</c:v>
              </c:pt>
              <c:pt idx="500">
                <c:v>0.905</c:v>
              </c:pt>
              <c:pt idx="501">
                <c:v>0.90505</c:v>
              </c:pt>
              <c:pt idx="502">
                <c:v>0.9051</c:v>
              </c:pt>
              <c:pt idx="503">
                <c:v>0.90515</c:v>
              </c:pt>
              <c:pt idx="504">
                <c:v>0.9052</c:v>
              </c:pt>
              <c:pt idx="505">
                <c:v>0.90525</c:v>
              </c:pt>
              <c:pt idx="506">
                <c:v>0.9053</c:v>
              </c:pt>
              <c:pt idx="507">
                <c:v>0.90535</c:v>
              </c:pt>
              <c:pt idx="508">
                <c:v>0.9054</c:v>
              </c:pt>
              <c:pt idx="509">
                <c:v>0.90545</c:v>
              </c:pt>
              <c:pt idx="510">
                <c:v>0.9055</c:v>
              </c:pt>
              <c:pt idx="511">
                <c:v>0.90555</c:v>
              </c:pt>
              <c:pt idx="512">
                <c:v>0.9056</c:v>
              </c:pt>
              <c:pt idx="513">
                <c:v>0.90565</c:v>
              </c:pt>
              <c:pt idx="514">
                <c:v>0.9057</c:v>
              </c:pt>
              <c:pt idx="515">
                <c:v>0.90575</c:v>
              </c:pt>
              <c:pt idx="516">
                <c:v>0.9058</c:v>
              </c:pt>
              <c:pt idx="517">
                <c:v>0.90585</c:v>
              </c:pt>
              <c:pt idx="518">
                <c:v>0.9059</c:v>
              </c:pt>
              <c:pt idx="519">
                <c:v>0.90595</c:v>
              </c:pt>
              <c:pt idx="520">
                <c:v>0.906</c:v>
              </c:pt>
              <c:pt idx="521">
                <c:v>0.90605</c:v>
              </c:pt>
              <c:pt idx="522">
                <c:v>0.9061</c:v>
              </c:pt>
              <c:pt idx="523">
                <c:v>0.90615</c:v>
              </c:pt>
              <c:pt idx="524">
                <c:v>0.9062</c:v>
              </c:pt>
              <c:pt idx="525">
                <c:v>0.90625</c:v>
              </c:pt>
              <c:pt idx="526">
                <c:v>0.9063</c:v>
              </c:pt>
              <c:pt idx="527">
                <c:v>0.90635</c:v>
              </c:pt>
              <c:pt idx="528">
                <c:v>0.9064</c:v>
              </c:pt>
              <c:pt idx="529">
                <c:v>0.90645</c:v>
              </c:pt>
              <c:pt idx="530">
                <c:v>0.9065</c:v>
              </c:pt>
              <c:pt idx="531">
                <c:v>0.90655</c:v>
              </c:pt>
              <c:pt idx="532">
                <c:v>0.9066</c:v>
              </c:pt>
              <c:pt idx="533">
                <c:v>0.90665</c:v>
              </c:pt>
              <c:pt idx="534">
                <c:v>0.9067</c:v>
              </c:pt>
              <c:pt idx="535">
                <c:v>0.90675</c:v>
              </c:pt>
              <c:pt idx="536">
                <c:v>0.9068</c:v>
              </c:pt>
              <c:pt idx="537">
                <c:v>0.90685</c:v>
              </c:pt>
              <c:pt idx="538">
                <c:v>0.9069</c:v>
              </c:pt>
              <c:pt idx="539">
                <c:v>0.90695</c:v>
              </c:pt>
              <c:pt idx="540">
                <c:v>0.907</c:v>
              </c:pt>
              <c:pt idx="541">
                <c:v>0.90705</c:v>
              </c:pt>
              <c:pt idx="542">
                <c:v>0.9071</c:v>
              </c:pt>
              <c:pt idx="543">
                <c:v>0.90715</c:v>
              </c:pt>
              <c:pt idx="544">
                <c:v>0.9072</c:v>
              </c:pt>
              <c:pt idx="545">
                <c:v>0.90725</c:v>
              </c:pt>
              <c:pt idx="546">
                <c:v>0.9073</c:v>
              </c:pt>
              <c:pt idx="547">
                <c:v>0.90735</c:v>
              </c:pt>
              <c:pt idx="548">
                <c:v>0.9074</c:v>
              </c:pt>
              <c:pt idx="549">
                <c:v>0.90745</c:v>
              </c:pt>
              <c:pt idx="550">
                <c:v>0.9075</c:v>
              </c:pt>
              <c:pt idx="551">
                <c:v>0.90755</c:v>
              </c:pt>
              <c:pt idx="552">
                <c:v>0.9076</c:v>
              </c:pt>
              <c:pt idx="553">
                <c:v>0.90765</c:v>
              </c:pt>
              <c:pt idx="554">
                <c:v>0.9077</c:v>
              </c:pt>
              <c:pt idx="555">
                <c:v>0.90775</c:v>
              </c:pt>
              <c:pt idx="556">
                <c:v>0.9078</c:v>
              </c:pt>
              <c:pt idx="557">
                <c:v>0.90785</c:v>
              </c:pt>
              <c:pt idx="558">
                <c:v>0.9079</c:v>
              </c:pt>
              <c:pt idx="559">
                <c:v>0.90795</c:v>
              </c:pt>
              <c:pt idx="560">
                <c:v>0.908</c:v>
              </c:pt>
              <c:pt idx="561">
                <c:v>0.90805</c:v>
              </c:pt>
              <c:pt idx="562">
                <c:v>0.9081</c:v>
              </c:pt>
              <c:pt idx="563">
                <c:v>0.90815</c:v>
              </c:pt>
              <c:pt idx="564">
                <c:v>0.9082</c:v>
              </c:pt>
              <c:pt idx="565">
                <c:v>0.90825</c:v>
              </c:pt>
              <c:pt idx="566">
                <c:v>0.9083</c:v>
              </c:pt>
              <c:pt idx="567">
                <c:v>0.90835</c:v>
              </c:pt>
              <c:pt idx="568">
                <c:v>0.9084</c:v>
              </c:pt>
              <c:pt idx="569">
                <c:v>0.90845</c:v>
              </c:pt>
              <c:pt idx="570">
                <c:v>0.9085</c:v>
              </c:pt>
              <c:pt idx="571">
                <c:v>0.90855</c:v>
              </c:pt>
              <c:pt idx="572">
                <c:v>0.9086</c:v>
              </c:pt>
              <c:pt idx="573">
                <c:v>0.90865</c:v>
              </c:pt>
              <c:pt idx="574">
                <c:v>0.9087</c:v>
              </c:pt>
              <c:pt idx="575">
                <c:v>0.90875</c:v>
              </c:pt>
              <c:pt idx="576">
                <c:v>0.9088</c:v>
              </c:pt>
              <c:pt idx="577">
                <c:v>0.90885</c:v>
              </c:pt>
              <c:pt idx="578">
                <c:v>0.9089</c:v>
              </c:pt>
              <c:pt idx="579">
                <c:v>0.90895</c:v>
              </c:pt>
              <c:pt idx="580">
                <c:v>0.909</c:v>
              </c:pt>
              <c:pt idx="581">
                <c:v>0.90905</c:v>
              </c:pt>
              <c:pt idx="582">
                <c:v>0.9091</c:v>
              </c:pt>
              <c:pt idx="583">
                <c:v>0.90915</c:v>
              </c:pt>
              <c:pt idx="584">
                <c:v>0.9092</c:v>
              </c:pt>
              <c:pt idx="585">
                <c:v>0.90925</c:v>
              </c:pt>
              <c:pt idx="586">
                <c:v>0.9093</c:v>
              </c:pt>
              <c:pt idx="587">
                <c:v>0.90935</c:v>
              </c:pt>
              <c:pt idx="588">
                <c:v>0.9094</c:v>
              </c:pt>
              <c:pt idx="589">
                <c:v>0.90945</c:v>
              </c:pt>
              <c:pt idx="590">
                <c:v>0.9095</c:v>
              </c:pt>
              <c:pt idx="591">
                <c:v>0.90955</c:v>
              </c:pt>
              <c:pt idx="592">
                <c:v>0.9096</c:v>
              </c:pt>
              <c:pt idx="593">
                <c:v>0.90965</c:v>
              </c:pt>
              <c:pt idx="594">
                <c:v>0.9097</c:v>
              </c:pt>
              <c:pt idx="595">
                <c:v>0.90975</c:v>
              </c:pt>
              <c:pt idx="596">
                <c:v>0.9098</c:v>
              </c:pt>
              <c:pt idx="597">
                <c:v>0.90985</c:v>
              </c:pt>
              <c:pt idx="598">
                <c:v>0.9099</c:v>
              </c:pt>
              <c:pt idx="599">
                <c:v>0.90995</c:v>
              </c:pt>
              <c:pt idx="600">
                <c:v>0.91</c:v>
              </c:pt>
              <c:pt idx="601">
                <c:v>0.91005</c:v>
              </c:pt>
              <c:pt idx="602">
                <c:v>0.9101</c:v>
              </c:pt>
              <c:pt idx="603">
                <c:v>0.91015</c:v>
              </c:pt>
              <c:pt idx="604">
                <c:v>0.9102</c:v>
              </c:pt>
              <c:pt idx="605">
                <c:v>0.91025</c:v>
              </c:pt>
              <c:pt idx="606">
                <c:v>0.9103</c:v>
              </c:pt>
              <c:pt idx="607">
                <c:v>0.91035</c:v>
              </c:pt>
              <c:pt idx="608">
                <c:v>0.9104</c:v>
              </c:pt>
              <c:pt idx="609">
                <c:v>0.91045</c:v>
              </c:pt>
              <c:pt idx="610">
                <c:v>0.9105</c:v>
              </c:pt>
              <c:pt idx="611">
                <c:v>0.91055</c:v>
              </c:pt>
              <c:pt idx="612">
                <c:v>0.9106</c:v>
              </c:pt>
              <c:pt idx="613">
                <c:v>0.91065</c:v>
              </c:pt>
              <c:pt idx="614">
                <c:v>0.9107</c:v>
              </c:pt>
              <c:pt idx="615">
                <c:v>0.91075</c:v>
              </c:pt>
              <c:pt idx="616">
                <c:v>0.9108</c:v>
              </c:pt>
              <c:pt idx="617">
                <c:v>0.91085</c:v>
              </c:pt>
              <c:pt idx="618">
                <c:v>0.9109</c:v>
              </c:pt>
              <c:pt idx="619">
                <c:v>0.91095</c:v>
              </c:pt>
              <c:pt idx="620">
                <c:v>0.911</c:v>
              </c:pt>
              <c:pt idx="621">
                <c:v>0.91105</c:v>
              </c:pt>
              <c:pt idx="622">
                <c:v>0.9111</c:v>
              </c:pt>
              <c:pt idx="623">
                <c:v>0.91115</c:v>
              </c:pt>
              <c:pt idx="624">
                <c:v>0.9112</c:v>
              </c:pt>
              <c:pt idx="625">
                <c:v>0.91125</c:v>
              </c:pt>
              <c:pt idx="626">
                <c:v>0.9113</c:v>
              </c:pt>
              <c:pt idx="627">
                <c:v>0.91135</c:v>
              </c:pt>
              <c:pt idx="628">
                <c:v>0.9114</c:v>
              </c:pt>
              <c:pt idx="629">
                <c:v>0.91145</c:v>
              </c:pt>
              <c:pt idx="630">
                <c:v>0.9115</c:v>
              </c:pt>
              <c:pt idx="631">
                <c:v>0.91155</c:v>
              </c:pt>
              <c:pt idx="632">
                <c:v>0.9116</c:v>
              </c:pt>
              <c:pt idx="633">
                <c:v>0.91165</c:v>
              </c:pt>
              <c:pt idx="634">
                <c:v>0.9117</c:v>
              </c:pt>
              <c:pt idx="635">
                <c:v>0.91175</c:v>
              </c:pt>
              <c:pt idx="636">
                <c:v>0.9118</c:v>
              </c:pt>
              <c:pt idx="637">
                <c:v>0.91185</c:v>
              </c:pt>
              <c:pt idx="638">
                <c:v>0.9119</c:v>
              </c:pt>
              <c:pt idx="639">
                <c:v>0.91195</c:v>
              </c:pt>
              <c:pt idx="640">
                <c:v>0.912</c:v>
              </c:pt>
              <c:pt idx="641">
                <c:v>0.91205</c:v>
              </c:pt>
              <c:pt idx="642">
                <c:v>0.9121</c:v>
              </c:pt>
              <c:pt idx="643">
                <c:v>0.91215</c:v>
              </c:pt>
              <c:pt idx="644">
                <c:v>0.9122</c:v>
              </c:pt>
              <c:pt idx="645">
                <c:v>0.91225</c:v>
              </c:pt>
              <c:pt idx="646">
                <c:v>0.9123</c:v>
              </c:pt>
              <c:pt idx="647">
                <c:v>0.91235</c:v>
              </c:pt>
              <c:pt idx="648">
                <c:v>0.9124</c:v>
              </c:pt>
              <c:pt idx="649">
                <c:v>0.91245</c:v>
              </c:pt>
              <c:pt idx="650">
                <c:v>0.9125</c:v>
              </c:pt>
              <c:pt idx="651">
                <c:v>0.91255</c:v>
              </c:pt>
              <c:pt idx="652">
                <c:v>0.9126</c:v>
              </c:pt>
              <c:pt idx="653">
                <c:v>0.91265</c:v>
              </c:pt>
              <c:pt idx="654">
                <c:v>0.9127</c:v>
              </c:pt>
              <c:pt idx="655">
                <c:v>0.91275</c:v>
              </c:pt>
              <c:pt idx="656">
                <c:v>0.9128</c:v>
              </c:pt>
              <c:pt idx="657">
                <c:v>0.91285</c:v>
              </c:pt>
              <c:pt idx="658">
                <c:v>0.9129</c:v>
              </c:pt>
              <c:pt idx="659">
                <c:v>0.91295</c:v>
              </c:pt>
              <c:pt idx="660">
                <c:v>0.913</c:v>
              </c:pt>
              <c:pt idx="661">
                <c:v>0.91305</c:v>
              </c:pt>
              <c:pt idx="662">
                <c:v>0.9131</c:v>
              </c:pt>
              <c:pt idx="663">
                <c:v>0.91315</c:v>
              </c:pt>
              <c:pt idx="664">
                <c:v>0.9132</c:v>
              </c:pt>
              <c:pt idx="665">
                <c:v>0.91325</c:v>
              </c:pt>
              <c:pt idx="666">
                <c:v>0.9133</c:v>
              </c:pt>
              <c:pt idx="667">
                <c:v>0.91335</c:v>
              </c:pt>
              <c:pt idx="668">
                <c:v>0.9134</c:v>
              </c:pt>
              <c:pt idx="669">
                <c:v>0.91345</c:v>
              </c:pt>
              <c:pt idx="670">
                <c:v>0.9135</c:v>
              </c:pt>
              <c:pt idx="671">
                <c:v>0.91355</c:v>
              </c:pt>
              <c:pt idx="672">
                <c:v>0.9136</c:v>
              </c:pt>
              <c:pt idx="673">
                <c:v>0.91365</c:v>
              </c:pt>
              <c:pt idx="674">
                <c:v>0.9137</c:v>
              </c:pt>
              <c:pt idx="675">
                <c:v>0.91375</c:v>
              </c:pt>
              <c:pt idx="676">
                <c:v>0.9138</c:v>
              </c:pt>
              <c:pt idx="677">
                <c:v>0.91385</c:v>
              </c:pt>
              <c:pt idx="678">
                <c:v>0.9139</c:v>
              </c:pt>
              <c:pt idx="679">
                <c:v>0.91395</c:v>
              </c:pt>
              <c:pt idx="680">
                <c:v>0.914</c:v>
              </c:pt>
              <c:pt idx="681">
                <c:v>0.91405</c:v>
              </c:pt>
              <c:pt idx="682">
                <c:v>0.9141</c:v>
              </c:pt>
              <c:pt idx="683">
                <c:v>0.91415</c:v>
              </c:pt>
              <c:pt idx="684">
                <c:v>0.9142</c:v>
              </c:pt>
              <c:pt idx="685">
                <c:v>0.91425</c:v>
              </c:pt>
              <c:pt idx="686">
                <c:v>0.9143</c:v>
              </c:pt>
              <c:pt idx="687">
                <c:v>0.91435</c:v>
              </c:pt>
              <c:pt idx="688">
                <c:v>0.9144</c:v>
              </c:pt>
              <c:pt idx="689">
                <c:v>0.91445</c:v>
              </c:pt>
              <c:pt idx="690">
                <c:v>0.9145</c:v>
              </c:pt>
              <c:pt idx="691">
                <c:v>0.91455</c:v>
              </c:pt>
              <c:pt idx="692">
                <c:v>0.9146</c:v>
              </c:pt>
              <c:pt idx="693">
                <c:v>0.91465</c:v>
              </c:pt>
              <c:pt idx="694">
                <c:v>0.9147</c:v>
              </c:pt>
              <c:pt idx="695">
                <c:v>0.91475</c:v>
              </c:pt>
              <c:pt idx="696">
                <c:v>0.9148</c:v>
              </c:pt>
              <c:pt idx="697">
                <c:v>0.91485</c:v>
              </c:pt>
              <c:pt idx="698">
                <c:v>0.9149</c:v>
              </c:pt>
              <c:pt idx="699">
                <c:v>0.91495</c:v>
              </c:pt>
              <c:pt idx="700">
                <c:v>0.915</c:v>
              </c:pt>
              <c:pt idx="701">
                <c:v>0.91505</c:v>
              </c:pt>
              <c:pt idx="702">
                <c:v>0.9151</c:v>
              </c:pt>
              <c:pt idx="703">
                <c:v>0.91515</c:v>
              </c:pt>
              <c:pt idx="704">
                <c:v>0.9152</c:v>
              </c:pt>
              <c:pt idx="705">
                <c:v>0.91525</c:v>
              </c:pt>
              <c:pt idx="706">
                <c:v>0.9153</c:v>
              </c:pt>
              <c:pt idx="707">
                <c:v>0.91535</c:v>
              </c:pt>
              <c:pt idx="708">
                <c:v>0.9154</c:v>
              </c:pt>
              <c:pt idx="709">
                <c:v>0.91545</c:v>
              </c:pt>
              <c:pt idx="710">
                <c:v>0.9155</c:v>
              </c:pt>
              <c:pt idx="711">
                <c:v>0.91555</c:v>
              </c:pt>
              <c:pt idx="712">
                <c:v>0.9156</c:v>
              </c:pt>
              <c:pt idx="713">
                <c:v>0.91565</c:v>
              </c:pt>
              <c:pt idx="714">
                <c:v>0.9157</c:v>
              </c:pt>
              <c:pt idx="715">
                <c:v>0.91575</c:v>
              </c:pt>
              <c:pt idx="716">
                <c:v>0.9158</c:v>
              </c:pt>
              <c:pt idx="717">
                <c:v>0.91585</c:v>
              </c:pt>
              <c:pt idx="718">
                <c:v>0.9159</c:v>
              </c:pt>
              <c:pt idx="719">
                <c:v>0.91595</c:v>
              </c:pt>
              <c:pt idx="720">
                <c:v>0.916</c:v>
              </c:pt>
              <c:pt idx="721">
                <c:v>0.91605</c:v>
              </c:pt>
              <c:pt idx="722">
                <c:v>0.9161</c:v>
              </c:pt>
              <c:pt idx="723">
                <c:v>0.91615</c:v>
              </c:pt>
              <c:pt idx="724">
                <c:v>0.9162</c:v>
              </c:pt>
              <c:pt idx="725">
                <c:v>0.91625</c:v>
              </c:pt>
              <c:pt idx="726">
                <c:v>0.9163</c:v>
              </c:pt>
              <c:pt idx="727">
                <c:v>0.91635</c:v>
              </c:pt>
              <c:pt idx="728">
                <c:v>0.9164</c:v>
              </c:pt>
              <c:pt idx="729">
                <c:v>0.91645</c:v>
              </c:pt>
              <c:pt idx="730">
                <c:v>0.9165</c:v>
              </c:pt>
              <c:pt idx="731">
                <c:v>0.91655</c:v>
              </c:pt>
              <c:pt idx="732">
                <c:v>0.9166</c:v>
              </c:pt>
              <c:pt idx="733">
                <c:v>0.91665</c:v>
              </c:pt>
              <c:pt idx="734">
                <c:v>0.9167</c:v>
              </c:pt>
              <c:pt idx="735">
                <c:v>0.91675</c:v>
              </c:pt>
              <c:pt idx="736">
                <c:v>0.9168</c:v>
              </c:pt>
              <c:pt idx="737">
                <c:v>0.91685</c:v>
              </c:pt>
              <c:pt idx="738">
                <c:v>0.9169</c:v>
              </c:pt>
              <c:pt idx="739">
                <c:v>0.91695</c:v>
              </c:pt>
              <c:pt idx="740">
                <c:v>0.917</c:v>
              </c:pt>
              <c:pt idx="741">
                <c:v>0.91705</c:v>
              </c:pt>
              <c:pt idx="742">
                <c:v>0.9171</c:v>
              </c:pt>
              <c:pt idx="743">
                <c:v>0.91715</c:v>
              </c:pt>
              <c:pt idx="744">
                <c:v>0.9172</c:v>
              </c:pt>
              <c:pt idx="745">
                <c:v>0.91725</c:v>
              </c:pt>
              <c:pt idx="746">
                <c:v>0.9173</c:v>
              </c:pt>
              <c:pt idx="747">
                <c:v>0.91735</c:v>
              </c:pt>
              <c:pt idx="748">
                <c:v>0.9174</c:v>
              </c:pt>
              <c:pt idx="749">
                <c:v>0.91745</c:v>
              </c:pt>
              <c:pt idx="750">
                <c:v>0.9175</c:v>
              </c:pt>
              <c:pt idx="751">
                <c:v>0.91755</c:v>
              </c:pt>
              <c:pt idx="752">
                <c:v>0.9176</c:v>
              </c:pt>
              <c:pt idx="753">
                <c:v>0.91765</c:v>
              </c:pt>
              <c:pt idx="754">
                <c:v>0.9177</c:v>
              </c:pt>
              <c:pt idx="755">
                <c:v>0.91775</c:v>
              </c:pt>
              <c:pt idx="756">
                <c:v>0.9178</c:v>
              </c:pt>
              <c:pt idx="757">
                <c:v>0.91785</c:v>
              </c:pt>
              <c:pt idx="758">
                <c:v>0.9179</c:v>
              </c:pt>
              <c:pt idx="759">
                <c:v>0.91795</c:v>
              </c:pt>
              <c:pt idx="760">
                <c:v>0.918</c:v>
              </c:pt>
              <c:pt idx="761">
                <c:v>0.91805</c:v>
              </c:pt>
              <c:pt idx="762">
                <c:v>0.9181</c:v>
              </c:pt>
              <c:pt idx="763">
                <c:v>0.91815</c:v>
              </c:pt>
              <c:pt idx="764">
                <c:v>0.9182</c:v>
              </c:pt>
              <c:pt idx="765">
                <c:v>0.91825</c:v>
              </c:pt>
              <c:pt idx="766">
                <c:v>0.9183</c:v>
              </c:pt>
              <c:pt idx="767">
                <c:v>0.91835</c:v>
              </c:pt>
              <c:pt idx="768">
                <c:v>0.9184</c:v>
              </c:pt>
              <c:pt idx="769">
                <c:v>0.91845</c:v>
              </c:pt>
              <c:pt idx="770">
                <c:v>0.9185</c:v>
              </c:pt>
              <c:pt idx="771">
                <c:v>0.91855</c:v>
              </c:pt>
              <c:pt idx="772">
                <c:v>0.9186</c:v>
              </c:pt>
              <c:pt idx="773">
                <c:v>0.91865</c:v>
              </c:pt>
              <c:pt idx="774">
                <c:v>0.9187</c:v>
              </c:pt>
              <c:pt idx="775">
                <c:v>0.91875</c:v>
              </c:pt>
              <c:pt idx="776">
                <c:v>0.9188</c:v>
              </c:pt>
              <c:pt idx="777">
                <c:v>0.91885</c:v>
              </c:pt>
              <c:pt idx="778">
                <c:v>0.9189</c:v>
              </c:pt>
              <c:pt idx="779">
                <c:v>0.91895</c:v>
              </c:pt>
              <c:pt idx="780">
                <c:v>0.919</c:v>
              </c:pt>
              <c:pt idx="781">
                <c:v>0.91905</c:v>
              </c:pt>
              <c:pt idx="782">
                <c:v>0.9191</c:v>
              </c:pt>
              <c:pt idx="783">
                <c:v>0.91915</c:v>
              </c:pt>
              <c:pt idx="784">
                <c:v>0.9192</c:v>
              </c:pt>
              <c:pt idx="785">
                <c:v>0.91925</c:v>
              </c:pt>
              <c:pt idx="786">
                <c:v>0.9193</c:v>
              </c:pt>
              <c:pt idx="787">
                <c:v>0.91935</c:v>
              </c:pt>
              <c:pt idx="788">
                <c:v>0.9194</c:v>
              </c:pt>
              <c:pt idx="789">
                <c:v>0.91945</c:v>
              </c:pt>
              <c:pt idx="790">
                <c:v>0.9195</c:v>
              </c:pt>
              <c:pt idx="791">
                <c:v>0.91955</c:v>
              </c:pt>
              <c:pt idx="792">
                <c:v>0.9196</c:v>
              </c:pt>
              <c:pt idx="793">
                <c:v>0.91965</c:v>
              </c:pt>
              <c:pt idx="794">
                <c:v>0.9197</c:v>
              </c:pt>
              <c:pt idx="795">
                <c:v>0.91975</c:v>
              </c:pt>
              <c:pt idx="796">
                <c:v>0.9198</c:v>
              </c:pt>
              <c:pt idx="797">
                <c:v>0.91985</c:v>
              </c:pt>
              <c:pt idx="798">
                <c:v>0.9199</c:v>
              </c:pt>
              <c:pt idx="799">
                <c:v>0.91995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-77.89836041685763</c:v>
              </c:pt>
              <c:pt idx="1">
                <c:v>-77.87060060391488</c:v>
              </c:pt>
              <c:pt idx="2">
                <c:v>-77.84270889479733</c:v>
              </c:pt>
              <c:pt idx="3">
                <c:v>-77.8146843043924</c:v>
              </c:pt>
              <c:pt idx="4">
                <c:v>-77.78652583737217</c:v>
              </c:pt>
              <c:pt idx="5">
                <c:v>-77.7582324880561</c:v>
              </c:pt>
              <c:pt idx="6">
                <c:v>-77.72980324027247</c:v>
              </c:pt>
              <c:pt idx="7">
                <c:v>-77.70123706721752</c:v>
              </c:pt>
              <c:pt idx="8">
                <c:v>-77.67253293131124</c:v>
              </c:pt>
              <c:pt idx="9">
                <c:v>-77.64368978405207</c:v>
              </c:pt>
              <c:pt idx="10">
                <c:v>-77.61470656586737</c:v>
              </c:pt>
              <c:pt idx="11">
                <c:v>-77.58558220596417</c:v>
              </c:pt>
              <c:pt idx="12">
                <c:v>-77.5563156221743</c:v>
              </c:pt>
              <c:pt idx="13">
                <c:v>-77.52690572079933</c:v>
              </c:pt>
              <c:pt idx="14">
                <c:v>-77.4973513964518</c:v>
              </c:pt>
              <c:pt idx="15">
                <c:v>-77.46765153189362</c:v>
              </c:pt>
              <c:pt idx="16">
                <c:v>-77.43780499787249</c:v>
              </c:pt>
              <c:pt idx="17">
                <c:v>-77.40781065295508</c:v>
              </c:pt>
              <c:pt idx="18">
                <c:v>-77.37766734335713</c:v>
              </c:pt>
              <c:pt idx="19">
                <c:v>-77.34737390277094</c:v>
              </c:pt>
              <c:pt idx="20">
                <c:v>-77.31692915219068</c:v>
              </c:pt>
              <c:pt idx="21">
                <c:v>-77.2863318997325</c:v>
              </c:pt>
              <c:pt idx="22">
                <c:v>-77.25558094045437</c:v>
              </c:pt>
              <c:pt idx="23">
                <c:v>-77.22467505617007</c:v>
              </c:pt>
              <c:pt idx="24">
                <c:v>-77.1936130152625</c:v>
              </c:pt>
              <c:pt idx="25">
                <c:v>-77.16239357249144</c:v>
              </c:pt>
              <c:pt idx="26">
                <c:v>-77.13101546879984</c:v>
              </c:pt>
              <c:pt idx="27">
                <c:v>-77.09947743111537</c:v>
              </c:pt>
              <c:pt idx="28">
                <c:v>-77.0677781721489</c:v>
              </c:pt>
              <c:pt idx="29">
                <c:v>-77.03591639019001</c:v>
              </c:pt>
              <c:pt idx="30">
                <c:v>-77.00389076889817</c:v>
              </c:pt>
              <c:pt idx="31">
                <c:v>-76.97169997708991</c:v>
              </c:pt>
              <c:pt idx="32">
                <c:v>-76.93934266852382</c:v>
              </c:pt>
              <c:pt idx="33">
                <c:v>-76.90681748167947</c:v>
              </c:pt>
              <c:pt idx="34">
                <c:v>-76.87412303953448</c:v>
              </c:pt>
              <c:pt idx="35">
                <c:v>-76.84125794933577</c:v>
              </c:pt>
              <c:pt idx="36">
                <c:v>-76.80822080236791</c:v>
              </c:pt>
              <c:pt idx="37">
                <c:v>-76.7750101737176</c:v>
              </c:pt>
              <c:pt idx="38">
                <c:v>-76.74162462203154</c:v>
              </c:pt>
              <c:pt idx="39">
                <c:v>-76.70806268927318</c:v>
              </c:pt>
              <c:pt idx="40">
                <c:v>-76.67432290047223</c:v>
              </c:pt>
              <c:pt idx="41">
                <c:v>-76.64040376347151</c:v>
              </c:pt>
              <c:pt idx="42">
                <c:v>-76.60630376866759</c:v>
              </c:pt>
              <c:pt idx="43">
                <c:v>-76.57202138874797</c:v>
              </c:pt>
              <c:pt idx="44">
                <c:v>-76.53755507842278</c:v>
              </c:pt>
              <c:pt idx="45">
                <c:v>-76.50290327415148</c:v>
              </c:pt>
              <c:pt idx="46">
                <c:v>-76.46806439386415</c:v>
              </c:pt>
              <c:pt idx="47">
                <c:v>-76.43303683667862</c:v>
              </c:pt>
              <c:pt idx="48">
                <c:v>-76.39781898261108</c:v>
              </c:pt>
              <c:pt idx="49">
                <c:v>-76.3624091922823</c:v>
              </c:pt>
              <c:pt idx="50">
                <c:v>-76.32680580661744</c:v>
              </c:pt>
              <c:pt idx="51">
                <c:v>-76.29100714654</c:v>
              </c:pt>
              <c:pt idx="52">
                <c:v>-76.25501151266228</c:v>
              </c:pt>
              <c:pt idx="53">
                <c:v>-76.21881718496577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</c:v>
              </c:pt>
              <c:pt idx="57">
                <c:v>-76.07201779531104</c:v>
              </c:pt>
              <c:pt idx="58">
                <c:v>-76.0348034532263</c:v>
              </c:pt>
              <c:pt idx="59">
                <c:v>-75.9973796454417</c:v>
              </c:pt>
              <c:pt idx="60">
                <c:v>-75.95974449811997</c:v>
              </c:pt>
              <c:pt idx="61">
                <c:v>-75.92189611402578</c:v>
              </c:pt>
              <c:pt idx="62">
                <c:v>-75.88383257214787</c:v>
              </c:pt>
              <c:pt idx="63">
                <c:v>-75.8455519273149</c:v>
              </c:pt>
              <c:pt idx="64">
                <c:v>-75.8070522098029</c:v>
              </c:pt>
              <c:pt idx="65">
                <c:v>-75.76833142493548</c:v>
              </c:pt>
              <c:pt idx="66">
                <c:v>-75.7293875526758</c:v>
              </c:pt>
              <c:pt idx="67">
                <c:v>-75.69021854720997</c:v>
              </c:pt>
              <c:pt idx="68">
                <c:v>-75.650822336523</c:v>
              </c:pt>
              <c:pt idx="69">
                <c:v>-75.61119682196579</c:v>
              </c:pt>
              <c:pt idx="70">
                <c:v>-75.57133987781256</c:v>
              </c:pt>
              <c:pt idx="71">
                <c:v>-75.53124935081071</c:v>
              </c:pt>
              <c:pt idx="72">
                <c:v>-75.49092305972003</c:v>
              </c:pt>
              <c:pt idx="73">
                <c:v>-75.45035879484439</c:v>
              </c:pt>
              <c:pt idx="74">
                <c:v>-75.40955431755171</c:v>
              </c:pt>
              <c:pt idx="75">
                <c:v>-75.36850735978514</c:v>
              </c:pt>
              <c:pt idx="76">
                <c:v>-75.32721562356457</c:v>
              </c:pt>
              <c:pt idx="77">
                <c:v>-75.2856767804767</c:v>
              </c:pt>
              <c:pt idx="78">
                <c:v>-75.24388847115516</c:v>
              </c:pt>
              <c:pt idx="79">
                <c:v>-75.20184830474993</c:v>
              </c:pt>
              <c:pt idx="80">
                <c:v>-75.15955385838491</c:v>
              </c:pt>
              <c:pt idx="81">
                <c:v>-75.11700267660459</c:v>
              </c:pt>
              <c:pt idx="82">
                <c:v>-75.07419227080977</c:v>
              </c:pt>
              <c:pt idx="83">
                <c:v>-75.03112011867888</c:v>
              </c:pt>
              <c:pt idx="84">
                <c:v>-74.98778366358037</c:v>
              </c:pt>
              <c:pt idx="85">
                <c:v>-74.94418031396938</c:v>
              </c:pt>
              <c:pt idx="86">
                <c:v>-74.90030744277368</c:v>
              </c:pt>
              <c:pt idx="87">
                <c:v>-74.85616238676535</c:v>
              </c:pt>
              <c:pt idx="88">
                <c:v>-74.81174244591928</c:v>
              </c:pt>
              <c:pt idx="89">
                <c:v>-74.76704488275746</c:v>
              </c:pt>
              <c:pt idx="90">
                <c:v>-74.72206692167897</c:v>
              </c:pt>
              <c:pt idx="91">
                <c:v>-74.676805748276</c:v>
              </c:pt>
              <c:pt idx="92">
                <c:v>-74.63125850863398</c:v>
              </c:pt>
              <c:pt idx="93">
                <c:v>-74.58542230861727</c:v>
              </c:pt>
              <c:pt idx="94">
                <c:v>-74.5392942131376</c:v>
              </c:pt>
              <c:pt idx="95">
                <c:v>-74.49287124540811</c:v>
              </c:pt>
              <c:pt idx="96">
                <c:v>-74.4461503861799</c:v>
              </c:pt>
              <c:pt idx="97">
                <c:v>-74.39912857296079</c:v>
              </c:pt>
              <c:pt idx="98">
                <c:v>-74.35180269921764</c:v>
              </c:pt>
              <c:pt idx="99">
                <c:v>-74.3041696135607</c:v>
              </c:pt>
              <c:pt idx="100">
                <c:v>-74.2562261189087</c:v>
              </c:pt>
              <c:pt idx="101">
                <c:v>-74.20796897163599</c:v>
              </c:pt>
              <c:pt idx="102">
                <c:v>-74.1593948806989</c:v>
              </c:pt>
              <c:pt idx="103">
                <c:v>-74.11050050674395</c:v>
              </c:pt>
              <c:pt idx="104">
                <c:v>-74.06128246119405</c:v>
              </c:pt>
              <c:pt idx="105">
                <c:v>-74.01173730531409</c:v>
              </c:pt>
              <c:pt idx="106">
                <c:v>-73.96186154925576</c:v>
              </c:pt>
              <c:pt idx="107">
                <c:v>-73.91165165107826</c:v>
              </c:pt>
              <c:pt idx="108">
                <c:v>-73.86110401574861</c:v>
              </c:pt>
              <c:pt idx="109">
                <c:v>-73.81021499411652</c:v>
              </c:pt>
              <c:pt idx="110">
                <c:v>-73.7589808818662</c:v>
              </c:pt>
              <c:pt idx="111">
                <c:v>-73.70739791844274</c:v>
              </c:pt>
              <c:pt idx="112">
                <c:v>-73.6554622859549</c:v>
              </c:pt>
              <c:pt idx="113">
                <c:v>-73.60317010804872</c:v>
              </c:pt>
              <c:pt idx="114">
                <c:v>-73.55051744875688</c:v>
              </c:pt>
              <c:pt idx="115">
                <c:v>-73.49750031131944</c:v>
              </c:pt>
              <c:pt idx="116">
                <c:v>-73.444114636976</c:v>
              </c:pt>
              <c:pt idx="117">
                <c:v>-73.39035630372938</c:v>
              </c:pt>
              <c:pt idx="118">
                <c:v>-73.33622112507852</c:v>
              </c:pt>
              <c:pt idx="119">
                <c:v>-73.2817048487206</c:v>
              </c:pt>
              <c:pt idx="120">
                <c:v>-73.22680315522241</c:v>
              </c:pt>
              <c:pt idx="121">
                <c:v>-73.17151165665811</c:v>
              </c:pt>
              <c:pt idx="122">
                <c:v>-73.11582589521274</c:v>
              </c:pt>
              <c:pt idx="123">
                <c:v>-73.05974134175344</c:v>
              </c:pt>
              <c:pt idx="124">
                <c:v>-73.00325339436242</c:v>
              </c:pt>
              <c:pt idx="125">
                <c:v>-72.94635737683572</c:v>
              </c:pt>
              <c:pt idx="126">
                <c:v>-72.88904853714193</c:v>
              </c:pt>
              <c:pt idx="127">
                <c:v>-72.83132204584479</c:v>
              </c:pt>
              <c:pt idx="128">
                <c:v>-72.77317299448372</c:v>
              </c:pt>
              <c:pt idx="129">
                <c:v>-72.71459639391358</c:v>
              </c:pt>
              <c:pt idx="130">
                <c:v>-72.65558717260318</c:v>
              </c:pt>
              <c:pt idx="131">
                <c:v>-72.5961401748899</c:v>
              </c:pt>
              <c:pt idx="132">
                <c:v>-72.5362501591878</c:v>
              </c:pt>
              <c:pt idx="133">
                <c:v>-72.47591179615245</c:v>
              </c:pt>
              <c:pt idx="134">
                <c:v>-72.41511966679485</c:v>
              </c:pt>
              <c:pt idx="135">
                <c:v>-72.35386826054922</c:v>
              </c:pt>
              <c:pt idx="136">
                <c:v>-72.29215197328809</c:v>
              </c:pt>
              <c:pt idx="137">
                <c:v>-72.22996510528647</c:v>
              </c:pt>
              <c:pt idx="138">
                <c:v>-72.16730185913192</c:v>
              </c:pt>
              <c:pt idx="139">
                <c:v>-72.10415633757943</c:v>
              </c:pt>
              <c:pt idx="140">
                <c:v>-72.04052254134862</c:v>
              </c:pt>
              <c:pt idx="141">
                <c:v>-71.9763943668632</c:v>
              </c:pt>
              <c:pt idx="142">
                <c:v>-71.91176560392879</c:v>
              </c:pt>
              <c:pt idx="143">
                <c:v>-71.84662993334875</c:v>
              </c:pt>
              <c:pt idx="144">
                <c:v>-71.78098092447495</c:v>
              </c:pt>
              <c:pt idx="145">
                <c:v>-71.71481203269312</c:v>
              </c:pt>
              <c:pt idx="146">
                <c:v>-71.64811659683716</c:v>
              </c:pt>
              <c:pt idx="147">
                <c:v>-71.58088783653554</c:v>
              </c:pt>
              <c:pt idx="148">
                <c:v>-71.51311884948345</c:v>
              </c:pt>
              <c:pt idx="149">
                <c:v>-71.44480260863708</c:v>
              </c:pt>
              <c:pt idx="150">
                <c:v>-71.37593195933466</c:v>
              </c:pt>
              <c:pt idx="151">
                <c:v>-71.30649961633272</c:v>
              </c:pt>
              <c:pt idx="152">
                <c:v>-71.23649816076177</c:v>
              </c:pt>
              <c:pt idx="153">
                <c:v>-71.16592003699603</c:v>
              </c:pt>
              <c:pt idx="154">
                <c:v>-71.09475754943388</c:v>
              </c:pt>
              <c:pt idx="155">
                <c:v>-71.02300285918693</c:v>
              </c:pt>
              <c:pt idx="156">
                <c:v>-70.95064798067561</c:v>
              </c:pt>
              <c:pt idx="157">
                <c:v>-70.87768477812479</c:v>
              </c:pt>
              <c:pt idx="158">
                <c:v>-70.8041049619627</c:v>
              </c:pt>
              <c:pt idx="159">
                <c:v>-70.729900085111</c:v>
              </c:pt>
              <c:pt idx="160">
                <c:v>-70.6550615391703</c:v>
              </c:pt>
              <c:pt idx="161">
                <c:v>-70.57958055049286</c:v>
              </c:pt>
              <c:pt idx="162">
                <c:v>-70.50344817614038</c:v>
              </c:pt>
              <c:pt idx="163">
                <c:v>-70.42665529972368</c:v>
              </c:pt>
              <c:pt idx="164">
                <c:v>-70.34919262711772</c:v>
              </c:pt>
              <c:pt idx="165">
                <c:v>-70.27105068205042</c:v>
              </c:pt>
              <c:pt idx="166">
                <c:v>-70.19221980155973</c:v>
              </c:pt>
              <c:pt idx="167">
                <c:v>-70.11269013131266</c:v>
              </c:pt>
              <c:pt idx="168">
                <c:v>-70.03245162078792</c:v>
              </c:pt>
              <c:pt idx="169">
                <c:v>-69.95149401830588</c:v>
              </c:pt>
              <c:pt idx="170">
                <c:v>-69.86980686591295</c:v>
              </c:pt>
              <c:pt idx="171">
                <c:v>-69.78737949410797</c:v>
              </c:pt>
              <c:pt idx="172">
                <c:v>-69.7042010164058</c:v>
              </c:pt>
              <c:pt idx="173">
                <c:v>-69.62026032373412</c:v>
              </c:pt>
              <c:pt idx="174">
                <c:v>-69.53554607865718</c:v>
              </c:pt>
              <c:pt idx="175">
                <c:v>-69.45004670941802</c:v>
              </c:pt>
              <c:pt idx="176">
                <c:v>-69.36375040379586</c:v>
              </c:pt>
              <c:pt idx="177">
                <c:v>-69.27664510277103</c:v>
              </c:pt>
              <c:pt idx="178">
                <c:v>-69.18871849398761</c:v>
              </c:pt>
              <c:pt idx="179">
                <c:v>-69.09995800501082</c:v>
              </c:pt>
              <c:pt idx="180">
                <c:v>-69.01035079636985</c:v>
              </c:pt>
              <c:pt idx="181">
                <c:v>-68.91988375437502</c:v>
              </c:pt>
              <c:pt idx="182">
                <c:v>-68.8285434837076</c:v>
              </c:pt>
              <c:pt idx="183">
                <c:v>-68.7363162997681</c:v>
              </c:pt>
              <c:pt idx="184">
                <c:v>-68.64318822077571</c:v>
              </c:pt>
              <c:pt idx="185">
                <c:v>-68.54914495961329</c:v>
              </c:pt>
              <c:pt idx="186">
                <c:v>-68.45417191539909</c:v>
              </c:pt>
              <c:pt idx="187">
                <c:v>-68.35825416478711</c:v>
              </c:pt>
              <c:pt idx="188">
                <c:v>-68.26137645297727</c:v>
              </c:pt>
              <c:pt idx="189">
                <c:v>-68.16352318442425</c:v>
              </c:pt>
              <c:pt idx="190">
                <c:v>-68.06467841323978</c:v>
              </c:pt>
              <c:pt idx="191">
                <c:v>-67.96482583327071</c:v>
              </c:pt>
              <c:pt idx="192">
                <c:v>-67.86394876784247</c:v>
              </c:pt>
              <c:pt idx="193">
                <c:v>-67.76203015915766</c:v>
              </c:pt>
              <c:pt idx="194">
                <c:v>-67.65905255732888</c:v>
              </c:pt>
              <c:pt idx="195">
                <c:v>-67.55499810904027</c:v>
              </c:pt>
              <c:pt idx="196">
                <c:v>-67.44984854581992</c:v>
              </c:pt>
              <c:pt idx="197">
                <c:v>-67.34358517190215</c:v>
              </c:pt>
              <c:pt idx="198">
                <c:v>-67.23618885167565</c:v>
              </c:pt>
              <c:pt idx="199">
                <c:v>-67.12763999668856</c:v>
              </c:pt>
              <c:pt idx="200">
                <c:v>-67.01791855220112</c:v>
              </c:pt>
              <c:pt idx="201">
                <c:v>-66.90700398326382</c:v>
              </c:pt>
              <c:pt idx="202">
                <c:v>-66.79487526030509</c:v>
              </c:pt>
              <c:pt idx="203">
                <c:v>-66.68151084420307</c:v>
              </c:pt>
              <c:pt idx="204">
                <c:v>-66.56688867083072</c:v>
              </c:pt>
              <c:pt idx="205">
                <c:v>-66.45098613503984</c:v>
              </c:pt>
              <c:pt idx="206">
                <c:v>-66.33378007407252</c:v>
              </c:pt>
              <c:pt idx="207">
                <c:v>-66.21524675037178</c:v>
              </c:pt>
              <c:pt idx="208">
                <c:v>-66.09536183376363</c:v>
              </c:pt>
              <c:pt idx="209">
                <c:v>-65.97410038299164</c:v>
              </c:pt>
              <c:pt idx="210">
                <c:v>-65.85143682657285</c:v>
              </c:pt>
              <c:pt idx="211">
                <c:v>-65.72734494294468</c:v>
              </c:pt>
              <c:pt idx="212">
                <c:v>-65.60179783988151</c:v>
              </c:pt>
              <c:pt idx="213">
                <c:v>-65.4747679331396</c:v>
              </c:pt>
              <c:pt idx="214">
                <c:v>-65.34622692430688</c:v>
              </c:pt>
              <c:pt idx="215">
                <c:v>-65.21614577781935</c:v>
              </c:pt>
              <c:pt idx="216">
                <c:v>-65.08449469710992</c:v>
              </c:pt>
              <c:pt idx="217">
                <c:v>-64.95124309985327</c:v>
              </c:pt>
              <c:pt idx="218">
                <c:v>-64.8163595922701</c:v>
              </c:pt>
              <c:pt idx="219">
                <c:v>-64.67981194244305</c:v>
              </c:pt>
              <c:pt idx="220">
                <c:v>-64.54156705261495</c:v>
              </c:pt>
              <c:pt idx="221">
                <c:v>-64.40159093041098</c:v>
              </c:pt>
              <c:pt idx="222">
                <c:v>-64.25984865895131</c:v>
              </c:pt>
              <c:pt idx="223">
                <c:v>-64.11630436579661</c:v>
              </c:pt>
              <c:pt idx="224">
                <c:v>-63.97092119067993</c:v>
              </c:pt>
              <c:pt idx="225">
                <c:v>-63.82366125197538</c:v>
              </c:pt>
              <c:pt idx="226">
                <c:v>-63.674485611841085</c:v>
              </c:pt>
              <c:pt idx="227">
                <c:v>-63.52335423998617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</c:v>
              </c:pt>
              <c:pt idx="232">
                <c:v>-62.73687899741171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</c:v>
              </c:pt>
              <c:pt idx="236">
                <c:v>-62.067967020128506</c:v>
              </c:pt>
              <c:pt idx="237">
                <c:v>-61.89480733493144</c:v>
              </c:pt>
              <c:pt idx="238">
                <c:v>-61.71916754276935</c:v>
              </c:pt>
              <c:pt idx="239">
                <c:v>-61.54099108399785</c:v>
              </c:pt>
              <c:pt idx="240">
                <c:v>-61.36021967825255</c:v>
              </c:pt>
              <c:pt idx="241">
                <c:v>-61.1767932611088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</c:v>
              </c:pt>
              <c:pt idx="245">
                <c:v>-60.41526997516447</c:v>
              </c:pt>
              <c:pt idx="246">
                <c:v>-60.21760031644578</c:v>
              </c:pt>
              <c:pt idx="247">
                <c:v>-60.016873899971834</c:v>
              </c:pt>
              <c:pt idx="248">
                <c:v>-59.81301616242472</c:v>
              </c:pt>
              <c:pt idx="249">
                <c:v>-59.6059501442779</c:v>
              </c:pt>
              <c:pt idx="250">
                <c:v>-59.39559639808005</c:v>
              </c:pt>
              <c:pt idx="251">
                <c:v>-59.1818728928601</c:v>
              </c:pt>
              <c:pt idx="252">
                <c:v>-58.964694914491155</c:v>
              </c:pt>
              <c:pt idx="253">
                <c:v>-58.74397496184807</c:v>
              </c:pt>
              <c:pt idx="254">
                <c:v>-58.519622638575555</c:v>
              </c:pt>
              <c:pt idx="255">
                <c:v>-58.29154454028657</c:v>
              </c:pt>
              <c:pt idx="256">
                <c:v>-58.05964413701914</c:v>
              </c:pt>
              <c:pt idx="257">
                <c:v>-57.82382165073454</c:v>
              </c:pt>
              <c:pt idx="258">
                <c:v>-57.583973927689804</c:v>
              </c:pt>
              <c:pt idx="259">
                <c:v>-57.3399943054664</c:v>
              </c:pt>
              <c:pt idx="260">
                <c:v>-57.0917724744588</c:v>
              </c:pt>
              <c:pt idx="261">
                <c:v>-56.83919433362055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-56.05412097237833</c:v>
              </c:pt>
              <c:pt idx="265">
                <c:v>-55.78289536489676</c:v>
              </c:pt>
              <c:pt idx="266">
                <c:v>-55.50668059358141</c:v>
              </c:pt>
              <c:pt idx="267">
                <c:v>-55.22533643162823</c:v>
              </c:pt>
              <c:pt idx="268">
                <c:v>-54.93871767286102</c:v>
              </c:pt>
              <c:pt idx="269">
                <c:v>-54.64667393420867</c:v>
              </c:pt>
              <c:pt idx="270">
                <c:v>-54.349049450692014</c:v>
              </c:pt>
              <c:pt idx="271">
                <c:v>-54.04568286277066</c:v>
              </c:pt>
              <c:pt idx="272">
                <c:v>-53.73640699595004</c:v>
              </c:pt>
              <c:pt idx="273">
                <c:v>-53.421048632539474</c:v>
              </c:pt>
              <c:pt idx="274">
                <c:v>-53.09942827550903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-52.09510090218295</c:v>
              </c:pt>
              <c:pt idx="278">
                <c:v>-51.74650330698257</c:v>
              </c:pt>
              <c:pt idx="279">
                <c:v>-51.39064322761474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</c:v>
              </c:pt>
              <c:pt idx="284">
                <c:v>-49.49432425715033</c:v>
              </c:pt>
              <c:pt idx="285">
                <c:v>-49.08991974005137</c:v>
              </c:pt>
              <c:pt idx="286">
                <c:v>-48.67651318011055</c:v>
              </c:pt>
              <c:pt idx="287">
                <c:v>-48.25381863769339</c:v>
              </c:pt>
              <c:pt idx="288">
                <c:v>-47.82153988913121</c:v>
              </c:pt>
              <c:pt idx="289">
                <c:v>-47.37937012061199</c:v>
              </c:pt>
              <c:pt idx="290">
                <c:v>-46.9269916278599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-45.50525736913266</c:v>
              </c:pt>
              <c:pt idx="294">
                <c:v>-45.00863920236556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</c:v>
              </c:pt>
              <c:pt idx="298">
                <c:v>-42.89851482760468</c:v>
              </c:pt>
              <c:pt idx="299">
                <c:v>-42.33803349962882</c:v>
              </c:pt>
              <c:pt idx="300">
                <c:v>-41.76351292572508</c:v>
              </c:pt>
              <c:pt idx="301">
                <c:v>-41.17450147152309</c:v>
              </c:pt>
              <c:pt idx="302">
                <c:v>-40.57053511451341</c:v>
              </c:pt>
              <c:pt idx="303">
                <c:v>-39.95113772141855</c:v>
              </c:pt>
              <c:pt idx="304">
                <c:v>-39.31582144091985</c:v>
              </c:pt>
              <c:pt idx="305">
                <c:v>-38.664087228309945</c:v>
              </c:pt>
              <c:pt idx="306">
                <c:v>-37.99542552038935</c:v>
              </c:pt>
              <c:pt idx="307">
                <c:v>-37.309317080599634</c:v>
              </c:pt>
              <c:pt idx="308">
                <c:v>-36.60523403621266</c:v>
              </c:pt>
              <c:pt idx="309">
                <c:v>-35.882641131203144</c:v>
              </c:pt>
              <c:pt idx="310">
                <c:v>-35.14099722013047</c:v>
              </c:pt>
              <c:pt idx="311">
                <c:v>-34.379757030116245</c:v>
              </c:pt>
              <c:pt idx="312">
                <c:v>-33.5983732195019</c:v>
              </c:pt>
              <c:pt idx="313">
                <c:v>-32.79629876302132</c:v>
              </c:pt>
              <c:pt idx="314">
                <c:v>-31.97298969432937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</c:v>
              </c:pt>
              <c:pt idx="336">
                <c:v>-7.740381942203684</c:v>
              </c:pt>
              <c:pt idx="337">
                <c:v>-6.363284653419385</c:v>
              </c:pt>
              <c:pt idx="338">
                <c:v>-4.967728038036821</c:v>
              </c:pt>
              <c:pt idx="339">
                <c:v>-3.5553026754253785</c:v>
              </c:pt>
              <c:pt idx="340">
                <c:v>-2.12776237041622</c:v>
              </c:pt>
              <c:pt idx="341">
                <c:v>-0.6870202082424522</c:v>
              </c:pt>
              <c:pt idx="342">
                <c:v>0.7648577514342833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5.164549486266893</c:v>
              </c:pt>
              <c:pt idx="346">
                <c:v>6.6376017109002445</c:v>
              </c:pt>
              <c:pt idx="347">
                <c:v>8.109545761038255</c:v>
              </c:pt>
              <c:pt idx="348">
                <c:v>9.577653975856713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</c:v>
              </c:pt>
              <c:pt idx="359">
                <c:v>24.677753565744926</c:v>
              </c:pt>
              <c:pt idx="360">
                <c:v>25.88551060934327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</c:v>
              </c:pt>
              <c:pt idx="366">
                <c:v>32.25314634057288</c:v>
              </c:pt>
              <c:pt idx="367">
                <c:v>33.14774352401077</c:v>
              </c:pt>
              <c:pt idx="368">
                <c:v>33.98890280287237</c:v>
              </c:pt>
              <c:pt idx="369">
                <c:v>34.77431166658783</c:v>
              </c:pt>
              <c:pt idx="370">
                <c:v>35.50153660645582</c:v>
              </c:pt>
              <c:pt idx="371">
                <c:v>36.167985195820634</c:v>
              </c:pt>
              <c:pt idx="372">
                <c:v>36.77086403884689</c:v>
              </c:pt>
              <c:pt idx="373">
                <c:v>37.307132134508606</c:v>
              </c:pt>
              <c:pt idx="374">
                <c:v>37.77344910663104</c:v>
              </c:pt>
              <c:pt idx="375">
                <c:v>38.166117660182174</c:v>
              </c:pt>
              <c:pt idx="376">
                <c:v>38.48101954807534</c:v>
              </c:pt>
              <c:pt idx="377">
                <c:v>38.71354428661864</c:v>
              </c:pt>
              <c:pt idx="378">
                <c:v>38.85850986485741</c:v>
              </c:pt>
              <c:pt idx="379">
                <c:v>38.91007478996987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</c:v>
              </c:pt>
              <c:pt idx="383">
                <c:v>38.036738111031276</c:v>
              </c:pt>
              <c:pt idx="384">
                <c:v>37.50333426517906</c:v>
              </c:pt>
              <c:pt idx="385">
                <c:v>36.821660543861796</c:v>
              </c:pt>
              <c:pt idx="386">
                <c:v>35.97820039052221</c:v>
              </c:pt>
              <c:pt idx="387">
                <c:v>34.957949597777024</c:v>
              </c:pt>
              <c:pt idx="388">
                <c:v>33.74442770803107</c:v>
              </c:pt>
              <c:pt idx="389">
                <c:v>32.31980195800852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-5.459590712323702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-18.32651840360978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-38.10361804966752</c:v>
              </c:pt>
              <c:pt idx="411">
                <c:v>-40.447357748775566</c:v>
              </c:pt>
              <c:pt idx="412">
                <c:v>-42.5483295706172</c:v>
              </c:pt>
              <c:pt idx="413">
                <c:v>-44.425911809485115</c:v>
              </c:pt>
              <c:pt idx="414">
                <c:v>-46.0997437667756</c:v>
              </c:pt>
              <c:pt idx="415">
                <c:v>-47.588879288451906</c:v>
              </c:pt>
              <c:pt idx="416">
                <c:v>-48.91127647755748</c:v>
              </c:pt>
              <c:pt idx="417">
                <c:v>-50.08352780574968</c:v>
              </c:pt>
              <c:pt idx="418">
                <c:v>-51.12075329457046</c:v>
              </c:pt>
              <c:pt idx="419">
                <c:v>-52.03659865283359</c:v>
              </c:pt>
              <c:pt idx="420">
                <c:v>-52.84329688923185</c:v>
              </c:pt>
              <c:pt idx="421">
                <c:v>-53.55176498978189</c:v>
              </c:pt>
              <c:pt idx="422">
                <c:v>-54.17171691661894</c:v>
              </c:pt>
              <c:pt idx="423">
                <c:v>-54.71178103680072</c:v>
              </c:pt>
              <c:pt idx="424">
                <c:v>-55.17961478942083</c:v>
              </c:pt>
              <c:pt idx="425">
                <c:v>-55.58201253280271</c:v>
              </c:pt>
              <c:pt idx="426">
                <c:v>-55.92500454634256</c:v>
              </c:pt>
              <c:pt idx="427">
                <c:v>-56.21394644069104</c:v>
              </c:pt>
              <c:pt idx="428">
                <c:v>-56.45359900442543</c:v>
              </c:pt>
              <c:pt idx="429">
                <c:v>-56.64819895863262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-57.06425927436361</c:v>
              </c:pt>
              <c:pt idx="435">
                <c:v>-57.05513531365072</c:v>
              </c:pt>
              <c:pt idx="436">
                <c:v>-57.02032312804145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</c:v>
              </c:pt>
              <c:pt idx="440">
                <c:v>-56.65666889187584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-56.18455672718227</c:v>
              </c:pt>
              <c:pt idx="444">
                <c:v>-55.99471041716344</c:v>
              </c:pt>
              <c:pt idx="445">
                <c:v>-55.78999246895733</c:v>
              </c:pt>
              <c:pt idx="446">
                <c:v>-55.57110914082286</c:v>
              </c:pt>
              <c:pt idx="447">
                <c:v>-55.33870133694803</c:v>
              </c:pt>
              <c:pt idx="448">
                <c:v>-55.09335087332534</c:v>
              </c:pt>
              <c:pt idx="449">
                <c:v>-54.83558606765444</c:v>
              </c:pt>
              <c:pt idx="450">
                <c:v>-54.56588673530226</c:v>
              </c:pt>
              <c:pt idx="451">
                <c:v>-54.28468866264688</c:v>
              </c:pt>
              <c:pt idx="452">
                <c:v>-53.99238761994833</c:v>
              </c:pt>
              <c:pt idx="453">
                <c:v>-53.68934296792888</c:v>
              </c:pt>
              <c:pt idx="454">
                <c:v>-53.375880905418</c:v>
              </c:pt>
              <c:pt idx="455">
                <c:v>-53.05229739948113</c:v>
              </c:pt>
              <c:pt idx="456">
                <c:v>-52.71886083434756</c:v>
              </c:pt>
              <c:pt idx="457">
                <c:v>-52.37581441100454</c:v>
              </c:pt>
              <c:pt idx="458">
                <c:v>-52.02337832548015</c:v>
              </c:pt>
              <c:pt idx="459">
                <c:v>-51.66175175050584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-50.5234423374137</c:v>
              </c:pt>
              <c:pt idx="463">
                <c:v>-50.12668515358592</c:v>
              </c:pt>
              <c:pt idx="464">
                <c:v>-49.72147613044655</c:v>
              </c:pt>
              <c:pt idx="465">
                <c:v>-49.307921354258404</c:v>
              </c:pt>
              <c:pt idx="466">
                <c:v>-48.88611580068494</c:v>
              </c:pt>
              <c:pt idx="467">
                <c:v>-48.45614434984902</c:v>
              </c:pt>
              <c:pt idx="468">
                <c:v>-48.0180827316699</c:v>
              </c:pt>
              <c:pt idx="469">
                <c:v>-47.57199840899683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</c:v>
              </c:pt>
              <c:pt idx="478">
                <c:v>-43.204245915556896</c:v>
              </c:pt>
              <c:pt idx="479">
                <c:v>-42.68036275158879</c:v>
              </c:pt>
              <c:pt idx="480">
                <c:v>-42.14886076335662</c:v>
              </c:pt>
              <c:pt idx="481">
                <c:v>-41.60976183589441</c:v>
              </c:pt>
              <c:pt idx="482">
                <c:v>-41.06308768801868</c:v>
              </c:pt>
              <c:pt idx="483">
                <c:v>-40.50886034802736</c:v>
              </c:pt>
              <c:pt idx="484">
                <c:v>-39.9471026178474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-38.21689616372561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</c:v>
              </c:pt>
              <c:pt idx="491">
                <c:v>-35.80623044516924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-33.92180254584328</c:v>
              </c:pt>
              <c:pt idx="495">
                <c:v>-33.27937158175343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</c:v>
              </c:pt>
              <c:pt idx="500">
                <c:v>-29.96311195372014</c:v>
              </c:pt>
              <c:pt idx="501">
                <c:v>-29.279624434360215</c:v>
              </c:pt>
              <c:pt idx="502">
                <c:v>-28.58961903813267</c:v>
              </c:pt>
              <c:pt idx="503">
                <c:v>-27.89320788236258</c:v>
              </c:pt>
              <c:pt idx="504">
                <c:v>-27.19051081405888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-23.58749197896344</c:v>
              </c:pt>
              <c:pt idx="510">
                <c:v>-22.850047372194496</c:v>
              </c:pt>
              <c:pt idx="511">
                <c:v>-22.10738318884684</c:v>
              </c:pt>
              <c:pt idx="512">
                <c:v>-21.35968491833538</c:v>
              </c:pt>
              <c:pt idx="513">
                <c:v>-20.60714626005452</c:v>
              </c:pt>
              <c:pt idx="514">
                <c:v>-19.84996900921504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-11.28005209444509</c:v>
              </c:pt>
              <c:pt idx="526">
                <c:v>-10.485582699733042</c:v>
              </c:pt>
              <c:pt idx="527">
                <c:v>-9.689716621023774</c:v>
              </c:pt>
              <c:pt idx="528">
                <c:v>-8.892736980356467</c:v>
              </c:pt>
              <c:pt idx="529">
                <c:v>-8.094929168607848</c:v>
              </c:pt>
              <c:pt idx="530">
                <c:v>-7.2965802511809255</c:v>
              </c:pt>
              <c:pt idx="531">
                <c:v>-6.497978362633247</c:v>
              </c:pt>
              <c:pt idx="532">
                <c:v>-5.699412093638692</c:v>
              </c:pt>
              <c:pt idx="533">
                <c:v>-4.90116987370424</c:v>
              </c:pt>
              <c:pt idx="534">
                <c:v>-4.103539353167871</c:v>
              </c:pt>
              <c:pt idx="535">
                <c:v>-3.306806787892762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</c:v>
              </c:pt>
              <c:pt idx="542">
                <c:v>2.2217016966501735</c:v>
              </c:pt>
              <c:pt idx="543">
                <c:v>3.001307867196861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</c:v>
              </c:pt>
              <c:pt idx="547">
                <c:v>6.084198389387511</c:v>
              </c:pt>
              <c:pt idx="548">
                <c:v>6.844885218697421</c:v>
              </c:pt>
              <c:pt idx="549">
                <c:v>7.601123712988682</c:v>
              </c:pt>
              <c:pt idx="550">
                <c:v>8.352711109054686</c:v>
              </c:pt>
              <c:pt idx="551">
                <c:v>9.09945315524638</c:v>
              </c:pt>
              <c:pt idx="552">
                <c:v>9.841164291097707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18.95747612097251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</c:v>
              </c:pt>
              <c:pt idx="569">
                <c:v>21.544040856436318</c:v>
              </c:pt>
              <c:pt idx="570">
                <c:v>22.17360506061018</c:v>
              </c:pt>
              <c:pt idx="571">
                <c:v>22.79627643464502</c:v>
              </c:pt>
              <c:pt idx="572">
                <c:v>23.412035845226775</c:v>
              </c:pt>
              <c:pt idx="573">
                <c:v>24.02087053808049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28.0889671923084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</c:v>
              </c:pt>
              <c:pt idx="591">
                <c:v>33.81249621466939</c:v>
              </c:pt>
              <c:pt idx="592">
                <c:v>34.29391726952631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35.7010260881614</c:v>
              </c:pt>
              <c:pt idx="596">
                <c:v>36.15789486858712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37.4929430919821</c:v>
              </c:pt>
              <c:pt idx="600">
                <c:v>37.92633721036504</c:v>
              </c:pt>
              <c:pt idx="601">
                <c:v>38.35403737098271</c:v>
              </c:pt>
              <c:pt idx="602">
                <c:v>38.776114531814706</c:v>
              </c:pt>
              <c:pt idx="603">
                <c:v>39.19263999922389</c:v>
              </c:pt>
              <c:pt idx="604">
                <c:v>39.60368532993069</c:v>
              </c:pt>
              <c:pt idx="605">
                <c:v>40.00932223896854</c:v>
              </c:pt>
              <c:pt idx="606">
                <c:v>40.40962251335875</c:v>
              </c:pt>
              <c:pt idx="607">
                <c:v>40.80465793130868</c:v>
              </c:pt>
              <c:pt idx="608">
                <c:v>41.194500186729364</c:v>
              </c:pt>
              <c:pt idx="609">
                <c:v>41.57922081883805</c:v>
              </c:pt>
              <c:pt idx="610">
                <c:v>41.95889114663024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43.42848480157988</c:v>
              </c:pt>
              <c:pt idx="615">
                <c:v>43.783961668214275</c:v>
              </c:pt>
              <c:pt idx="616">
                <c:v>44.13480841174218</c:v>
              </c:pt>
              <c:pt idx="617">
                <c:v>44.481093340507506</c:v>
              </c:pt>
              <c:pt idx="618">
                <c:v>44.82288416909566</c:v>
              </c:pt>
              <c:pt idx="619">
                <c:v>45.16024798754765</c:v>
              </c:pt>
              <c:pt idx="620">
                <c:v>45.49325123350147</c:v>
              </c:pt>
              <c:pt idx="621">
                <c:v>45.82195966711309</c:v>
              </c:pt>
              <c:pt idx="622">
                <c:v>46.14643834857964</c:v>
              </c:pt>
              <c:pt idx="623">
                <c:v>46.46675161812723</c:v>
              </c:pt>
              <c:pt idx="624">
                <c:v>46.78296307830583</c:v>
              </c:pt>
              <c:pt idx="625">
                <c:v>47.09513557846765</c:v>
              </c:pt>
              <c:pt idx="626">
                <c:v>47.4033312012735</c:v>
              </c:pt>
              <c:pt idx="627">
                <c:v>47.707611251120944</c:v>
              </c:pt>
              <c:pt idx="628">
                <c:v>48.00803624435793</c:v>
              </c:pt>
              <c:pt idx="629">
                <c:v>48.30466590117003</c:v>
              </c:pt>
              <c:pt idx="630">
                <c:v>48.59755913903612</c:v>
              </c:pt>
              <c:pt idx="631">
                <c:v>48.886774067634455</c:v>
              </c:pt>
              <c:pt idx="632">
                <c:v>49.17236798511627</c:v>
              </c:pt>
              <c:pt idx="633">
                <c:v>49.45439737563595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50.2796509973566</c:v>
              </c:pt>
              <c:pt idx="637">
                <c:v>50.54797081861893</c:v>
              </c:pt>
              <c:pt idx="638">
                <c:v>50.81299631486531</c:v>
              </c:pt>
              <c:pt idx="639">
                <c:v>51.07477909444641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51.84117520291497</c:v>
              </c:pt>
              <c:pt idx="643">
                <c:v>52.09048721717729</c:v>
              </c:pt>
              <c:pt idx="644">
                <c:v>52.336802617832454</c:v>
              </c:pt>
              <c:pt idx="645">
                <c:v>52.58016827907944</c:v>
              </c:pt>
              <c:pt idx="646">
                <c:v>52.82063030904686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</c:v>
              </c:pt>
              <c:pt idx="650">
                <c:v>53.754337906178094</c:v>
              </c:pt>
              <c:pt idx="651">
                <c:v>53.98094714561712</c:v>
              </c:pt>
              <c:pt idx="652">
                <c:v>54.20491376750583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54.86136422704838</c:v>
              </c:pt>
              <c:pt idx="656">
                <c:v>55.07516323093083</c:v>
              </c:pt>
              <c:pt idx="657">
                <c:v>55.28651762989697</c:v>
              </c:pt>
              <c:pt idx="658">
                <c:v>55.49546501213464</c:v>
              </c:pt>
              <c:pt idx="659">
                <c:v>55.70204231706064</c:v>
              </c:pt>
              <c:pt idx="660">
                <c:v>55.906285845118916</c:v>
              </c:pt>
              <c:pt idx="661">
                <c:v>56.10823126759634</c:v>
              </c:pt>
              <c:pt idx="662">
                <c:v>56.30791363644203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56.89372385617221</c:v>
              </c:pt>
              <c:pt idx="666">
                <c:v>57.084692485579204</c:v>
              </c:pt>
              <c:pt idx="667">
                <c:v>57.2735643729224</c:v>
              </c:pt>
              <c:pt idx="668">
                <c:v>57.46037105869207</c:v>
              </c:pt>
              <c:pt idx="669">
                <c:v>57.64514353176848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58.18755748687808</c:v>
              </c:pt>
              <c:pt idx="673">
                <c:v>58.3644922939356</c:v>
              </c:pt>
              <c:pt idx="674">
                <c:v>58.539539885438266</c:v>
              </c:pt>
              <c:pt idx="675">
                <c:v>58.71272813544005</c:v>
              </c:pt>
              <c:pt idx="676">
                <c:v>58.88408443042594</c:v>
              </c:pt>
              <c:pt idx="677">
                <c:v>59.053635678051116</c:v>
              </c:pt>
              <c:pt idx="678">
                <c:v>59.22140831576699</c:v>
              </c:pt>
              <c:pt idx="679">
                <c:v>59.387428319332514</c:v>
              </c:pt>
              <c:pt idx="680">
                <c:v>59.55172121120629</c:v>
              </c:pt>
              <c:pt idx="681">
                <c:v>59.71431206882339</c:v>
              </c:pt>
              <c:pt idx="682">
                <c:v>59.87522553275015</c:v>
              </c:pt>
              <c:pt idx="683">
                <c:v>60.03448581471761</c:v>
              </c:pt>
              <c:pt idx="684">
                <c:v>60.19211670553465</c:v>
              </c:pt>
              <c:pt idx="685">
                <c:v>60.3481415828792</c:v>
              </c:pt>
              <c:pt idx="686">
                <c:v>60.502583418963845</c:v>
              </c:pt>
              <c:pt idx="687">
                <c:v>60.65546478808029</c:v>
              </c:pt>
              <c:pt idx="688">
                <c:v>60.80680787402153</c:v>
              </c:pt>
              <c:pt idx="689">
                <c:v>60.9566344773792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61.39722779970754</c:v>
              </c:pt>
              <c:pt idx="693">
                <c:v>61.54119906324485</c:v>
              </c:pt>
              <c:pt idx="694">
                <c:v>61.68375734605869</c:v>
              </c:pt>
              <c:pt idx="695">
                <c:v>61.82492229599015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</c:v>
              </c:pt>
              <c:pt idx="699">
                <c:v>62.37603011344106</c:v>
              </c:pt>
              <c:pt idx="700">
                <c:v>62.51051159343647</c:v>
              </c:pt>
              <c:pt idx="701">
                <c:v>62.64371079989054</c:v>
              </c:pt>
              <c:pt idx="702">
                <c:v>62.77564516124757</c:v>
              </c:pt>
              <c:pt idx="703">
                <c:v>62.90633181244203</c:v>
              </c:pt>
              <c:pt idx="704">
                <c:v>63.03578760045878</c:v>
              </c:pt>
              <c:pt idx="705">
                <c:v>63.16402908978373</c:v>
              </c:pt>
              <c:pt idx="706">
                <c:v>63.291072567753396</c:v>
              </c:pt>
              <c:pt idx="707">
                <c:v>63.4169340497989</c:v>
              </c:pt>
              <c:pt idx="708">
                <c:v>63.541629284592645</c:v>
              </c:pt>
              <c:pt idx="709">
                <c:v>63.66517375909066</c:v>
              </c:pt>
              <c:pt idx="710">
                <c:v>63.78758270348054</c:v>
              </c:pt>
              <c:pt idx="711">
                <c:v>63.90887109603033</c:v>
              </c:pt>
              <c:pt idx="712">
                <c:v>64.0290536678453</c:v>
              </c:pt>
              <c:pt idx="713">
                <c:v>64.14814490752792</c:v>
              </c:pt>
              <c:pt idx="714">
                <c:v>64.2661590657497</c:v>
              </c:pt>
              <c:pt idx="715">
                <c:v>64.38311015972924</c:v>
              </c:pt>
              <c:pt idx="716">
                <c:v>64.49901197762492</c:v>
              </c:pt>
              <c:pt idx="717">
                <c:v>64.61387808283862</c:v>
              </c:pt>
              <c:pt idx="718">
                <c:v>64.7277218182337</c:v>
              </c:pt>
              <c:pt idx="719">
                <c:v>64.84055631027248</c:v>
              </c:pt>
              <c:pt idx="720">
                <c:v>64.95239447306565</c:v>
              </c:pt>
              <c:pt idx="721">
                <c:v>65.06324901234566</c:v>
              </c:pt>
              <c:pt idx="722">
                <c:v>65.17313242935941</c:v>
              </c:pt>
              <c:pt idx="723">
                <c:v>65.28205702468046</c:v>
              </c:pt>
              <c:pt idx="724">
                <c:v>65.39003490194929</c:v>
              </c:pt>
              <c:pt idx="725">
                <c:v>65.49707797153692</c:v>
              </c:pt>
              <c:pt idx="726">
                <c:v>65.60319795413184</c:v>
              </c:pt>
              <c:pt idx="727">
                <c:v>65.70840638426033</c:v>
              </c:pt>
              <c:pt idx="728">
                <c:v>65.81271461373235</c:v>
              </c:pt>
              <c:pt idx="729">
                <c:v>65.91613381501915</c:v>
              </c:pt>
              <c:pt idx="730">
                <c:v>66.01867498456353</c:v>
              </c:pt>
              <c:pt idx="731">
                <c:v>66.1203489460234</c:v>
              </c:pt>
              <c:pt idx="732">
                <c:v>66.22116635344875</c:v>
              </c:pt>
              <c:pt idx="733">
                <c:v>66.32113769439827</c:v>
              </c:pt>
              <c:pt idx="734">
                <c:v>66.42027329298747</c:v>
              </c:pt>
              <c:pt idx="735">
                <c:v>66.51858331288196</c:v>
              </c:pt>
              <c:pt idx="736">
                <c:v>66.61607776022699</c:v>
              </c:pt>
              <c:pt idx="737">
                <c:v>66.71276648651713</c:v>
              </c:pt>
              <c:pt idx="738">
                <c:v>66.80865919141156</c:v>
              </c:pt>
              <c:pt idx="739">
                <c:v>66.90376542549035</c:v>
              </c:pt>
              <c:pt idx="740">
                <c:v>66.99809459295646</c:v>
              </c:pt>
              <c:pt idx="741">
                <c:v>67.09165595428367</c:v>
              </c:pt>
              <c:pt idx="742">
                <c:v>67.18445862880962</c:v>
              </c:pt>
              <c:pt idx="743">
                <c:v>67.27651159727931</c:v>
              </c:pt>
              <c:pt idx="744">
                <c:v>67.3678237043377</c:v>
              </c:pt>
              <c:pt idx="745">
                <c:v>67.4584036609697</c:v>
              </c:pt>
              <c:pt idx="746">
                <c:v>67.548260046893</c:v>
              </c:pt>
              <c:pt idx="747">
                <c:v>67.63740131290479</c:v>
              </c:pt>
              <c:pt idx="748">
                <c:v>67.72583578317891</c:v>
              </c:pt>
              <c:pt idx="749">
                <c:v>67.81357165751844</c:v>
              </c:pt>
              <c:pt idx="750">
                <c:v>67.90061701356419</c:v>
              </c:pt>
              <c:pt idx="751">
                <c:v>67.9869798089568</c:v>
              </c:pt>
              <c:pt idx="752">
                <c:v>68.07266788345969</c:v>
              </c:pt>
              <c:pt idx="753">
                <c:v>68.15768896103597</c:v>
              </c:pt>
              <c:pt idx="754">
                <c:v>68.24205065188562</c:v>
              </c:pt>
              <c:pt idx="755">
                <c:v>68.32576045444539</c:v>
              </c:pt>
              <c:pt idx="756">
                <c:v>68.40882575734285</c:v>
              </c:pt>
              <c:pt idx="757">
                <c:v>68.491253841318</c:v>
              </c:pt>
              <c:pt idx="758">
                <c:v>68.57305188110315</c:v>
              </c:pt>
              <c:pt idx="759">
                <c:v>68.65422694726715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68.89408348499015</c:v>
              </c:pt>
              <c:pt idx="763">
                <c:v>68.97283534162817</c:v>
              </c:pt>
              <c:pt idx="764">
                <c:v>69.05099807708784</c:v>
              </c:pt>
              <c:pt idx="765">
                <c:v>69.12857817370677</c:v>
              </c:pt>
              <c:pt idx="766">
                <c:v>69.20558202159418</c:v>
              </c:pt>
              <c:pt idx="767">
                <c:v>69.28201592020493</c:v>
              </c:pt>
              <c:pt idx="768">
                <c:v>69.35788607988398</c:v>
              </c:pt>
              <c:pt idx="769">
                <c:v>69.43319862338178</c:v>
              </c:pt>
              <c:pt idx="770">
                <c:v>69.50795958733634</c:v>
              </c:pt>
              <c:pt idx="771">
                <c:v>69.5821749237316</c:v>
              </c:pt>
              <c:pt idx="772">
                <c:v>69.65585050132319</c:v>
              </c:pt>
              <c:pt idx="773">
                <c:v>69.72899210704134</c:v>
              </c:pt>
              <c:pt idx="774">
                <c:v>69.80160544736202</c:v>
              </c:pt>
              <c:pt idx="775">
                <c:v>69.87369614965584</c:v>
              </c:pt>
              <c:pt idx="776">
                <c:v>69.94526976350807</c:v>
              </c:pt>
              <c:pt idx="777">
                <c:v>70.01633176201629</c:v>
              </c:pt>
              <c:pt idx="778">
                <c:v>70.08688754306053</c:v>
              </c:pt>
              <c:pt idx="779">
                <c:v>70.15694243054993</c:v>
              </c:pt>
              <c:pt idx="780">
                <c:v>70.22650167564824</c:v>
              </c:pt>
              <c:pt idx="781">
                <c:v>70.29557045797225</c:v>
              </c:pt>
              <c:pt idx="782">
                <c:v>70.36415388676963</c:v>
              </c:pt>
              <c:pt idx="783">
                <c:v>70.43225700207508</c:v>
              </c:pt>
              <c:pt idx="784">
                <c:v>70.49988477584249</c:v>
              </c:pt>
              <c:pt idx="785">
                <c:v>70.56704211305843</c:v>
              </c:pt>
              <c:pt idx="786">
                <c:v>70.63373385283178</c:v>
              </c:pt>
              <c:pt idx="787">
                <c:v>70.69996476946581</c:v>
              </c:pt>
              <c:pt idx="788">
                <c:v>70.76573957350867</c:v>
              </c:pt>
              <c:pt idx="789">
                <c:v>70.83106291278347</c:v>
              </c:pt>
              <c:pt idx="790">
                <c:v>70.89593937340213</c:v>
              </c:pt>
              <c:pt idx="791">
                <c:v>70.9603734807563</c:v>
              </c:pt>
              <c:pt idx="792">
                <c:v>71.02436970049304</c:v>
              </c:pt>
              <c:pt idx="793">
                <c:v>71.08793243947139</c:v>
              </c:pt>
              <c:pt idx="794">
                <c:v>71.1510660467013</c:v>
              </c:pt>
              <c:pt idx="795">
                <c:v>71.21377481426474</c:v>
              </c:pt>
              <c:pt idx="796">
                <c:v>71.27606297822078</c:v>
              </c:pt>
              <c:pt idx="797">
                <c:v>71.3379347194932</c:v>
              </c:pt>
              <c:pt idx="798">
                <c:v>71.39939416474228</c:v>
              </c:pt>
              <c:pt idx="799">
                <c:v>71.46044538722086</c:v>
              </c:pt>
              <c:pt idx="800">
                <c:v>71.5210924076137</c:v>
              </c:pt>
            </c:numLit>
          </c:yVal>
        </c:ser>
        <c:ser>
          <c:idx val="3"/>
          <c:order val="3"/>
          <c:tx>
            <c:v>0.9 MHz</c:v>
          </c:tx>
          <c:spPr>
            <a:ln xmlns:a="http://schemas.openxmlformats.org/drawingml/2006/main"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18324D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8324D"/>
                </a:solidFill>
              </a:defRPr>
            </a:pPr>
          </a:p>
        </c:txPr>
        <c:crossAx val="48672768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8324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9D3DC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0.9 MHz处：理想匹配接近50 Ω，有损匹配保留小量失配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Hypothetical BVD model — non-measured parameters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525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0.9 MHz固定频点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同一1 Vrms Thevenin源｜Rs=50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B33A3A"/>
                </a:solidFill>
              </a:defRPr>
            </a:pPr>
            <a:r>
              <a:rPr sz="1125" b="0">
                <a:solidFill>
                  <a:srgbClr val="B33A3A"/>
                </a:solidFill>
              </a:rPr>
              <a:t>理想匹配≈50 Ω纯电阻；考虑ESR后为56.686−j1.067 Ω｜完整0.8–1.0 MHz曲线见备份页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85800" y="1200150"/>
          <a:ext xmlns:a="http://schemas.openxmlformats.org/drawingml/2006/main" cx="685800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3fdab20a744fd6"/>
          </a:graphicData>
        </a:graphic>
      </p:graphicFrame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85800" y="3486150"/>
          <a:ext xmlns:a="http://schemas.openxmlformats.org/drawingml/2006/main" cx="6858000" cy="2305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bc6842b42c4ca2"/>
          </a:graphicData>
        </a:graphic>
      </p:graphicFrame>
      <p:graphicFrame>
        <p:nvGraphicFramePr>
          <p:cNvPr id="27" name="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|Z|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ReZ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ImZ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8324D"/>
                          </a:solidFill>
                        </a:rPr>
                        <a:t>相位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750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2026-08-26T02:49:23.7080000Z</dcterms:created>
  <dcterms:modified xsi:type="dcterms:W3CDTF">2026-08-26T02:49:23.7080000Z</dcterms:modified>
</coreProperties>
</file>