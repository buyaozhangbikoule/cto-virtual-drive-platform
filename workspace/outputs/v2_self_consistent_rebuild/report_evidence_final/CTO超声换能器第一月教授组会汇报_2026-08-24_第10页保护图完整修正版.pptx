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2c0949cf424874" /><Relationship Type="http://schemas.openxmlformats.org/officeDocument/2006/relationships/extended-properties" Target="/docProps/app.xml" Id="R5218464bba4447ba" /><Relationship Type="http://schemas.openxmlformats.org/officeDocument/2006/relationships/officeDocument" Target="/ppt/presentation.xml" Id="Ra3fe257f9405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14090ecc994bf3"/>
  </p:sldMasterIdLst>
  <p:notesMasterIdLst>
    <p:notesMasterId xmlns:r="http://schemas.openxmlformats.org/officeDocument/2006/relationships" r:id="Rd20d381457d6492d"/>
  </p:notesMasterIdLst>
  <p:sldIdLst>
    <p:sldId xmlns:r="http://schemas.openxmlformats.org/officeDocument/2006/relationships" id="256" r:id="Ra69f1cdf56334885"/>
    <p:sldId xmlns:r="http://schemas.openxmlformats.org/officeDocument/2006/relationships" id="257" r:id="Rc7635f25b09345f4"/>
    <p:sldId xmlns:r="http://schemas.openxmlformats.org/officeDocument/2006/relationships" id="258" r:id="R1e73b1801072476c"/>
    <p:sldId xmlns:r="http://schemas.openxmlformats.org/officeDocument/2006/relationships" id="259" r:id="Rf5b9e05ad8ee4fd7"/>
    <p:sldId xmlns:r="http://schemas.openxmlformats.org/officeDocument/2006/relationships" id="260" r:id="R2580526cc2904bb9"/>
    <p:sldId xmlns:r="http://schemas.openxmlformats.org/officeDocument/2006/relationships" id="261" r:id="R431800e2b7ef49e3"/>
    <p:sldId xmlns:r="http://schemas.openxmlformats.org/officeDocument/2006/relationships" id="262" r:id="R262e496c1e114e68"/>
    <p:sldId xmlns:r="http://schemas.openxmlformats.org/officeDocument/2006/relationships" id="263" r:id="Rf28d6173626840d5"/>
    <p:sldId xmlns:r="http://schemas.openxmlformats.org/officeDocument/2006/relationships" id="264" r:id="R78563187ad894d35"/>
    <p:sldId xmlns:r="http://schemas.openxmlformats.org/officeDocument/2006/relationships" id="265" r:id="R5a3db5c1b0d3426b"/>
    <p:sldId xmlns:r="http://schemas.openxmlformats.org/officeDocument/2006/relationships" id="266" r:id="R06d1d1a7e39149e0"/>
    <p:sldId xmlns:r="http://schemas.openxmlformats.org/officeDocument/2006/relationships" id="267" r:id="R299eea66bd354857"/>
    <p:sldId xmlns:r="http://schemas.openxmlformats.org/officeDocument/2006/relationships" id="268" r:id="Rd594592ee40249fa"/>
    <p:sldId xmlns:r="http://schemas.openxmlformats.org/officeDocument/2006/relationships" id="269" r:id="Rfc4dfdd9f7af4650"/>
    <p:sldId xmlns:r="http://schemas.openxmlformats.org/officeDocument/2006/relationships" id="270" r:id="R991da0b6a9c44711"/>
    <p:sldId xmlns:r="http://schemas.openxmlformats.org/officeDocument/2006/relationships" id="271" r:id="R21e0967554ad4778"/>
    <p:sldId xmlns:r="http://schemas.openxmlformats.org/officeDocument/2006/relationships" id="272" r:id="Rf2c80e22225b4313"/>
    <p:sldId xmlns:r="http://schemas.openxmlformats.org/officeDocument/2006/relationships" id="273" r:id="Re7d9074b75d14161"/>
    <p:sldId xmlns:r="http://schemas.openxmlformats.org/officeDocument/2006/relationships" id="274" r:id="R6f3c576712b34f2a"/>
    <p:sldId xmlns:r="http://schemas.openxmlformats.org/officeDocument/2006/relationships" id="275" r:id="R7322d9e932dd4f22"/>
    <p:sldId xmlns:r="http://schemas.openxmlformats.org/officeDocument/2006/relationships" id="276" r:id="R3ab2623970bb4fbd"/>
    <p:sldId xmlns:r="http://schemas.openxmlformats.org/officeDocument/2006/relationships" id="277" r:id="R7053976b66db44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35f89f4021473d" /><Relationship Type="http://schemas.openxmlformats.org/officeDocument/2006/relationships/slideMaster" Target="/ppt/slideMasters/slideMaster1.xml" Id="R2414090ecc994bf3" /><Relationship Type="http://schemas.openxmlformats.org/officeDocument/2006/relationships/notesMaster" Target="/ppt/notesMasters/notesMaster1.xml" Id="Rd20d381457d6492d" /><Relationship Type="http://schemas.openxmlformats.org/officeDocument/2006/relationships/presProps" Target="/ppt/presProps.xml" Id="R0830535d94124db4" /><Relationship Type="http://schemas.openxmlformats.org/officeDocument/2006/relationships/viewProps" Target="/ppt/viewProps.xml" Id="R69bebee0806e46b6" /><Relationship Type="http://schemas.openxmlformats.org/officeDocument/2006/relationships/tableStyles" Target="/ppt/tableStyles.xml" Id="R6ab0950e9aef432f" /><Relationship Type="http://schemas.openxmlformats.org/officeDocument/2006/relationships/slide" Target="/ppt/slides/slide1.xml" Id="Ra69f1cdf56334885" /><Relationship Type="http://schemas.openxmlformats.org/officeDocument/2006/relationships/slide" Target="/ppt/slides/slide2.xml" Id="Rc7635f25b09345f4" /><Relationship Type="http://schemas.openxmlformats.org/officeDocument/2006/relationships/slide" Target="/ppt/slides/slide3.xml" Id="R1e73b1801072476c" /><Relationship Type="http://schemas.openxmlformats.org/officeDocument/2006/relationships/slide" Target="/ppt/slides/slide4.xml" Id="Rf5b9e05ad8ee4fd7" /><Relationship Type="http://schemas.openxmlformats.org/officeDocument/2006/relationships/slide" Target="/ppt/slides/slide5.xml" Id="R2580526cc2904bb9" /><Relationship Type="http://schemas.openxmlformats.org/officeDocument/2006/relationships/slide" Target="/ppt/slides/slide6.xml" Id="R431800e2b7ef49e3" /><Relationship Type="http://schemas.openxmlformats.org/officeDocument/2006/relationships/slide" Target="/ppt/slides/slide7.xml" Id="R262e496c1e114e68" /><Relationship Type="http://schemas.openxmlformats.org/officeDocument/2006/relationships/slide" Target="/ppt/slides/slide8.xml" Id="Rf28d6173626840d5" /><Relationship Type="http://schemas.openxmlformats.org/officeDocument/2006/relationships/slide" Target="/ppt/slides/slide9.xml" Id="R78563187ad894d35" /><Relationship Type="http://schemas.openxmlformats.org/officeDocument/2006/relationships/slide" Target="/ppt/slides/slide10.xml" Id="R5a3db5c1b0d3426b" /><Relationship Type="http://schemas.openxmlformats.org/officeDocument/2006/relationships/slide" Target="/ppt/slides/slide11.xml" Id="R06d1d1a7e39149e0" /><Relationship Type="http://schemas.openxmlformats.org/officeDocument/2006/relationships/slide" Target="/ppt/slides/slide12.xml" Id="R299eea66bd354857" /><Relationship Type="http://schemas.openxmlformats.org/officeDocument/2006/relationships/slide" Target="/ppt/slides/slide13.xml" Id="Rd594592ee40249fa" /><Relationship Type="http://schemas.openxmlformats.org/officeDocument/2006/relationships/slide" Target="/ppt/slides/slide14.xml" Id="Rfc4dfdd9f7af4650" /><Relationship Type="http://schemas.openxmlformats.org/officeDocument/2006/relationships/slide" Target="/ppt/slides/slide15.xml" Id="R991da0b6a9c44711" /><Relationship Type="http://schemas.openxmlformats.org/officeDocument/2006/relationships/slide" Target="/ppt/slides/slide16.xml" Id="R21e0967554ad4778" /><Relationship Type="http://schemas.openxmlformats.org/officeDocument/2006/relationships/slide" Target="/ppt/slides/slide17.xml" Id="Rf2c80e22225b4313" /><Relationship Type="http://schemas.openxmlformats.org/officeDocument/2006/relationships/slide" Target="/ppt/slides/slide18.xml" Id="Re7d9074b75d14161" /><Relationship Type="http://schemas.openxmlformats.org/officeDocument/2006/relationships/slide" Target="/ppt/slides/slide19.xml" Id="R6f3c576712b34f2a" /><Relationship Type="http://schemas.openxmlformats.org/officeDocument/2006/relationships/slide" Target="/ppt/slides/slide20.xml" Id="R7322d9e932dd4f22" /><Relationship Type="http://schemas.openxmlformats.org/officeDocument/2006/relationships/slide" Target="/ppt/slides/slide21.xml" Id="R3ab2623970bb4fbd" /><Relationship Type="http://schemas.openxmlformats.org/officeDocument/2006/relationships/slide" Target="/ppt/slides/slide22.xml" Id="R7053976b66db44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67579efaa541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acd99fc06841d9" /><Relationship Type="http://schemas.openxmlformats.org/officeDocument/2006/relationships/notesMaster" Target="/ppt/notesMasters/notesMaster1.xml" Id="Rd80ce73491c541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99c01f6fde4c7e" /><Relationship Type="http://schemas.openxmlformats.org/officeDocument/2006/relationships/notesMaster" Target="/ppt/notesMasters/notesMaster1.xml" Id="Rbaa2225030a1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723bbfd1a94e2b" /><Relationship Type="http://schemas.openxmlformats.org/officeDocument/2006/relationships/notesMaster" Target="/ppt/notesMasters/notesMaster1.xml" Id="R1273473d6ef148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571fdad1a74cd7" /><Relationship Type="http://schemas.openxmlformats.org/officeDocument/2006/relationships/notesMaster" Target="/ppt/notesMasters/notesMaster1.xml" Id="R659a0f69b2e846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2fa9ac2ffb4cf2" /><Relationship Type="http://schemas.openxmlformats.org/officeDocument/2006/relationships/notesMaster" Target="/ppt/notesMasters/notesMaster1.xml" Id="R81ecb9ca9bd244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2ad7c7f05b42cb" /><Relationship Type="http://schemas.openxmlformats.org/officeDocument/2006/relationships/notesMaster" Target="/ppt/notesMasters/notesMaster1.xml" Id="Ra4ea0149d73f45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ce88c431e249ea" /><Relationship Type="http://schemas.openxmlformats.org/officeDocument/2006/relationships/notesMaster" Target="/ppt/notesMasters/notesMaster1.xml" Id="R4c32edc6bada4e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fb9f4f32144a38" /><Relationship Type="http://schemas.openxmlformats.org/officeDocument/2006/relationships/notesMaster" Target="/ppt/notesMasters/notesMaster1.xml" Id="R81cfb2367e9141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109e63c8bd4356" /><Relationship Type="http://schemas.openxmlformats.org/officeDocument/2006/relationships/notesMaster" Target="/ppt/notesMasters/notesMaster1.xml" Id="Rd619eb1495e841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657c042fa34648" /><Relationship Type="http://schemas.openxmlformats.org/officeDocument/2006/relationships/notesMaster" Target="/ppt/notesMasters/notesMaster1.xml" Id="R5f925d099e2f46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793418d7a4477f" /><Relationship Type="http://schemas.openxmlformats.org/officeDocument/2006/relationships/notesMaster" Target="/ppt/notesMasters/notesMaster1.xml" Id="Ra5923b76fb5444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fea6f1a93048d8" /><Relationship Type="http://schemas.openxmlformats.org/officeDocument/2006/relationships/notesMaster" Target="/ppt/notesMasters/notesMaster1.xml" Id="Rd366f9e7897d4a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eef5cfd9754e2c" /><Relationship Type="http://schemas.openxmlformats.org/officeDocument/2006/relationships/notesMaster" Target="/ppt/notesMasters/notesMaster1.xml" Id="R1153402273974e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fa3170e6754161" /><Relationship Type="http://schemas.openxmlformats.org/officeDocument/2006/relationships/notesMaster" Target="/ppt/notesMasters/notesMaster1.xml" Id="R99917bf7311a45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6f506e2fab449e" /><Relationship Type="http://schemas.openxmlformats.org/officeDocument/2006/relationships/notesMaster" Target="/ppt/notesMasters/notesMaster1.xml" Id="R4f0606f379814f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242527819f4a31" /><Relationship Type="http://schemas.openxmlformats.org/officeDocument/2006/relationships/notesMaster" Target="/ppt/notesMasters/notesMaster1.xml" Id="R1b253246020747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95c8414c334222" /><Relationship Type="http://schemas.openxmlformats.org/officeDocument/2006/relationships/notesMaster" Target="/ppt/notesMasters/notesMaster1.xml" Id="Ra0832cb3656e4d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19eef1d96b47a3" /><Relationship Type="http://schemas.openxmlformats.org/officeDocument/2006/relationships/notesMaster" Target="/ppt/notesMasters/notesMaster1.xml" Id="Rcf132ba2576b45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3ef6eda43649e6" /><Relationship Type="http://schemas.openxmlformats.org/officeDocument/2006/relationships/notesMaster" Target="/ppt/notesMasters/notesMaster1.xml" Id="R346a7a2b96344a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7e524a77294a79" /><Relationship Type="http://schemas.openxmlformats.org/officeDocument/2006/relationships/notesMaster" Target="/ppt/notesMasters/notesMaster1.xml" Id="Rdec7ec7d228b460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2c6e3d1f914a02" /><Relationship Type="http://schemas.openxmlformats.org/officeDocument/2006/relationships/notesMaster" Target="/ppt/notesMasters/notesMaster1.xml" Id="Ra2cec8cb0d3248a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c10ad99e7d648fe" /><Relationship Type="http://schemas.openxmlformats.org/officeDocument/2006/relationships/notesMaster" Target="/ppt/notesMasters/notesMaster1.xml" Id="R7a0b0d51c32a40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按照扰动—响应—恢复顺序讲图，不逐点念曲线。不要说P&amp;O恢复最快；当前严格验收下周期扫频更稳健。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C:\Users\24739\Documents\Codex\2026-08-10\new-chat\outputs\v2_self_consistent_rebuild\report_evidence_final\07_汇报截图\stage4_01_three_strategy_timeline.png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f7bd1f22b40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ce9718ad1f43b7" /><Relationship Type="http://schemas.openxmlformats.org/officeDocument/2006/relationships/slideLayout" Target="/ppt/slideLayouts/slideLayout1.xml" Id="R6b4ca8ff86a048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4ca8ff86a048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e22217fa143fd" /><Relationship Type="http://schemas.openxmlformats.org/officeDocument/2006/relationships/notesSlide" Target="/ppt/notesSlides/notesSlide1.xml" Id="R62be649a31cb49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35a01bde44513" /><Relationship Type="http://schemas.openxmlformats.org/officeDocument/2006/relationships/notesSlide" Target="/ppt/notesSlides/notesSlide2.xml" Id="R2cf0a9165a0547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7af7f914e4be3" /><Relationship Type="http://schemas.openxmlformats.org/officeDocument/2006/relationships/notesSlide" Target="/ppt/notesSlides/notesSlide3.xml" Id="Re8f283c6ae7141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eb28f06d64eb1" /><Relationship Type="http://schemas.openxmlformats.org/officeDocument/2006/relationships/image" Target="/ppt/media/image.png" Id="Rbe3c7abd50e746b7" /><Relationship Type="http://schemas.openxmlformats.org/officeDocument/2006/relationships/notesSlide" Target="/ppt/notesSlides/notesSlide4.xml" Id="Rb5b77252855f4c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d5f93b91a4279" /><Relationship Type="http://schemas.openxmlformats.org/officeDocument/2006/relationships/image" Target="/ppt/media/image2.png" Id="Rea6bc393a4954ab6" /><Relationship Type="http://schemas.openxmlformats.org/officeDocument/2006/relationships/image" Target="/ppt/media/image3.png" Id="Reba03eea9b27492e" /><Relationship Type="http://schemas.openxmlformats.org/officeDocument/2006/relationships/notesSlide" Target="/ppt/notesSlides/notesSlide5.xml" Id="R6e459a3542224c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9a8d9829c43fa" /><Relationship Type="http://schemas.openxmlformats.org/officeDocument/2006/relationships/notesSlide" Target="/ppt/notesSlides/notesSlide6.xml" Id="R53e80a2f348f49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d4ac2b9264e3e" /><Relationship Type="http://schemas.openxmlformats.org/officeDocument/2006/relationships/image" Target="/ppt/media/image4.png" Id="Rda0347c0b63842f3" /><Relationship Type="http://schemas.openxmlformats.org/officeDocument/2006/relationships/notesSlide" Target="/ppt/notesSlides/notesSlide7.xml" Id="R17df1ccb976c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e86b1f2834977" /><Relationship Type="http://schemas.openxmlformats.org/officeDocument/2006/relationships/image" Target="/ppt/media/image5.png" Id="R1bd52e5870a04d4c" /><Relationship Type="http://schemas.openxmlformats.org/officeDocument/2006/relationships/image" Target="/ppt/media/image6.png" Id="Raaee3c6131e64448" /><Relationship Type="http://schemas.openxmlformats.org/officeDocument/2006/relationships/notesSlide" Target="/ppt/notesSlides/notesSlide8.xml" Id="R6c0271a676ee48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a9a3516144889" /><Relationship Type="http://schemas.openxmlformats.org/officeDocument/2006/relationships/image" Target="/ppt/media/image7.png" Id="Redc2af64e9f64c1f" /><Relationship Type="http://schemas.openxmlformats.org/officeDocument/2006/relationships/notesSlide" Target="/ppt/notesSlides/notesSlide9.xml" Id="R6458a9dc75be49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1c0e788e54fff" /><Relationship Type="http://schemas.openxmlformats.org/officeDocument/2006/relationships/image" Target="/ppt/media/image8.png" Id="R068c8ee0f11047c5" /><Relationship Type="http://schemas.openxmlformats.org/officeDocument/2006/relationships/notesSlide" Target="/ppt/notesSlides/notesSlide10.xml" Id="Rc7d3f51a200340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bffc42161402e" /><Relationship Type="http://schemas.openxmlformats.org/officeDocument/2006/relationships/image" Target="/ppt/media/image9.png" Id="R3c24b61b38f54266" /><Relationship Type="http://schemas.openxmlformats.org/officeDocument/2006/relationships/notesSlide" Target="/ppt/notesSlides/notesSlide11.xml" Id="Rd20e1f04164e49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8f0a778f5436e" /><Relationship Type="http://schemas.openxmlformats.org/officeDocument/2006/relationships/chart" Target="/ppt/slides/charts/chart1.xml" Id="R7d62cb2431b0433c" /><Relationship Type="http://schemas.openxmlformats.org/officeDocument/2006/relationships/notesSlide" Target="/ppt/notesSlides/notesSlide12.xml" Id="R1b98d32bf19f44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a481c16ee47cf" /><Relationship Type="http://schemas.openxmlformats.org/officeDocument/2006/relationships/notesSlide" Target="/ppt/notesSlides/notesSlide13.xml" Id="R5ffdc10fd9ed4f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190ab934d45f2" /><Relationship Type="http://schemas.openxmlformats.org/officeDocument/2006/relationships/notesSlide" Target="/ppt/notesSlides/notesSlide14.xml" Id="Ra758023eda274b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2884545f24cc6" /><Relationship Type="http://schemas.openxmlformats.org/officeDocument/2006/relationships/notesSlide" Target="/ppt/notesSlides/notesSlide15.xml" Id="Re74ea359d6e64f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6492d5c194e81" /><Relationship Type="http://schemas.openxmlformats.org/officeDocument/2006/relationships/notesSlide" Target="/ppt/notesSlides/notesSlide16.xml" Id="Rf5a4db6ba7c642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0bbfa7f7f4f72" /><Relationship Type="http://schemas.openxmlformats.org/officeDocument/2006/relationships/notesSlide" Target="/ppt/notesSlides/notesSlide17.xml" Id="Re26a0f871d804c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a2f1f976c47bb" /><Relationship Type="http://schemas.openxmlformats.org/officeDocument/2006/relationships/image" Target="/ppt/media/image10.png" Id="R3a326170939a4044" /><Relationship Type="http://schemas.openxmlformats.org/officeDocument/2006/relationships/notesSlide" Target="/ppt/notesSlides/notesSlide18.xml" Id="Ra230d0b6a6bf40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62f73798e409a" /><Relationship Type="http://schemas.openxmlformats.org/officeDocument/2006/relationships/image" Target="/ppt/media/image11.png" Id="R224cd4bcfbf54af8" /><Relationship Type="http://schemas.openxmlformats.org/officeDocument/2006/relationships/image" Target="/ppt/media/image12.png" Id="Rd9a6af9d76ee487c" /><Relationship Type="http://schemas.openxmlformats.org/officeDocument/2006/relationships/notesSlide" Target="/ppt/notesSlides/notesSlide19.xml" Id="R8f0077b527dd4bd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4ea5a875c4019" /><Relationship Type="http://schemas.openxmlformats.org/officeDocument/2006/relationships/notesSlide" Target="/ppt/notesSlides/notesSlide20.xml" Id="R944851c0a8c74c7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83badca8b44f2" /><Relationship Type="http://schemas.openxmlformats.org/officeDocument/2006/relationships/notesSlide" Target="/ppt/notesSlides/notesSlide21.xml" Id="R23d5fb6739554b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318cf5bda4be5" /><Relationship Type="http://schemas.openxmlformats.org/officeDocument/2006/relationships/notesSlide" Target="/ppt/notesSlides/notesSlide22.xml" Id="Rcd0f5e69a2a64c76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c7abd50e746b7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bc393a4954ab6"/>
          <a:srcRect xmlns:a="http://schemas.openxmlformats.org/drawingml/2006/main" l="0" t="739" r="0" b="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81100"/>
            <a:ext cx="6905625" cy="4762500"/>
          </a:xfrm>
          <a:prstGeom xmlns:a="http://schemas.openxmlformats.org/drawingml/2006/main" prst="rect">
            <a:avLst/>
          </a:prstGeom>
        </p:spPr>
      </p:pic>
      <p:pic>
        <p:nvPicPr>
          <p:cNvPr id="2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03eea9b27492e"/>
          <a:srcRect xmlns:a="http://schemas.openxmlformats.org/drawingml/2006/main" l="1961" t="0" r="19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257300"/>
            <a:ext cx="3333750" cy="2428875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 ≈ 106.726 μH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347c0b63842f3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52e5870a04d4c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e3c6131e64448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2af64e9f64c1f"/>
          <a:srcRect xmlns:a="http://schemas.openxmlformats.org/drawingml/2006/main" l="0" t="12596" r="0" b="12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108204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kHz步长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101点，151.5 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c8ee0f11047c5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7125" y="1181100"/>
            <a:ext cx="6686550" cy="4762500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固定频率在谐振漂移段失去功率，自适应策略可重新定位峰值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pic>
        <p:nvPicPr>
          <p:cNvPr id="2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4b61b38f54266"/>
          <a:srcRect xmlns:a="http://schemas.openxmlformats.org/drawingml/2006/main" l="0" t="11932" r="0" b="11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238250"/>
            <a:ext cx="8382000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77777"/>
                </a:solidFill>
              </a:defRPr>
            </a:pPr>
            <a:r>
              <a:rPr sz="1575" b="1">
                <a:solidFill>
                  <a:srgbClr val="777777"/>
                </a:solidFill>
              </a:rPr>
              <a:t>固定0.9 MHz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漂移段不能恢复峰值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978B8"/>
                </a:solidFill>
              </a:defRPr>
            </a:pPr>
            <a:r>
              <a:rPr sz="1575" b="1">
                <a:solidFill>
                  <a:srgbClr val="3978B8"/>
                </a:solidFill>
              </a:rPr>
              <a:t>周期扫频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194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重新定位后稳定捕获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54343"/>
                </a:solidFill>
              </a:defRPr>
            </a:pPr>
            <a:r>
              <a:rPr sz="1575" b="1">
                <a:solidFill>
                  <a:srgbClr val="B54343"/>
                </a:solidFill>
              </a:rPr>
              <a:t>扫描辅助P&amp;O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81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可到达稳态，但确认恢复较慢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三种策略经历完全相同的8段绝对时间扰动序列</a:t>
            </a:r>
          </a:p>
        </p:txBody>
      </p:sp>
    </p:spTree>
    <p:extLst>
      <p:ext uri="{BB962C8B-B14F-4D97-AF65-F5344CB8AC3E}">
        <p14:creationId xmlns:p14="http://schemas.microsoft.com/office/powerpoint/2010/main" val="138970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62cb2431b0433c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26170939a4044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cd4bcfbf54af8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6af9d76ee487c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2026-08-26T14:16:08.4470000Z</dcterms:created>
  <dcterms:modified xsi:type="dcterms:W3CDTF">2026-08-26T14:16:08.4470000Z</dcterms:modified>
</coreProperties>
</file>