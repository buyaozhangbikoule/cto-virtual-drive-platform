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28cbe615234f43" /><Relationship Type="http://schemas.openxmlformats.org/officeDocument/2006/relationships/extended-properties" Target="/docProps/app.xml" Id="R8b223507e01f46eb" /><Relationship Type="http://schemas.openxmlformats.org/officeDocument/2006/relationships/officeDocument" Target="/ppt/presentation.xml" Id="R059240a59c914a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f1cdbfa6a94c45"/>
  </p:sldMasterIdLst>
  <p:notesMasterIdLst>
    <p:notesMasterId xmlns:r="http://schemas.openxmlformats.org/officeDocument/2006/relationships" r:id="R480d84d2ecc74807"/>
  </p:notesMasterIdLst>
  <p:sldIdLst>
    <p:sldId xmlns:r="http://schemas.openxmlformats.org/officeDocument/2006/relationships" id="256" r:id="R22f579d5ac094e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60e00eefb546d8" /><Relationship Type="http://schemas.openxmlformats.org/officeDocument/2006/relationships/slideMaster" Target="/ppt/slideMasters/slideMaster1.xml" Id="R61f1cdbfa6a94c45" /><Relationship Type="http://schemas.openxmlformats.org/officeDocument/2006/relationships/notesMaster" Target="/ppt/notesMasters/notesMaster1.xml" Id="R480d84d2ecc74807" /><Relationship Type="http://schemas.openxmlformats.org/officeDocument/2006/relationships/presProps" Target="/ppt/presProps.xml" Id="Rd3c6076663ad4d38" /><Relationship Type="http://schemas.openxmlformats.org/officeDocument/2006/relationships/tableStyles" Target="/ppt/tableStyles.xml" Id="Redd456e7ee954670" /><Relationship Type="http://schemas.openxmlformats.org/officeDocument/2006/relationships/slide" Target="/ppt/slides/slide1.xml" Id="R22f579d5ac094e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3ac33cd10b49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207fb10a43414b" /><Relationship Type="http://schemas.openxmlformats.org/officeDocument/2006/relationships/notesMaster" Target="/ppt/notesMasters/notesMaster1.xml" Id="R96a46a5c91bb48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讲述口径：同一BVD拓扑、同一组假设基线参数、同一0.5–1.5 MHz频率网格下，分别由LTspice生成.raw结果、由Python计算解析结果，再逐点比较。</a:t>
            </a:r>
          </a:p>
          <a:p xmlns:a="http://schemas.openxmlformats.org/drawingml/2006/main">
            <a:r>
              <a:t>扫描设置：0.5–1.5 MHz，等间隔100001点，步长10 Hz。</a:t>
            </a:r>
          </a:p>
          <a:p xmlns:a="http://schemas.openxmlformats.org/drawingml/2006/main">
            <a:r>
              <a:t>结果：最大|Z|相对误差为1.36×10⁻⁷；两种实现识别的串联谐振位置均落在0.900000 MHz网格点，因此只能表述为峰位差小于10 Hz网格分辨率，不应表述为连续频域的绝对0误差。</a:t>
            </a:r>
          </a:p>
          <a:p xmlns:a="http://schemas.openxmlformats.org/drawingml/2006/main">
            <a:r>
              <a:t>结论边界：该页只验证Python公式与LTspice网表的数值实现一致，不证明假设BVD参数代表真实换能器。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C:\Users\24739\Documents\Codex\2026-08-10\new-chat\outputs\v2_self_consistent_rebuild\report_evidence_final\02_LTspice真实运行\V2_1_STAGE1_LTspice_解析交叉验证.csv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C:\Users\24739\Documents\Codex\2026-08-10\new-chat\outputs\v2_self_consistent_rebuild\report_evidence_final\07_汇报截图\V2_1_STAGE1_LTspice_RAW交叉验证.png</a:t>
            </a:r>
          </a:p>
          <a:p xmlns:a="http://schemas.openxmlformats.org/drawingml/2006/main">
            <a:r>
              <a:t>- LTspice Error Log截图作为独立运行证据保留，不在本页缩小展示。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9c037b2b644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88978ee9f7431c" /><Relationship Type="http://schemas.openxmlformats.org/officeDocument/2006/relationships/slideLayout" Target="/ppt/slideLayouts/slideLayout1.xml" Id="R4ecb071ac02c47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cb071ac02c47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126d2b0c34e1b" /><Relationship Type="http://schemas.openxmlformats.org/officeDocument/2006/relationships/image" Target="/ppt/media/image.png" Id="R52c7427a89cd49d6" /><Relationship Type="http://schemas.openxmlformats.org/officeDocument/2006/relationships/notesSlide" Target="/ppt/notesSlides/notesSlide1.xml" Id="Rab16a00952104c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4">
            <a:extLst xmlns:a="http://schemas.openxmlformats.org/drawingml/2006/main">
              <a:ext uri="{FF2B5EF4-FFF2-40B4-BE49-F238E27FC236}">
                <a16:creationId xmlns:a16="http://schemas.microsoft.com/office/drawing/2014/main" id="{C3A56876-0918-4358-A1F9-B71A1C9B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03085-ECCD-4BF1-9FFA-6F453B69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FC784-3E28-4216-8522-B7918972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B32A-F59E-4719-AC2D-466114E0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812E6-7043-42EC-B2C2-20A00C0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7427a89cd49d6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F6842-BB13-4E1F-85E3-C76A945F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8A5C8-8E98-4C38-A7A7-776EE409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FD87F-30D6-461C-93ED-F87667F5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47E3F-E2CA-4966-ADE9-D9A5DBCC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15F4B-8815-4CD3-813E-C35982ED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83935-4EB3-4842-8123-6CF458B3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4921C-F51C-48BD-8E14-43E53B12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576364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2026-08-25T09:27:13.9540000Z</dcterms:created>
  <dcterms:modified xsi:type="dcterms:W3CDTF">2026-08-25T09:27:13.9540000Z</dcterms:modified>
</coreProperties>
</file>