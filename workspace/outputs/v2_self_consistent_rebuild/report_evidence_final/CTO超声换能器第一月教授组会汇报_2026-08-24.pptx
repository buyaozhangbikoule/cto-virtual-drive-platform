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37101fe994afc" /><Relationship Type="http://schemas.openxmlformats.org/officeDocument/2006/relationships/extended-properties" Target="/docProps/app.xml" Id="R05b89ac59db44e35" /><Relationship Type="http://schemas.openxmlformats.org/officeDocument/2006/relationships/officeDocument" Target="/ppt/presentation.xml" Id="R0b6b2d25df2b44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caef679c504912"/>
  </p:sldMasterIdLst>
  <p:notesMasterIdLst>
    <p:notesMasterId xmlns:r="http://schemas.openxmlformats.org/officeDocument/2006/relationships" r:id="Re31c725878d04111"/>
  </p:notesMasterIdLst>
  <p:sldIdLst>
    <p:sldId xmlns:r="http://schemas.openxmlformats.org/officeDocument/2006/relationships" id="256" r:id="R7c8a96af299b4595"/>
    <p:sldId xmlns:r="http://schemas.openxmlformats.org/officeDocument/2006/relationships" id="257" r:id="R2ca44e0df29045b6"/>
    <p:sldId xmlns:r="http://schemas.openxmlformats.org/officeDocument/2006/relationships" id="258" r:id="R011e6fc6d3584d13"/>
    <p:sldId xmlns:r="http://schemas.openxmlformats.org/officeDocument/2006/relationships" id="259" r:id="R2891078db1c44c30"/>
    <p:sldId xmlns:r="http://schemas.openxmlformats.org/officeDocument/2006/relationships" id="260" r:id="R3b106a6116b94f58"/>
    <p:sldId xmlns:r="http://schemas.openxmlformats.org/officeDocument/2006/relationships" id="261" r:id="Rdb4adde01e514b56"/>
    <p:sldId xmlns:r="http://schemas.openxmlformats.org/officeDocument/2006/relationships" id="262" r:id="Ra3f51f6640034bfc"/>
    <p:sldId xmlns:r="http://schemas.openxmlformats.org/officeDocument/2006/relationships" id="263" r:id="Rb067d99bc3324e1c"/>
    <p:sldId xmlns:r="http://schemas.openxmlformats.org/officeDocument/2006/relationships" id="264" r:id="Rbe9d05a197824ff7"/>
    <p:sldId xmlns:r="http://schemas.openxmlformats.org/officeDocument/2006/relationships" id="265" r:id="R9226817f78ed4a12"/>
    <p:sldId xmlns:r="http://schemas.openxmlformats.org/officeDocument/2006/relationships" id="266" r:id="R625a301d9d8f45e5"/>
    <p:sldId xmlns:r="http://schemas.openxmlformats.org/officeDocument/2006/relationships" id="267" r:id="R52190b33d6304985"/>
    <p:sldId xmlns:r="http://schemas.openxmlformats.org/officeDocument/2006/relationships" id="268" r:id="Rc855514be3024e1d"/>
    <p:sldId xmlns:r="http://schemas.openxmlformats.org/officeDocument/2006/relationships" id="269" r:id="R9afcca820104466d"/>
    <p:sldId xmlns:r="http://schemas.openxmlformats.org/officeDocument/2006/relationships" id="270" r:id="R1e1b0a9046624e9d"/>
    <p:sldId xmlns:r="http://schemas.openxmlformats.org/officeDocument/2006/relationships" id="271" r:id="R56352a190e66452f"/>
    <p:sldId xmlns:r="http://schemas.openxmlformats.org/officeDocument/2006/relationships" id="272" r:id="R06e19e1f90a545d4"/>
    <p:sldId xmlns:r="http://schemas.openxmlformats.org/officeDocument/2006/relationships" id="273" r:id="Rb98c2836ef9440eb"/>
    <p:sldId xmlns:r="http://schemas.openxmlformats.org/officeDocument/2006/relationships" id="274" r:id="Rcb9ce0d8fac34e2d"/>
    <p:sldId xmlns:r="http://schemas.openxmlformats.org/officeDocument/2006/relationships" id="275" r:id="R9f2383cc50334307"/>
    <p:sldId xmlns:r="http://schemas.openxmlformats.org/officeDocument/2006/relationships" id="276" r:id="R2392ae7521e24952"/>
    <p:sldId xmlns:r="http://schemas.openxmlformats.org/officeDocument/2006/relationships" id="277" r:id="Rdb5ec4fcf94a40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0e35e5bd694e17" /><Relationship Type="http://schemas.openxmlformats.org/officeDocument/2006/relationships/slideMaster" Target="/ppt/slideMasters/slideMaster1.xml" Id="R95caef679c504912" /><Relationship Type="http://schemas.openxmlformats.org/officeDocument/2006/relationships/notesMaster" Target="/ppt/notesMasters/notesMaster1.xml" Id="Re31c725878d04111" /><Relationship Type="http://schemas.openxmlformats.org/officeDocument/2006/relationships/presProps" Target="/ppt/presProps.xml" Id="R339914b10f874202" /><Relationship Type="http://schemas.openxmlformats.org/officeDocument/2006/relationships/tableStyles" Target="/ppt/tableStyles.xml" Id="Re97a7f672ca84372" /><Relationship Type="http://schemas.openxmlformats.org/officeDocument/2006/relationships/slide" Target="/ppt/slides/slide1.xml" Id="R7c8a96af299b4595" /><Relationship Type="http://schemas.openxmlformats.org/officeDocument/2006/relationships/slide" Target="/ppt/slides/slide2.xml" Id="R2ca44e0df29045b6" /><Relationship Type="http://schemas.openxmlformats.org/officeDocument/2006/relationships/slide" Target="/ppt/slides/slide3.xml" Id="R011e6fc6d3584d13" /><Relationship Type="http://schemas.openxmlformats.org/officeDocument/2006/relationships/slide" Target="/ppt/slides/slide4.xml" Id="R2891078db1c44c30" /><Relationship Type="http://schemas.openxmlformats.org/officeDocument/2006/relationships/slide" Target="/ppt/slides/slide5.xml" Id="R3b106a6116b94f58" /><Relationship Type="http://schemas.openxmlformats.org/officeDocument/2006/relationships/slide" Target="/ppt/slides/slide6.xml" Id="Rdb4adde01e514b56" /><Relationship Type="http://schemas.openxmlformats.org/officeDocument/2006/relationships/slide" Target="/ppt/slides/slide7.xml" Id="Ra3f51f6640034bfc" /><Relationship Type="http://schemas.openxmlformats.org/officeDocument/2006/relationships/slide" Target="/ppt/slides/slide8.xml" Id="Rb067d99bc3324e1c" /><Relationship Type="http://schemas.openxmlformats.org/officeDocument/2006/relationships/slide" Target="/ppt/slides/slide9.xml" Id="Rbe9d05a197824ff7" /><Relationship Type="http://schemas.openxmlformats.org/officeDocument/2006/relationships/slide" Target="/ppt/slides/slide10.xml" Id="R9226817f78ed4a12" /><Relationship Type="http://schemas.openxmlformats.org/officeDocument/2006/relationships/slide" Target="/ppt/slides/slide11.xml" Id="R625a301d9d8f45e5" /><Relationship Type="http://schemas.openxmlformats.org/officeDocument/2006/relationships/slide" Target="/ppt/slides/slide12.xml" Id="R52190b33d6304985" /><Relationship Type="http://schemas.openxmlformats.org/officeDocument/2006/relationships/slide" Target="/ppt/slides/slide13.xml" Id="Rc855514be3024e1d" /><Relationship Type="http://schemas.openxmlformats.org/officeDocument/2006/relationships/slide" Target="/ppt/slides/slide14.xml" Id="R9afcca820104466d" /><Relationship Type="http://schemas.openxmlformats.org/officeDocument/2006/relationships/slide" Target="/ppt/slides/slide15.xml" Id="R1e1b0a9046624e9d" /><Relationship Type="http://schemas.openxmlformats.org/officeDocument/2006/relationships/slide" Target="/ppt/slides/slide16.xml" Id="R56352a190e66452f" /><Relationship Type="http://schemas.openxmlformats.org/officeDocument/2006/relationships/slide" Target="/ppt/slides/slide17.xml" Id="R06e19e1f90a545d4" /><Relationship Type="http://schemas.openxmlformats.org/officeDocument/2006/relationships/slide" Target="/ppt/slides/slide18.xml" Id="Rb98c2836ef9440eb" /><Relationship Type="http://schemas.openxmlformats.org/officeDocument/2006/relationships/slide" Target="/ppt/slides/slide19.xml" Id="Rcb9ce0d8fac34e2d" /><Relationship Type="http://schemas.openxmlformats.org/officeDocument/2006/relationships/slide" Target="/ppt/slides/slide20.xml" Id="R9f2383cc50334307" /><Relationship Type="http://schemas.openxmlformats.org/officeDocument/2006/relationships/slide" Target="/ppt/slides/slide21.xml" Id="R2392ae7521e24952" /><Relationship Type="http://schemas.openxmlformats.org/officeDocument/2006/relationships/slide" Target="/ppt/slides/slide22.xml" Id="Rdb5ec4fcf94a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4deccfc2054c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f791d554e4549" /><Relationship Type="http://schemas.openxmlformats.org/officeDocument/2006/relationships/notesMaster" Target="/ppt/notesMasters/notesMaster1.xml" Id="Rfeae4793fde34b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1cc2b475b437e" /><Relationship Type="http://schemas.openxmlformats.org/officeDocument/2006/relationships/notesMaster" Target="/ppt/notesMasters/notesMaster1.xml" Id="Rcc2e2090aa8f42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81ed413c514786" /><Relationship Type="http://schemas.openxmlformats.org/officeDocument/2006/relationships/notesMaster" Target="/ppt/notesMasters/notesMaster1.xml" Id="Rd7e3b9537a5947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0829c5ec4b4d87" /><Relationship Type="http://schemas.openxmlformats.org/officeDocument/2006/relationships/notesMaster" Target="/ppt/notesMasters/notesMaster1.xml" Id="R3cfe9c7baf744b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c59e17f3da4bbc" /><Relationship Type="http://schemas.openxmlformats.org/officeDocument/2006/relationships/notesMaster" Target="/ppt/notesMasters/notesMaster1.xml" Id="R28075d9cdc2a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3ae8773dd9476b" /><Relationship Type="http://schemas.openxmlformats.org/officeDocument/2006/relationships/notesMaster" Target="/ppt/notesMasters/notesMaster1.xml" Id="Rb1f57320e62c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2283f1917841e8" /><Relationship Type="http://schemas.openxmlformats.org/officeDocument/2006/relationships/notesMaster" Target="/ppt/notesMasters/notesMaster1.xml" Id="R0b30d7100bae4e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f4f61423774a93" /><Relationship Type="http://schemas.openxmlformats.org/officeDocument/2006/relationships/notesMaster" Target="/ppt/notesMasters/notesMaster1.xml" Id="Ree496d58ffab4d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78d92a103b4016" /><Relationship Type="http://schemas.openxmlformats.org/officeDocument/2006/relationships/notesMaster" Target="/ppt/notesMasters/notesMaster1.xml" Id="Re262cc09dee54f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42ae68b2a04c21" /><Relationship Type="http://schemas.openxmlformats.org/officeDocument/2006/relationships/notesMaster" Target="/ppt/notesMasters/notesMaster1.xml" Id="Rcc367e47cbf347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57d49d06a34f34" /><Relationship Type="http://schemas.openxmlformats.org/officeDocument/2006/relationships/notesMaster" Target="/ppt/notesMasters/notesMaster1.xml" Id="Rc3642a9e93f448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c3f5cfa2ff469a" /><Relationship Type="http://schemas.openxmlformats.org/officeDocument/2006/relationships/notesMaster" Target="/ppt/notesMasters/notesMaster1.xml" Id="R6597c04f80fa42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f5d71a207444d8" /><Relationship Type="http://schemas.openxmlformats.org/officeDocument/2006/relationships/notesMaster" Target="/ppt/notesMasters/notesMaster1.xml" Id="R6b04d6ecb3ce4d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1a831a5b754697" /><Relationship Type="http://schemas.openxmlformats.org/officeDocument/2006/relationships/notesMaster" Target="/ppt/notesMasters/notesMaster1.xml" Id="R8703495536074b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532e18777a4560" /><Relationship Type="http://schemas.openxmlformats.org/officeDocument/2006/relationships/notesMaster" Target="/ppt/notesMasters/notesMaster1.xml" Id="Rf11891563f4644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7d9ae25afb435b" /><Relationship Type="http://schemas.openxmlformats.org/officeDocument/2006/relationships/notesMaster" Target="/ppt/notesMasters/notesMaster1.xml" Id="Rf57235e9538544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e077e214d047d2" /><Relationship Type="http://schemas.openxmlformats.org/officeDocument/2006/relationships/notesMaster" Target="/ppt/notesMasters/notesMaster1.xml" Id="Rc39e71fb4dde4a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d3d92cbc634f0a" /><Relationship Type="http://schemas.openxmlformats.org/officeDocument/2006/relationships/notesMaster" Target="/ppt/notesMasters/notesMaster1.xml" Id="R7c9aea9fd73243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8003db73724285" /><Relationship Type="http://schemas.openxmlformats.org/officeDocument/2006/relationships/notesMaster" Target="/ppt/notesMasters/notesMaster1.xml" Id="R2316df12be564f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3b7dc592e44970" /><Relationship Type="http://schemas.openxmlformats.org/officeDocument/2006/relationships/notesMaster" Target="/ppt/notesMasters/notesMaster1.xml" Id="R57a4c03fadc14d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633d73a51ea429a" /><Relationship Type="http://schemas.openxmlformats.org/officeDocument/2006/relationships/notesMaster" Target="/ppt/notesMasters/notesMaster1.xml" Id="R8e87d3f2adf947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166083714c4abc" /><Relationship Type="http://schemas.openxmlformats.org/officeDocument/2006/relationships/notesMaster" Target="/ppt/notesMasters/notesMaster1.xml" Id="R8badbeb50171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先讲同一拓扑和参数下两种实现几乎完全重合，再主动限定：这证明程序与网表一致，不证明BVD参数代表真实换能器。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C:\Users\24739\Documents\Codex\2026-08-10\new-chat\outputs\v2_self_consistent_rebuild\report_evidence_final\02_LTspice真实运行\V2_1_STAGE1_LTspice_解析交叉验证.csv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C:\Users\24739\Documents\Codex\2026-08-10\new-chat\outputs\v2_self_consistent_rebuild\report_evidence_final\07_汇报截图\V2_1_STAGE1_LTspice_RAW交叉验证.png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C:\Users\24739\Documents\Codex\2026-08-10\new-chat\outputs\v2_self_consistent_rebuild\report_evidence_final\07_汇报截图\LTspice_SPICE_Error_Log.png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按照扰动—响应—恢复顺序讲图，不逐点念曲线。不要说P&amp;O恢复最快；当前严格验收下周期扫频更稳健。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C:\Users\24739\Documents\Codex\2026-08-10\new-chat\outputs\v2_self_consistent_rebuild\report_evidence_final\07_汇报截图\stage4_01_three_strategy_timeline.png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bf584e6d54c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0870ed27e146ae" /><Relationship Type="http://schemas.openxmlformats.org/officeDocument/2006/relationships/slideLayout" Target="/ppt/slideLayouts/slideLayout1.xml" Id="R909fde657d3d4c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fde657d3d4c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eaf48879047ac" /><Relationship Type="http://schemas.openxmlformats.org/officeDocument/2006/relationships/notesSlide" Target="/ppt/notesSlides/notesSlide1.xml" Id="R85ded092dc0e4b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51cc31b504b73" /><Relationship Type="http://schemas.openxmlformats.org/officeDocument/2006/relationships/notesSlide" Target="/ppt/notesSlides/notesSlide2.xml" Id="Ref1f826faaee43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0f0384d454ee4" /><Relationship Type="http://schemas.openxmlformats.org/officeDocument/2006/relationships/notesSlide" Target="/ppt/notesSlides/notesSlide3.xml" Id="R704d57670b83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07452cda94e83" /><Relationship Type="http://schemas.openxmlformats.org/officeDocument/2006/relationships/image" Target="/ppt/media/image.png" Id="R498af03fb2504f7a" /><Relationship Type="http://schemas.openxmlformats.org/officeDocument/2006/relationships/image" Target="/ppt/media/image2.png" Id="R715f405145504f1c" /><Relationship Type="http://schemas.openxmlformats.org/officeDocument/2006/relationships/notesSlide" Target="/ppt/notesSlides/notesSlide4.xml" Id="R6066a7c2513c45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1c706c5d4ad8" /><Relationship Type="http://schemas.openxmlformats.org/officeDocument/2006/relationships/image" Target="/ppt/media/image3.png" Id="R76425a8478c541a1" /><Relationship Type="http://schemas.openxmlformats.org/officeDocument/2006/relationships/image" Target="/ppt/media/image4.png" Id="Rde358a86e0ae45c7" /><Relationship Type="http://schemas.openxmlformats.org/officeDocument/2006/relationships/notesSlide" Target="/ppt/notesSlides/notesSlide5.xml" Id="Re010683966da47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0b380a51346a8" /><Relationship Type="http://schemas.openxmlformats.org/officeDocument/2006/relationships/notesSlide" Target="/ppt/notesSlides/notesSlide6.xml" Id="R2fa8b30be60246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6e422efcb4afc" /><Relationship Type="http://schemas.openxmlformats.org/officeDocument/2006/relationships/image" Target="/ppt/media/image5.png" Id="R1ad97581d5e54797" /><Relationship Type="http://schemas.openxmlformats.org/officeDocument/2006/relationships/notesSlide" Target="/ppt/notesSlides/notesSlide7.xml" Id="R4150c35685e54d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9ce48f89e4d99" /><Relationship Type="http://schemas.openxmlformats.org/officeDocument/2006/relationships/image" Target="/ppt/media/image6.png" Id="R1e4a86e39f9a46c3" /><Relationship Type="http://schemas.openxmlformats.org/officeDocument/2006/relationships/image" Target="/ppt/media/image7.png" Id="Rdb7cb08b68d64e65" /><Relationship Type="http://schemas.openxmlformats.org/officeDocument/2006/relationships/notesSlide" Target="/ppt/notesSlides/notesSlide8.xml" Id="R19ce75353d3849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440a59e2b468f" /><Relationship Type="http://schemas.openxmlformats.org/officeDocument/2006/relationships/image" Target="/ppt/media/image8.png" Id="R233157f3b08947f0" /><Relationship Type="http://schemas.openxmlformats.org/officeDocument/2006/relationships/notesSlide" Target="/ppt/notesSlides/notesSlide9.xml" Id="R987fc6b84b1c4b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ba2b1d97b4c73" /><Relationship Type="http://schemas.openxmlformats.org/officeDocument/2006/relationships/image" Target="/ppt/media/image9.png" Id="R876b8e067d6b463d" /><Relationship Type="http://schemas.openxmlformats.org/officeDocument/2006/relationships/notesSlide" Target="/ppt/notesSlides/notesSlide10.xml" Id="Rf769c7e8a95f4e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97129525e4f09" /><Relationship Type="http://schemas.openxmlformats.org/officeDocument/2006/relationships/image" Target="/ppt/media/image10.png" Id="R30b8cf529c26494d" /><Relationship Type="http://schemas.openxmlformats.org/officeDocument/2006/relationships/notesSlide" Target="/ppt/notesSlides/notesSlide11.xml" Id="R324da97274e64c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1b6bc6f0c470c" /><Relationship Type="http://schemas.openxmlformats.org/officeDocument/2006/relationships/chart" Target="/ppt/slides/charts/chart1.xml" Id="Rebd35b36ddf54d25" /><Relationship Type="http://schemas.openxmlformats.org/officeDocument/2006/relationships/notesSlide" Target="/ppt/notesSlides/notesSlide12.xml" Id="Rd5b930de00b548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65d57355a4fb0" /><Relationship Type="http://schemas.openxmlformats.org/officeDocument/2006/relationships/notesSlide" Target="/ppt/notesSlides/notesSlide13.xml" Id="Ra03f70ded80b43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85b89adde430d" /><Relationship Type="http://schemas.openxmlformats.org/officeDocument/2006/relationships/notesSlide" Target="/ppt/notesSlides/notesSlide14.xml" Id="R52af4297bfb54d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5a3b5b99c41d2" /><Relationship Type="http://schemas.openxmlformats.org/officeDocument/2006/relationships/notesSlide" Target="/ppt/notesSlides/notesSlide15.xml" Id="R49fb612d510f4b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8b38c32624866" /><Relationship Type="http://schemas.openxmlformats.org/officeDocument/2006/relationships/notesSlide" Target="/ppt/notesSlides/notesSlide16.xml" Id="R8bf8e375e4f943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4badc7ee948f0" /><Relationship Type="http://schemas.openxmlformats.org/officeDocument/2006/relationships/notesSlide" Target="/ppt/notesSlides/notesSlide17.xml" Id="Rb1fb43a158524c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4c5b5c3db4383" /><Relationship Type="http://schemas.openxmlformats.org/officeDocument/2006/relationships/image" Target="/ppt/media/image11.png" Id="R35f11810b85041c6" /><Relationship Type="http://schemas.openxmlformats.org/officeDocument/2006/relationships/notesSlide" Target="/ppt/notesSlides/notesSlide18.xml" Id="Rb37311fdef8641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9d99a6f4844c5" /><Relationship Type="http://schemas.openxmlformats.org/officeDocument/2006/relationships/image" Target="/ppt/media/image12.png" Id="Rb6b6b312e820459b" /><Relationship Type="http://schemas.openxmlformats.org/officeDocument/2006/relationships/image" Target="/ppt/media/image13.png" Id="Rbecbf163f43747f6" /><Relationship Type="http://schemas.openxmlformats.org/officeDocument/2006/relationships/notesSlide" Target="/ppt/notesSlides/notesSlide19.xml" Id="R21c5f01fc36645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892e209284a76" /><Relationship Type="http://schemas.openxmlformats.org/officeDocument/2006/relationships/notesSlide" Target="/ppt/notesSlides/notesSlide20.xml" Id="R2f24b5c8b04b4d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eab9fdc03413b" /><Relationship Type="http://schemas.openxmlformats.org/officeDocument/2006/relationships/notesSlide" Target="/ppt/notesSlides/notesSlide21.xml" Id="Rda1af80ee87348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e2611556340b6" /><Relationship Type="http://schemas.openxmlformats.org/officeDocument/2006/relationships/notesSlide" Target="/ppt/notesSlides/notesSlide22.xml" Id="R76369f8e1716461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978B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4">
            <a:extLst xmlns:a="http://schemas.openxmlformats.org/drawingml/2006/main">
              <a:ext uri="{FF2B5EF4-FFF2-40B4-BE49-F238E27FC236}">
                <a16:creationId xmlns:a16="http://schemas.microsoft.com/office/drawing/2014/main" id="{C3A56876-0918-4358-A1F9-B71A1C9B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Python解析解与LTspice RAW重合，数值实现具有可复现性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03085-ECCD-4BF1-9FFA-6F453B6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FC784-3E28-4216-8522-B7918972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B32A-F59E-4719-AC2D-466114E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812E6-7043-42EC-B2C2-20A00C0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af03fb2504f7a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F6842-BB13-4E1F-85E3-C76A945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100 001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8A5C8-8E98-4C38-A7A7-776EE409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频率点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FD87F-30D6-461C-93ED-F87667F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47E3F-E2CA-4966-ADE9-D9A5DBCC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15F4B-8815-4CD3-813E-C35982ED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83935-4EB3-4842-8123-6CF458B3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串联谐振频率误差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f405145504f1c"/>
          <a:stretch xmlns:a="http://schemas.openxmlformats.org/drawingml/2006/main"/>
        </p:blipFill>
        <p:spPr>
          <a:xfrm xmlns:a="http://schemas.openxmlformats.org/drawingml/2006/main">
            <a:off x="8839200" y="4214214"/>
            <a:ext cx="2381250" cy="1096572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4921C-F51C-48BD-8E14-43E53B1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实现一致性 ≠ 参数真实性</a:t>
            </a:r>
          </a:p>
        </p:txBody>
      </p:sp>
    </p:spTree>
    <p:extLst>
      <p:ext uri="{BB962C8B-B14F-4D97-AF65-F5344CB8AC3E}">
        <p14:creationId xmlns:p14="http://schemas.microsoft.com/office/powerpoint/2010/main" val="576364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25a8478c541a1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58a86e0ae45c7"/>
          <a:srcRect xmlns:a="http://schemas.openxmlformats.org/drawingml/2006/main" l="1961" t="0" r="19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42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97581d5e54797"/>
          <a:srcRect xmlns:a="http://schemas.openxmlformats.org/drawingml/2006/main" l="0" t="11277" r="0" b="11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382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a86e39f9a46c3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cb08b68d64e65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157f3b08947f0"/>
          <a:srcRect xmlns:a="http://schemas.openxmlformats.org/drawingml/2006/main" l="0" t="12596" r="0" b="12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108204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kHz步长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101点，151.5 ms代理时间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b8e067d6b463d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固定频率在谐振漂移段失去功率，自适应策略可重新定位峰值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8cf529c26494d"/>
          <a:srcRect xmlns:a="http://schemas.openxmlformats.org/drawingml/2006/main" l="0" t="11932" r="0" b="11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38250"/>
            <a:ext cx="83820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固定0.9 MHz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漂移段不能恢复峰值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978B8"/>
                </a:solidFill>
              </a:defRPr>
            </a:pPr>
            <a:r>
              <a:rPr sz="1575" b="1">
                <a:solidFill>
                  <a:srgbClr val="3978B8"/>
                </a:solidFill>
              </a:rPr>
              <a:t>周期扫频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194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重新定位后稳定捕获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4343"/>
                </a:solidFill>
              </a:defRPr>
            </a:pPr>
            <a:r>
              <a:rPr sz="1575" b="1">
                <a:solidFill>
                  <a:srgbClr val="B54343"/>
                </a:solidFill>
              </a:rPr>
              <a:t>扫描辅助P&amp;O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可到达稳态，但确认恢复较慢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三种策略经历完全相同的8段绝对时间扰动序列</a:t>
            </a:r>
          </a:p>
        </p:txBody>
      </p:sp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5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d35b36ddf54d2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11810b85041c6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6b312e820459b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bf163f43747f6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2026-08-24T03:36:34.4260000Z</dcterms:created>
  <dcterms:modified xsi:type="dcterms:W3CDTF">2026-08-24T03:36:34.4270000Z</dcterms:modified>
</coreProperties>
</file>