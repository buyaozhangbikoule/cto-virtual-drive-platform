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78" r:id="rId5"/>
    <p:sldId id="260" r:id="rId6"/>
    <p:sldId id="280" r:id="rId7"/>
    <p:sldId id="261" r:id="rId8"/>
    <p:sldId id="262" r:id="rId9"/>
    <p:sldId id="263" r:id="rId10"/>
    <p:sldId id="264" r:id="rId11"/>
    <p:sldId id="265" r:id="rId12"/>
    <p:sldId id="281" r:id="rId13"/>
    <p:sldId id="267" r:id="rId14"/>
    <p:sldId id="282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05" autoAdjust="0"/>
    <p:restoredTop sz="94660"/>
  </p:normalViewPr>
  <p:slideViewPr>
    <p:cSldViewPr snapToGrid="0">
      <p:cViewPr>
        <p:scale>
          <a:sx n="75" d="100"/>
          <a:sy n="75" d="100"/>
        </p:scale>
        <p:origin x="-22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29.788396093716202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29.353363343297669</c:v>
              </c:pt>
              <c:pt idx="9">
                <c:v>29.280807741919794</c:v>
              </c:pt>
              <c:pt idx="10">
                <c:v>29.208237438250539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28.699821355154739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28.263417946887031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27.972147259141892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27.315744892326752</c:v>
              </c:pt>
              <c:pt idx="37">
                <c:v>27.242717926330929</c:v>
              </c:pt>
              <c:pt idx="38">
                <c:v>27.169671599857288</c:v>
              </c:pt>
              <c:pt idx="39">
                <c:v>27.096605719518422</c:v>
              </c:pt>
              <c:pt idx="40">
                <c:v>27.023520089803259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26.804142716831681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26.364827351763619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26.071516701695721</c:v>
              </c:pt>
              <c:pt idx="54">
                <c:v>25.998132790412111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25.704365214448892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25.483789305406098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25.115666289573461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24.451386520466759</c:v>
              </c:pt>
              <c:pt idx="76">
                <c:v>24.377439072392342</c:v>
              </c:pt>
              <c:pt idx="77">
                <c:v>24.30346283501239</c:v>
              </c:pt>
              <c:pt idx="78">
                <c:v>24.229457505111821</c:v>
              </c:pt>
              <c:pt idx="79">
                <c:v>24.155422775745279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23.933139064231469</c:v>
              </c:pt>
              <c:pt idx="83">
                <c:v>23.858983590912491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23.562048449149099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23.190149124306782</c:v>
              </c:pt>
              <c:pt idx="93">
                <c:v>23.115668340576899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22.518548177969979</c:v>
              </c:pt>
              <c:pt idx="102">
                <c:v>22.443743029260094</c:v>
              </c:pt>
              <c:pt idx="103">
                <c:v>22.368899828255749</c:v>
              </c:pt>
              <c:pt idx="104">
                <c:v>22.294018152911761</c:v>
              </c:pt>
              <c:pt idx="105">
                <c:v>22.219097575541252</c:v>
              </c:pt>
              <c:pt idx="106">
                <c:v>22.144137662721743</c:v>
              </c:pt>
              <c:pt idx="107">
                <c:v>22.069137975198661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21.843895782305029</c:v>
              </c:pt>
              <c:pt idx="111">
                <c:v>21.768732483300781</c:v>
              </c:pt>
              <c:pt idx="112">
                <c:v>21.693527122329861</c:v>
              </c:pt>
              <c:pt idx="113">
                <c:v>21.618279223010415</c:v>
              </c:pt>
              <c:pt idx="114">
                <c:v>21.542988302398079</c:v>
              </c:pt>
              <c:pt idx="115">
                <c:v>21.467653870871171</c:v>
              </c:pt>
              <c:pt idx="116">
                <c:v>21.392275432016152</c:v>
              </c:pt>
              <c:pt idx="117">
                <c:v>21.316852482509351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21.014705262831399</c:v>
              </c:pt>
              <c:pt idx="122">
                <c:v>20.939051959792739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20.711803726143032</c:v>
              </c:pt>
              <c:pt idx="126">
                <c:v>20.635956329416501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20.408112068931981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20.027328417892249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19.798204471042869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19.184650906726151</c:v>
              </c:pt>
              <c:pt idx="146">
                <c:v>19.107682244707959</c:v>
              </c:pt>
              <c:pt idx="147">
                <c:v>19.030650057568188</c:v>
              </c:pt>
              <c:pt idx="148">
                <c:v>18.953553552993959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18.721870024279529</c:v>
              </c:pt>
              <c:pt idx="152">
                <c:v>18.644508075447405</c:v>
              </c:pt>
              <c:pt idx="153">
                <c:v>18.567077656898292</c:v>
              </c:pt>
              <c:pt idx="154">
                <c:v>18.489577898259011</c:v>
              </c:pt>
              <c:pt idx="155">
                <c:v>18.41200791523098</c:v>
              </c:pt>
              <c:pt idx="156">
                <c:v>18.334366809311671</c:v>
              </c:pt>
              <c:pt idx="157">
                <c:v>18.2566536675116</c:v>
              </c:pt>
              <c:pt idx="158">
                <c:v>18.178867562060439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17.866974414137179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17.632240663925501</c:v>
              </c:pt>
              <c:pt idx="166">
                <c:v>17.553835574025356</c:v>
              </c:pt>
              <c:pt idx="167">
                <c:v>17.475348453714439</c:v>
              </c:pt>
              <c:pt idx="168">
                <c:v>17.396778209744589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16.765086327820651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16.447027224506162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15.886549703434261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15.644733236362001</c:v>
              </c:pt>
              <c:pt idx="191">
                <c:v>15.563901359900697</c:v>
              </c:pt>
              <c:pt idx="192">
                <c:v>15.482953534855501</c:v>
              </c:pt>
              <c:pt idx="193">
                <c:v>15.401888061850039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15.076414567582709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13.161443359651139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10.694317697460329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10.418007538765149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9.8567088122386579</c:v>
              </c:pt>
              <c:pt idx="258">
                <c:v>9.7619590235044953</c:v>
              </c:pt>
              <c:pt idx="259">
                <c:v>9.666848047273735</c:v>
              </c:pt>
              <c:pt idx="260">
                <c:v>9.5713686230662702</c:v>
              </c:pt>
              <c:pt idx="261">
                <c:v>9.4755133092597337</c:v>
              </c:pt>
              <c:pt idx="262">
                <c:v>9.37927447829931</c:v>
              </c:pt>
              <c:pt idx="263">
                <c:v>9.2826443118451891</c:v>
              </c:pt>
              <c:pt idx="264">
                <c:v>9.1856147958566812</c:v>
              </c:pt>
              <c:pt idx="265">
                <c:v>9.0881777156301755</c:v>
              </c:pt>
              <c:pt idx="266">
                <c:v>8.9903246508054764</c:v>
              </c:pt>
              <c:pt idx="267">
                <c:v>8.8920469703558958</c:v>
              </c:pt>
              <c:pt idx="268">
                <c:v>8.7933358275812203</c:v>
              </c:pt>
              <c:pt idx="269">
                <c:v>8.6941821551318377</c:v>
              </c:pt>
              <c:pt idx="270">
                <c:v>8.5945766600885154</c:v>
              </c:pt>
              <c:pt idx="271">
                <c:v>8.4945098191317232</c:v>
              </c:pt>
              <c:pt idx="272">
                <c:v>8.3939718738421458</c:v>
              </c:pt>
              <c:pt idx="273">
                <c:v>8.2929528261750285</c:v>
              </c:pt>
              <c:pt idx="274">
                <c:v>8.1914424341639123</c:v>
              </c:pt>
              <c:pt idx="275">
                <c:v>8.0894302079160578</c:v>
              </c:pt>
              <c:pt idx="276">
                <c:v>7.9869054059734763</c:v>
              </c:pt>
              <c:pt idx="277">
                <c:v>7.8838570321263468</c:v>
              </c:pt>
              <c:pt idx="278">
                <c:v>7.7802738327747907</c:v>
              </c:pt>
              <c:pt idx="279">
                <c:v>7.6761442949636196</c:v>
              </c:pt>
              <c:pt idx="280">
                <c:v>7.5714566452194756</c:v>
              </c:pt>
              <c:pt idx="281">
                <c:v>7.4661988493569877</c:v>
              </c:pt>
              <c:pt idx="282">
                <c:v>7.360358613437735</c:v>
              </c:pt>
              <c:pt idx="283">
                <c:v>7.2539233861028061</c:v>
              </c:pt>
              <c:pt idx="284">
                <c:v>7.1468803625369928</c:v>
              </c:pt>
              <c:pt idx="285">
                <c:v>7.0392164903690881</c:v>
              </c:pt>
              <c:pt idx="286">
                <c:v>6.9309184778593167</c:v>
              </c:pt>
              <c:pt idx="287">
                <c:v>6.8219728047990094</c:v>
              </c:pt>
              <c:pt idx="288">
                <c:v>6.7123657366079241</c:v>
              </c:pt>
              <c:pt idx="289">
                <c:v>6.6020833422242244</c:v>
              </c:pt>
              <c:pt idx="290">
                <c:v>6.4911115164644304</c:v>
              </c:pt>
              <c:pt idx="291">
                <c:v>6.3794360076857108</c:v>
              </c:pt>
              <c:pt idx="292">
                <c:v>6.2670424517118954</c:v>
              </c:pt>
              <c:pt idx="293">
                <c:v>6.1539164131920137</c:v>
              </c:pt>
              <c:pt idx="294">
                <c:v>6.0400434357752708</c:v>
              </c:pt>
              <c:pt idx="295">
                <c:v>5.9254091027626785</c:v>
              </c:pt>
              <c:pt idx="296">
                <c:v>5.8099991102272579</c:v>
              </c:pt>
              <c:pt idx="297">
                <c:v>5.6937993550162052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5.3403258682501438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4.9792830204828649</c:v>
              </c:pt>
              <c:pt idx="304">
                <c:v>4.8572055141006718</c:v>
              </c:pt>
              <c:pt idx="305">
                <c:v>4.7342511295197438</c:v>
              </c:pt>
              <c:pt idx="306">
                <c:v>4.6104160877348335</c:v>
              </c:pt>
              <c:pt idx="307">
                <c:v>4.4856996184673221</c:v>
              </c:pt>
              <c:pt idx="308">
                <c:v>4.3601046578230989</c:v>
              </c:pt>
              <c:pt idx="309">
                <c:v>4.2336387019765072</c:v>
              </c:pt>
              <c:pt idx="310">
                <c:v>4.1063148557133156</c:v>
              </c:pt>
              <c:pt idx="311">
                <c:v>3.9781531255733027</c:v>
              </c:pt>
              <c:pt idx="312">
                <c:v>3.8491820216447361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3.1940776132459261</c:v>
              </c:pt>
              <c:pt idx="318">
                <c:v>3.0616528668899732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2.4035164073983961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1.6106061108081959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2.0174889658536879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2.5506839085092512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3.4231621311377358</c:v>
              </c:pt>
              <c:pt idx="349">
                <c:v>3.6664010394737439</c:v>
              </c:pt>
              <c:pt idx="350">
                <c:v>3.9193546266135302</c:v>
              </c:pt>
              <c:pt idx="351">
                <c:v>4.1820660182067178</c:v>
              </c:pt>
              <c:pt idx="352">
                <c:v>4.4546712730810238</c:v>
              </c:pt>
              <c:pt idx="353">
                <c:v>4.7373890080221566</c:v>
              </c:pt>
              <c:pt idx="354">
                <c:v>5.030513119081836</c:v>
              </c:pt>
              <c:pt idx="355">
                <c:v>5.3344079900478434</c:v>
              </c:pt>
              <c:pt idx="356">
                <c:v>5.6495057226559009</c:v>
              </c:pt>
              <c:pt idx="357">
                <c:v>5.9763050415535597</c:v>
              </c:pt>
              <c:pt idx="358">
                <c:v>6.3153716213975102</c:v>
              </c:pt>
              <c:pt idx="359">
                <c:v>6.6673396576153641</c:v>
              </c:pt>
              <c:pt idx="360">
                <c:v>7.0329145605012586</c:v>
              </c:pt>
              <c:pt idx="361">
                <c:v>7.412876697924851</c:v>
              </c:pt>
              <c:pt idx="362">
                <c:v>7.8080861481032482</c:v>
              </c:pt>
              <c:pt idx="363">
                <c:v>8.2194884526623255</c:v>
              </c:pt>
              <c:pt idx="364">
                <c:v>8.6481213832014472</c:v>
              </c:pt>
              <c:pt idx="365">
                <c:v>9.0951227526772698</c:v>
              </c:pt>
              <c:pt idx="366">
                <c:v>9.5617393164259727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17.347320120848899</c:v>
              </c:pt>
              <c:pt idx="379">
                <c:v>18.255455022349679</c:v>
              </c:pt>
              <c:pt idx="380">
                <c:v>19.219738732160099</c:v>
              </c:pt>
              <c:pt idx="381">
                <c:v>20.244728030587371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29.527529014024701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36.735040076409312</c:v>
              </c:pt>
              <c:pt idx="393">
                <c:v>38.702641777264851</c:v>
              </c:pt>
              <c:pt idx="394">
                <c:v>40.689220207978899</c:v>
              </c:pt>
              <c:pt idx="395">
                <c:v>42.653249076321607</c:v>
              </c:pt>
              <c:pt idx="396">
                <c:v>44.541490662674221</c:v>
              </c:pt>
              <c:pt idx="397">
                <c:v>46.290193188606175</c:v>
              </c:pt>
              <c:pt idx="398">
                <c:v>47.828764755009928</c:v>
              </c:pt>
              <c:pt idx="399">
                <c:v>49.086242369993087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50.356155127031187</c:v>
              </c:pt>
              <c:pt idx="404">
                <c:v>49.704241093332726</c:v>
              </c:pt>
              <c:pt idx="405">
                <c:v>48.738769299996058</c:v>
              </c:pt>
              <c:pt idx="406">
                <c:v>47.524020992120874</c:v>
              </c:pt>
              <c:pt idx="407">
                <c:v>46.126534234731977</c:v>
              </c:pt>
              <c:pt idx="408">
                <c:v>44.608440127828338</c:v>
              </c:pt>
              <c:pt idx="409">
                <c:v>43.023366626361984</c:v>
              </c:pt>
              <c:pt idx="410">
                <c:v>41.414720444224969</c:v>
              </c:pt>
              <c:pt idx="411">
                <c:v>39.815713291865258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35.280848016607031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31.324429263225689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23.515132760388351</c:v>
              </c:pt>
              <c:pt idx="426">
                <c:v>22.762122488561687</c:v>
              </c:pt>
              <c:pt idx="427">
                <c:v>22.047905799372849</c:v>
              </c:pt>
              <c:pt idx="428">
                <c:v>21.369711707204555</c:v>
              </c:pt>
              <c:pt idx="429">
                <c:v>20.724967960815579</c:v>
              </c:pt>
              <c:pt idx="430">
                <c:v>20.111294711785309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15.675456032195401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11.407234815685619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9.9204474690069322</c:v>
              </c:pt>
              <c:pt idx="459">
                <c:v>9.6930742518636368</c:v>
              </c:pt>
              <c:pt idx="460">
                <c:v>9.4708129512672858</c:v>
              </c:pt>
              <c:pt idx="461">
                <c:v>9.2534287659404697</c:v>
              </c:pt>
              <c:pt idx="462">
                <c:v>9.040700821100387</c:v>
              </c:pt>
              <c:pt idx="463">
                <c:v>8.8324211781910034</c:v>
              </c:pt>
              <c:pt idx="464">
                <c:v>8.6283939260574503</c:v>
              </c:pt>
              <c:pt idx="465">
                <c:v>8.4284343461413833</c:v>
              </c:pt>
              <c:pt idx="466">
                <c:v>8.2323681449831785</c:v>
              </c:pt>
              <c:pt idx="467">
                <c:v>8.0400307480314606</c:v>
              </c:pt>
              <c:pt idx="468">
                <c:v>7.8512666492994336</c:v>
              </c:pt>
              <c:pt idx="469">
                <c:v>7.6659288119737372</c:v>
              </c:pt>
              <c:pt idx="470">
                <c:v>7.4838781155540968</c:v>
              </c:pt>
              <c:pt idx="471">
                <c:v>7.3049828455109083</c:v>
              </c:pt>
              <c:pt idx="472">
                <c:v>7.1291182218692644</c:v>
              </c:pt>
              <c:pt idx="473">
                <c:v>6.9561659634344455</c:v>
              </c:pt>
              <c:pt idx="474">
                <c:v>6.7860138847280691</c:v>
              </c:pt>
              <c:pt idx="475">
                <c:v>6.6185555229453366</c:v>
              </c:pt>
              <c:pt idx="476">
                <c:v>6.4536897925369434</c:v>
              </c:pt>
              <c:pt idx="477">
                <c:v>6.2913206652260287</c:v>
              </c:pt>
              <c:pt idx="478">
                <c:v>6.1313568734895743</c:v>
              </c:pt>
              <c:pt idx="479">
                <c:v>5.9737116357266196</c:v>
              </c:pt>
              <c:pt idx="480">
                <c:v>5.8183024015135416</c:v>
              </c:pt>
              <c:pt idx="481">
                <c:v>5.665050615503799</c:v>
              </c:pt>
              <c:pt idx="482">
                <c:v>5.5138814986805231</c:v>
              </c:pt>
              <c:pt idx="483">
                <c:v>5.3647238458239874</c:v>
              </c:pt>
              <c:pt idx="484">
                <c:v>5.2175098381692493</c:v>
              </c:pt>
              <c:pt idx="485">
                <c:v>5.0721748703763883</c:v>
              </c:pt>
              <c:pt idx="486">
                <c:v>4.9286573910480644</c:v>
              </c:pt>
              <c:pt idx="487">
                <c:v>4.7868987561646659</c:v>
              </c:pt>
              <c:pt idx="488">
                <c:v>4.6468430949209232</c:v>
              </c:pt>
              <c:pt idx="489">
                <c:v>4.5084371875904576</c:v>
              </c:pt>
              <c:pt idx="490">
                <c:v>4.3716303551824796</c:v>
              </c:pt>
              <c:pt idx="491">
                <c:v>4.2363743607987034</c:v>
              </c:pt>
              <c:pt idx="492">
                <c:v>4.1026233227899302</c:v>
              </c:pt>
              <c:pt idx="493">
                <c:v>3.9703336399923814</c:v>
              </c:pt>
              <c:pt idx="494">
                <c:v>3.8394639295718238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3.2051169914410669</c:v>
              </c:pt>
              <c:pt idx="500">
                <c:v>3.0820181509145899</c:v>
              </c:pt>
              <c:pt idx="501">
                <c:v>2.9601097097913218</c:v>
              </c:pt>
              <c:pt idx="502">
                <c:v>2.8393677855047166</c:v>
              </c:pt>
              <c:pt idx="503">
                <c:v>2.7197710273508111</c:v>
              </c:pt>
              <c:pt idx="504">
                <c:v>2.6013008309503669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2.0254345193896439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1.2670713109451359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0.96425299268901599</c:v>
              </c:pt>
              <c:pt idx="520">
                <c:v>0.86794788208512175</c:v>
              </c:pt>
              <c:pt idx="521">
                <c:v>0.77492259303211219</c:v>
              </c:pt>
              <c:pt idx="522">
                <c:v>0.68619531656769817</c:v>
              </c:pt>
              <c:pt idx="523">
                <c:v>0.60331786691189437</c:v>
              </c:pt>
              <c:pt idx="524">
                <c:v>0.52866608930514658</c:v>
              </c:pt>
              <c:pt idx="525">
                <c:v>0.46579234532195185</c:v>
              </c:pt>
              <c:pt idx="526">
                <c:v>0.41957477227456558</c:v>
              </c:pt>
              <c:pt idx="527">
                <c:v>0.39543563152109468</c:v>
              </c:pt>
              <c:pt idx="528">
                <c:v>0.39698182567558138</c:v>
              </c:pt>
              <c:pt idx="529">
                <c:v>0.42353757983557028</c:v>
              </c:pt>
              <c:pt idx="530">
                <c:v>0.47054768055504703</c:v>
              </c:pt>
              <c:pt idx="531">
                <c:v>0.53233097659341444</c:v>
              </c:pt>
              <c:pt idx="532">
                <c:v>0.60412495955709089</c:v>
              </c:pt>
              <c:pt idx="533">
                <c:v>0.68256651429200499</c:v>
              </c:pt>
              <c:pt idx="534">
                <c:v>0.76543209818699198</c:v>
              </c:pt>
              <c:pt idx="535">
                <c:v>0.85127201804779551</c:v>
              </c:pt>
              <c:pt idx="536">
                <c:v>0.93913192787259758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1.9412405852733721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2.4849330790716491</c:v>
              </c:pt>
              <c:pt idx="554">
                <c:v>2.5747732012075706</c:v>
              </c:pt>
              <c:pt idx="555">
                <c:v>2.6643775887557068</c:v>
              </c:pt>
              <c:pt idx="556">
                <c:v>2.7537441148075903</c:v>
              </c:pt>
              <c:pt idx="557">
                <c:v>2.8428715674012559</c:v>
              </c:pt>
              <c:pt idx="558">
                <c:v>2.9317594846596018</c:v>
              </c:pt>
              <c:pt idx="559">
                <c:v>3.020408021033663</c:v>
              </c:pt>
              <c:pt idx="560">
                <c:v>3.1088178381514191</c:v>
              </c:pt>
              <c:pt idx="561">
                <c:v>3.1969900152685478</c:v>
              </c:pt>
              <c:pt idx="562">
                <c:v>3.2849259754399851</c:v>
              </c:pt>
              <c:pt idx="563">
                <c:v>3.3726274243750143</c:v>
              </c:pt>
              <c:pt idx="564">
                <c:v>3.4600962995936628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3.7211294910966659</c:v>
              </c:pt>
              <c:pt idx="568">
                <c:v>3.8076907339799426</c:v>
              </c:pt>
              <c:pt idx="569">
                <c:v>3.8940312999711781</c:v>
              </c:pt>
              <c:pt idx="570">
                <c:v>3.9801538297369432</c:v>
              </c:pt>
              <c:pt idx="571">
                <c:v>4.0660610083261837</c:v>
              </c:pt>
              <c:pt idx="572">
                <c:v>4.1517555522478506</c:v>
              </c:pt>
              <c:pt idx="573">
                <c:v>4.2372401984983883</c:v>
              </c:pt>
              <c:pt idx="574">
                <c:v>4.3225176952334801</c:v>
              </c:pt>
              <c:pt idx="575">
                <c:v>4.4075907938426724</c:v>
              </c:pt>
              <c:pt idx="576">
                <c:v>4.4924622422103679</c:v>
              </c:pt>
              <c:pt idx="577">
                <c:v>4.5771347789974284</c:v>
              </c:pt>
              <c:pt idx="578">
                <c:v>4.6616111287902466</c:v>
              </c:pt>
              <c:pt idx="579">
                <c:v>4.7458939979947425</c:v>
              </c:pt>
              <c:pt idx="580">
                <c:v>4.8299860713730398</c:v>
              </c:pt>
              <c:pt idx="581">
                <c:v>4.9138900091290356</c:v>
              </c:pt>
              <c:pt idx="582">
                <c:v>4.9976084444705213</c:v>
              </c:pt>
              <c:pt idx="583">
                <c:v>5.0811439815783705</c:v>
              </c:pt>
              <c:pt idx="584">
                <c:v>5.1644991939338141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5.4135081298747441</c:v>
              </c:pt>
              <c:pt idx="588">
                <c:v>5.4961671214539969</c:v>
              </c:pt>
              <c:pt idx="589">
                <c:v>5.5786581558555932</c:v>
              </c:pt>
              <c:pt idx="590">
                <c:v>5.6609836017577688</c:v>
              </c:pt>
              <c:pt idx="591">
                <c:v>5.7431457920424691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5.9886756194093502</c:v>
              </c:pt>
              <c:pt idx="595">
                <c:v>6.0702073981928431</c:v>
              </c:pt>
              <c:pt idx="596">
                <c:v>6.151587048084826</c:v>
              </c:pt>
              <c:pt idx="597">
                <c:v>6.2328166878374818</c:v>
              </c:pt>
              <c:pt idx="598">
                <c:v>6.3138984012642405</c:v>
              </c:pt>
              <c:pt idx="599">
                <c:v>6.3948342375834493</c:v>
              </c:pt>
              <c:pt idx="600">
                <c:v>6.4756262117939425</c:v>
              </c:pt>
              <c:pt idx="601">
                <c:v>6.5562763050806288</c:v>
              </c:pt>
              <c:pt idx="602">
                <c:v>6.636786465241582</c:v>
              </c:pt>
              <c:pt idx="603">
                <c:v>6.7171586071341691</c:v>
              </c:pt>
              <c:pt idx="604">
                <c:v>6.7973946131375218</c:v>
              </c:pt>
              <c:pt idx="605">
                <c:v>6.8774963336295363</c:v>
              </c:pt>
              <c:pt idx="606">
                <c:v>6.9574655874694962</c:v>
              </c:pt>
              <c:pt idx="607">
                <c:v>7.0373041624915134</c:v>
              </c:pt>
              <c:pt idx="608">
                <c:v>7.1170138160030101</c:v>
              </c:pt>
              <c:pt idx="609">
                <c:v>7.1965962752853061</c:v>
              </c:pt>
              <c:pt idx="610">
                <c:v>7.2760532380969032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7.5136876930367889</c:v>
              </c:pt>
              <c:pt idx="614">
                <c:v>7.5926590747222562</c:v>
              </c:pt>
              <c:pt idx="615">
                <c:v>7.6715130234881102</c:v>
              </c:pt>
              <c:pt idx="616">
                <c:v>7.7502510704829461</c:v>
              </c:pt>
              <c:pt idx="617">
                <c:v>7.8288747208133564</c:v>
              </c:pt>
              <c:pt idx="618">
                <c:v>7.9073854540253636</c:v>
              </c:pt>
              <c:pt idx="619">
                <c:v>7.9857847245798572</c:v>
              </c:pt>
              <c:pt idx="620">
                <c:v>8.0640739623201156</c:v>
              </c:pt>
              <c:pt idx="621">
                <c:v>8.1422545729371656</c:v>
              </c:pt>
              <c:pt idx="622">
                <c:v>8.2203279384239885</c:v>
              </c:pt>
              <c:pt idx="623">
                <c:v>8.2982954175250594</c:v>
              </c:pt>
              <c:pt idx="624">
                <c:v>8.3761583461795386</c:v>
              </c:pt>
              <c:pt idx="625">
                <c:v>8.4539180379549084</c:v>
              </c:pt>
              <c:pt idx="626">
                <c:v>8.5315757844761855</c:v>
              </c:pt>
              <c:pt idx="627">
                <c:v>8.6091328558441873</c:v>
              </c:pt>
              <c:pt idx="628">
                <c:v>8.6865905010505777</c:v>
              </c:pt>
              <c:pt idx="629">
                <c:v>8.7639499483821197</c:v>
              </c:pt>
              <c:pt idx="630">
                <c:v>8.8412124058197339</c:v>
              </c:pt>
              <c:pt idx="631">
                <c:v>8.9183790614276131</c:v>
              </c:pt>
              <c:pt idx="632">
                <c:v>8.9954510837386188</c:v>
              </c:pt>
              <c:pt idx="633">
                <c:v>9.0724296221283911</c:v>
              </c:pt>
              <c:pt idx="634">
                <c:v>9.1493158071851823</c:v>
              </c:pt>
              <c:pt idx="635">
                <c:v>9.2261107510715821</c:v>
              </c:pt>
              <c:pt idx="636">
                <c:v>9.3028155478774028</c:v>
              </c:pt>
              <c:pt idx="637">
                <c:v>9.37943127396872</c:v>
              </c:pt>
              <c:pt idx="638">
                <c:v>9.4559589883267616</c:v>
              </c:pt>
              <c:pt idx="639">
                <c:v>9.5323997328832615</c:v>
              </c:pt>
              <c:pt idx="640">
                <c:v>9.6087545328444186</c:v>
              </c:pt>
              <c:pt idx="641">
                <c:v>9.6850243970138763</c:v>
              </c:pt>
              <c:pt idx="642">
                <c:v>9.7612103181045846</c:v>
              </c:pt>
              <c:pt idx="643">
                <c:v>9.8373132730449733</c:v>
              </c:pt>
              <c:pt idx="644">
                <c:v>9.9133342232819768</c:v>
              </c:pt>
              <c:pt idx="645">
                <c:v>9.9892741150736022</c:v>
              </c:pt>
              <c:pt idx="646">
                <c:v>10.065133879778228</c:v>
              </c:pt>
              <c:pt idx="647">
                <c:v>10.140914434136199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12.012097348611549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12.602482898813101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13.335537100719529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13.845672104026351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15.362879564773531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15.578150631753649</c:v>
              </c:pt>
              <c:pt idx="722">
                <c:v>15.649831612163901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16.150566081230942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16.364630025314838</c:v>
              </c:pt>
              <c:pt idx="733">
                <c:v>16.435915259002812</c:v>
              </c:pt>
              <c:pt idx="734">
                <c:v>16.507166251202545</c:v>
              </c:pt>
              <c:pt idx="735">
                <c:v>16.578383276360661</c:v>
              </c:pt>
              <c:pt idx="736">
                <c:v>16.649566605683798</c:v>
              </c:pt>
              <c:pt idx="737">
                <c:v>16.720716507186602</c:v>
              </c:pt>
              <c:pt idx="738">
                <c:v>16.791833245737902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17.359604069757829</c:v>
              </c:pt>
              <c:pt idx="747">
                <c:v>17.430433763934943</c:v>
              </c:pt>
              <c:pt idx="748">
                <c:v>17.501232780561669</c:v>
              </c:pt>
              <c:pt idx="749">
                <c:v>17.57200135276835</c:v>
              </c:pt>
              <c:pt idx="750">
                <c:v>17.642739711041301</c:v>
              </c:pt>
              <c:pt idx="751">
                <c:v>17.713448083260605</c:v>
              </c:pt>
              <c:pt idx="752">
                <c:v>17.784126694736589</c:v>
              </c:pt>
              <c:pt idx="753">
                <c:v>17.854775768245606</c:v>
              </c:pt>
              <c:pt idx="754">
                <c:v>17.925395524065792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18.559689183711459</c:v>
              </c:pt>
              <c:pt idx="764">
                <c:v>18.630027352571492</c:v>
              </c:pt>
              <c:pt idx="765">
                <c:v>18.700338471501858</c:v>
              </c:pt>
              <c:pt idx="766">
                <c:v>18.770622733366221</c:v>
              </c:pt>
              <c:pt idx="767">
                <c:v>18.840880328940571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19.402003333521471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19.821788807827058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20.031354812391029</c:v>
              </c:pt>
              <c:pt idx="785">
                <c:v>20.101162818266658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20.937076496923289</c:v>
              </c:pt>
              <c:pt idx="798">
                <c:v>21.006591866992721</c:v>
              </c:pt>
              <c:pt idx="799">
                <c:v>21.076085723368546</c:v>
              </c:pt>
              <c:pt idx="800">
                <c:v>21.145558201392717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AD7A-4FC6-980A-D9EDD91EE826}"/>
            </c:ext>
          </c:extLst>
        </c:ser>
        <c:ser>
          <c:idx val="1"/>
          <c:order val="1"/>
          <c:tx>
            <c:v>有损匹配</c:v>
          </c:tx>
          <c:spPr>
            <a:ln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31.803169977460961</c:v>
              </c:pt>
              <c:pt idx="1">
                <c:v>31.732392919373247</c:v>
              </c:pt>
              <c:pt idx="2">
                <c:v>31.661610329109429</c:v>
              </c:pt>
              <c:pt idx="3">
                <c:v>31.59082213608929</c:v>
              </c:pt>
              <c:pt idx="4">
                <c:v>31.520028269078509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30.740900198437771</c:v>
              </c:pt>
              <c:pt idx="16">
                <c:v>30.670032438935756</c:v>
              </c:pt>
              <c:pt idx="17">
                <c:v>30.599158016427602</c:v>
              </c:pt>
              <c:pt idx="18">
                <c:v>30.528276849712892</c:v>
              </c:pt>
              <c:pt idx="19">
                <c:v>30.457388856816731</c:v>
              </c:pt>
              <c:pt idx="20">
                <c:v>30.386493954982683</c:v>
              </c:pt>
              <c:pt idx="21">
                <c:v>30.315592060661931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29.677146160834109</c:v>
              </c:pt>
              <c:pt idx="31">
                <c:v>29.606169565771911</c:v>
              </c:pt>
              <c:pt idx="32">
                <c:v>29.535185004292181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29.251165204696509</c:v>
              </c:pt>
              <c:pt idx="37">
                <c:v>29.180139385857661</c:v>
              </c:pt>
              <c:pt idx="38">
                <c:v>29.109105023915426</c:v>
              </c:pt>
              <c:pt idx="39">
                <c:v>29.038062019416131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28.824880141207501</c:v>
              </c:pt>
              <c:pt idx="43">
                <c:v>28.753801552088539</c:v>
              </c:pt>
              <c:pt idx="44">
                <c:v>28.682713808152709</c:v>
              </c:pt>
              <c:pt idx="45">
                <c:v>28.611616803867935</c:v>
              </c:pt>
              <c:pt idx="46">
                <c:v>28.540510432647039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27.686463064342341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26.759471992196652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26.116483146597329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25.830356174201281</c:v>
              </c:pt>
              <c:pt idx="85">
                <c:v>25.758788589114321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24.396026067839291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24.180290230820891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23.820354524639161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23.532052434412819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23.243420876133161</c:v>
              </c:pt>
              <c:pt idx="121">
                <c:v>23.171209797728292</c:v>
              </c:pt>
              <c:pt idx="122">
                <c:v>23.098976975618417</c:v>
              </c:pt>
              <c:pt idx="123">
                <c:v>23.026722171311221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22.592718038107609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22.302910776899221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22.085296054085081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21.794783335951841</c:v>
              </c:pt>
              <c:pt idx="141">
                <c:v>21.722089031730587</c:v>
              </c:pt>
              <c:pt idx="142">
                <c:v>21.649367699488959</c:v>
              </c:pt>
              <c:pt idx="143">
                <c:v>21.576619044909819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21.285345210421049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20.993609877559798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20.701392725958438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19.968601191541349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19.674525874672941</c:v>
              </c:pt>
              <c:pt idx="170">
                <c:v>19.600916849935281</c:v>
              </c:pt>
              <c:pt idx="171">
                <c:v>19.527270986416429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19.084600389515899</c:v>
              </c:pt>
              <c:pt idx="178">
                <c:v>19.010685693042479</c:v>
              </c:pt>
              <c:pt idx="179">
                <c:v>18.936730991853608</c:v>
              </c:pt>
              <c:pt idx="180">
                <c:v>18.862735877885221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18.566343047255309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18.343603743309551</c:v>
              </c:pt>
              <c:pt idx="188">
                <c:v>18.269270357077129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18.046003370770698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17.822327118123159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17.598229945488729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17.148726237630608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16.621995626623448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16.168432376684631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14.179254734798841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13.403978373298649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13.170439757306999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12.546044416690121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10.678213300962289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10.147915578755279</c:v>
              </c:pt>
              <c:pt idx="295">
                <c:v>10.073421688496886</c:v>
              </c:pt>
              <c:pt idx="296">
                <c:v>9.9993265544334449</c:v>
              </c:pt>
              <c:pt idx="297">
                <c:v>9.9256626254095934</c:v>
              </c:pt>
              <c:pt idx="298">
                <c:v>9.8524645450024426</c:v>
              </c:pt>
              <c:pt idx="299">
                <c:v>9.7797692981226714</c:v>
              </c:pt>
              <c:pt idx="300">
                <c:v>9.7076163669766693</c:v>
              </c:pt>
              <c:pt idx="301">
                <c:v>9.6360478968615038</c:v>
              </c:pt>
              <c:pt idx="302">
                <c:v>9.5651088722619271</c:v>
              </c:pt>
              <c:pt idx="303">
                <c:v>9.4948473037085463</c:v>
              </c:pt>
              <c:pt idx="304">
                <c:v>9.4253144258453929</c:v>
              </c:pt>
              <c:pt idx="305">
                <c:v>9.3565649071226034</c:v>
              </c:pt>
              <c:pt idx="306">
                <c:v>9.2886570715049306</c:v>
              </c:pt>
              <c:pt idx="307">
                <c:v>9.2216531325320634</c:v>
              </c:pt>
              <c:pt idx="308">
                <c:v>9.1556194400123374</c:v>
              </c:pt>
              <c:pt idx="309">
                <c:v>9.0906267395564271</c:v>
              </c:pt>
              <c:pt idx="310">
                <c:v>9.0267504450586102</c:v>
              </c:pt>
              <c:pt idx="311">
                <c:v>8.9640709241284569</c:v>
              </c:pt>
              <c:pt idx="312">
                <c:v>8.9026737963392772</c:v>
              </c:pt>
              <c:pt idx="313">
                <c:v>8.8426502439995591</c:v>
              </c:pt>
              <c:pt idx="314">
                <c:v>8.7840973349759288</c:v>
              </c:pt>
              <c:pt idx="315">
                <c:v>8.7271183568862565</c:v>
              </c:pt>
              <c:pt idx="316">
                <c:v>8.6718231617449373</c:v>
              </c:pt>
              <c:pt idx="317">
                <c:v>8.6183285198815973</c:v>
              </c:pt>
              <c:pt idx="318">
                <c:v>8.5667584816674847</c:v>
              </c:pt>
              <c:pt idx="319">
                <c:v>8.5172447452724853</c:v>
              </c:pt>
              <c:pt idx="320">
                <c:v>8.4699270283468007</c:v>
              </c:pt>
              <c:pt idx="321">
                <c:v>8.4249534411815787</c:v>
              </c:pt>
              <c:pt idx="322">
                <c:v>8.3824808585584556</c:v>
              </c:pt>
              <c:pt idx="323">
                <c:v>8.3426752871662089</c:v>
              </c:pt>
              <c:pt idx="324">
                <c:v>8.305712225148099</c:v>
              </c:pt>
              <c:pt idx="325">
                <c:v>8.2717770100862467</c:v>
              </c:pt>
              <c:pt idx="326">
                <c:v>8.2410651515217541</c:v>
              </c:pt>
              <c:pt idx="327">
                <c:v>8.2137826440099548</c:v>
              </c:pt>
              <c:pt idx="328">
                <c:v>8.1901462567229757</c:v>
              </c:pt>
              <c:pt idx="329">
                <c:v>8.1703837957899577</c:v>
              </c:pt>
              <c:pt idx="330">
                <c:v>8.1547343359221625</c:v>
              </c:pt>
              <c:pt idx="331">
                <c:v>8.1434484184683686</c:v>
              </c:pt>
              <c:pt idx="332">
                <c:v>8.1367882138869518</c:v>
              </c:pt>
              <c:pt idx="333">
                <c:v>8.1350276477650443</c:v>
              </c:pt>
              <c:pt idx="334">
                <c:v>8.1384524909607165</c:v>
              </c:pt>
              <c:pt idx="335">
                <c:v>8.1473604162194064</c:v>
              </c:pt>
              <c:pt idx="336">
                <c:v>8.1620610257129727</c:v>
              </c:pt>
              <c:pt idx="337">
                <c:v>8.1828758563548742</c:v>
              </c:pt>
              <c:pt idx="338">
                <c:v>8.2101383724247743</c:v>
              </c:pt>
              <c:pt idx="339">
                <c:v>8.2441939579328416</c:v>
              </c:pt>
              <c:pt idx="340">
                <c:v>8.2853999242014318</c:v>
              </c:pt>
              <c:pt idx="341">
                <c:v>8.3341255512396852</c:v>
              </c:pt>
              <c:pt idx="342">
                <c:v>8.3907521845463311</c:v>
              </c:pt>
              <c:pt idx="343">
                <c:v>8.4556734118650976</c:v>
              </c:pt>
              <c:pt idx="344">
                <c:v>8.5292953470532638</c:v>
              </c:pt>
              <c:pt idx="345">
                <c:v>8.6120370504789374</c:v>
              </c:pt>
              <c:pt idx="346">
                <c:v>8.7043311171772793</c:v>
              </c:pt>
              <c:pt idx="347">
                <c:v>8.8066244653104455</c:v>
              </c:pt>
              <c:pt idx="348">
                <c:v>8.9193793582739147</c:v>
              </c:pt>
              <c:pt idx="349">
                <c:v>9.0430746941010742</c:v>
              </c:pt>
              <c:pt idx="350">
                <c:v>9.1782075957391509</c:v>
              </c:pt>
              <c:pt idx="351">
                <c:v>9.3252953353529282</c:v>
              </c:pt>
              <c:pt idx="352">
                <c:v>9.484877625298644</c:v>
              </c:pt>
              <c:pt idx="353">
                <c:v>9.6575193079147876</c:v>
              </c:pt>
              <c:pt idx="354">
                <c:v>9.8438134760200811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16.515385992846682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19.333077936219741</c:v>
              </c:pt>
              <c:pt idx="377">
                <c:v>20.158844419903261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26.460746115569261</c:v>
              </c:pt>
              <c:pt idx="384">
                <c:v>27.784205802279409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32.332852471379617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37.819703242157523</c:v>
              </c:pt>
              <c:pt idx="391">
                <c:v>39.849908596229398</c:v>
              </c:pt>
              <c:pt idx="392">
                <c:v>41.962373476854331</c:v>
              </c:pt>
              <c:pt idx="393">
                <c:v>44.134184954093293</c:v>
              </c:pt>
              <c:pt idx="394">
                <c:v>46.331604070490172</c:v>
              </c:pt>
              <c:pt idx="395">
                <c:v>48.508368702646237</c:v>
              </c:pt>
              <c:pt idx="396">
                <c:v>50.605067905754673</c:v>
              </c:pt>
              <c:pt idx="397">
                <c:v>52.550456457670116</c:v>
              </c:pt>
              <c:pt idx="398">
                <c:v>54.265541837415228</c:v>
              </c:pt>
              <c:pt idx="399">
                <c:v>55.670805936524395</c:v>
              </c:pt>
              <c:pt idx="400">
                <c:v>56.695938027584972</c:v>
              </c:pt>
              <c:pt idx="401">
                <c:v>57.290202743839018</c:v>
              </c:pt>
              <c:pt idx="402">
                <c:v>57.430684038254299</c:v>
              </c:pt>
              <c:pt idx="403">
                <c:v>57.125836453610837</c:v>
              </c:pt>
              <c:pt idx="404">
                <c:v>56.413213133513757</c:v>
              </c:pt>
              <c:pt idx="405">
                <c:v>55.352259474835066</c:v>
              </c:pt>
              <c:pt idx="406">
                <c:v>54.014571237252412</c:v>
              </c:pt>
              <c:pt idx="407">
                <c:v>52.474322768312106</c:v>
              </c:pt>
              <c:pt idx="408">
                <c:v>50.800804345910613</c:v>
              </c:pt>
              <c:pt idx="409">
                <c:v>49.053829299283827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43.800462790086193</c:v>
              </c:pt>
              <c:pt idx="413">
                <c:v>42.13627612117606</c:v>
              </c:pt>
              <c:pt idx="414">
                <c:v>40.540770977614159</c:v>
              </c:pt>
              <c:pt idx="415">
                <c:v>39.020443286381429</c:v>
              </c:pt>
              <c:pt idx="416">
                <c:v>37.578066973927314</c:v>
              </c:pt>
              <c:pt idx="417">
                <c:v>36.213788521814337</c:v>
              </c:pt>
              <c:pt idx="418">
                <c:v>34.925967718750023</c:v>
              </c:pt>
              <c:pt idx="419">
                <c:v>33.71180468312609</c:v>
              </c:pt>
              <c:pt idx="420">
                <c:v>32.567796201844651</c:v>
              </c:pt>
              <c:pt idx="421">
                <c:v>31.490060572778319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26.956189400990191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24.788894280812968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22.937171994312699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20.391016699060931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16.671782837160759</c:v>
              </c:pt>
              <c:pt idx="448">
                <c:v>16.371694274719935</c:v>
              </c:pt>
              <c:pt idx="449">
                <c:v>16.081886314607591</c:v>
              </c:pt>
              <c:pt idx="450">
                <c:v>15.801821651000241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13.647476934702089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11.370756739588421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9.9543690330247454</c:v>
              </c:pt>
              <c:pt idx="484">
                <c:v>9.8435164469562046</c:v>
              </c:pt>
              <c:pt idx="485">
                <c:v>9.7353432424912825</c:v>
              </c:pt>
              <c:pt idx="486">
                <c:v>9.6297921304924969</c:v>
              </c:pt>
              <c:pt idx="487">
                <c:v>9.5268089690857831</c:v>
              </c:pt>
              <c:pt idx="488">
                <c:v>9.4263425851875002</c:v>
              </c:pt>
              <c:pt idx="489">
                <c:v>9.3283446060442063</c:v>
              </c:pt>
              <c:pt idx="490">
                <c:v>9.2327692999996689</c:v>
              </c:pt>
              <c:pt idx="491">
                <c:v>9.1395734257598065</c:v>
              </c:pt>
              <c:pt idx="492">
                <c:v>9.0487160895005907</c:v>
              </c:pt>
              <c:pt idx="493">
                <c:v>8.9601586092079319</c:v>
              </c:pt>
              <c:pt idx="494">
                <c:v>8.8738643856963435</c:v>
              </c:pt>
              <c:pt idx="495">
                <c:v>8.7897987798002077</c:v>
              </c:pt>
              <c:pt idx="496">
                <c:v>8.7079289952735301</c:v>
              </c:pt>
              <c:pt idx="497">
                <c:v>8.6282239669763054</c:v>
              </c:pt>
              <c:pt idx="498">
                <c:v>8.550654253965801</c:v>
              </c:pt>
              <c:pt idx="499">
                <c:v>8.4751919371424087</c:v>
              </c:pt>
              <c:pt idx="500">
                <c:v>8.4018105211370706</c:v>
              </c:pt>
              <c:pt idx="501">
                <c:v>8.3304848401582774</c:v>
              </c:pt>
              <c:pt idx="502">
                <c:v>8.2611909675410704</c:v>
              </c:pt>
              <c:pt idx="503">
                <c:v>8.1939061287761596</c:v>
              </c:pt>
              <c:pt idx="504">
                <c:v>8.1286086178145887</c:v>
              </c:pt>
              <c:pt idx="505">
                <c:v>8.0652777164751761</c:v>
              </c:pt>
              <c:pt idx="506">
                <c:v>8.0038936167970078</c:v>
              </c:pt>
              <c:pt idx="507">
                <c:v>7.9444373462092388</c:v>
              </c:pt>
              <c:pt idx="508">
                <c:v>7.8868906954017781</c:v>
              </c:pt>
              <c:pt idx="509">
                <c:v>7.8312361488054387</c:v>
              </c:pt>
              <c:pt idx="510">
                <c:v>7.777456817603019</c:v>
              </c:pt>
              <c:pt idx="511">
                <c:v>7.7255363752125668</c:v>
              </c:pt>
              <c:pt idx="512">
                <c:v>7.6754589951932388</c:v>
              </c:pt>
              <c:pt idx="513">
                <c:v>7.6272092915436822</c:v>
              </c:pt>
              <c:pt idx="514">
                <c:v>7.5807722613694013</c:v>
              </c:pt>
              <c:pt idx="515">
                <c:v>7.5361332299091597</c:v>
              </c:pt>
              <c:pt idx="516">
                <c:v>7.4932777979167922</c:v>
              </c:pt>
              <c:pt idx="517">
                <c:v>7.4521917914063742</c:v>
              </c:pt>
              <c:pt idx="518">
                <c:v>7.4128612137709897</c:v>
              </c:pt>
              <c:pt idx="519">
                <c:v>7.3752722002918283</c:v>
              </c:pt>
              <c:pt idx="520">
                <c:v>7.3394109750589767</c:v>
              </c:pt>
              <c:pt idx="521">
                <c:v>7.3052638103247567</c:v>
              </c:pt>
              <c:pt idx="522">
                <c:v>7.2728169883141893</c:v>
              </c:pt>
              <c:pt idx="523">
                <c:v>7.2420567655127206</c:v>
              </c:pt>
              <c:pt idx="524">
                <c:v>7.2129693394545829</c:v>
              </c:pt>
              <c:pt idx="525">
                <c:v>7.1855408180262019</c:v>
              </c:pt>
              <c:pt idx="526">
                <c:v>7.1597571913003293</c:v>
              </c:pt>
              <c:pt idx="527">
                <c:v>7.1356043059071546</c:v>
              </c:pt>
              <c:pt idx="528">
                <c:v>7.1130678419451279</c:v>
              </c:pt>
              <c:pt idx="529">
                <c:v>7.0921332924252187</c:v>
              </c:pt>
              <c:pt idx="530">
                <c:v>7.0727859452364035</c:v>
              </c:pt>
              <c:pt idx="531">
                <c:v>7.0550108676098544</c:v>
              </c:pt>
              <c:pt idx="532">
                <c:v>7.0387928930523431</c:v>
              </c:pt>
              <c:pt idx="533">
                <c:v>7.0241166107086412</c:v>
              </c:pt>
              <c:pt idx="534">
                <c:v>7.0109663571047554</c:v>
              </c:pt>
              <c:pt idx="535">
                <c:v>6.9993262102130176</c:v>
              </c:pt>
              <c:pt idx="536">
                <c:v>6.9891799857726973</c:v>
              </c:pt>
              <c:pt idx="537">
                <c:v>6.9805112357885299</c:v>
              </c:pt>
              <c:pt idx="538">
                <c:v>6.9733032491231439</c:v>
              </c:pt>
              <c:pt idx="539">
                <c:v>6.967539054089916</c:v>
              </c:pt>
              <c:pt idx="540">
                <c:v>6.9632014229456098</c:v>
              </c:pt>
              <c:pt idx="541">
                <c:v>6.9602728781755916</c:v>
              </c:pt>
              <c:pt idx="542">
                <c:v>6.9587357004581918</c:v>
              </c:pt>
              <c:pt idx="543">
                <c:v>6.9585719381896869</c:v>
              </c:pt>
              <c:pt idx="544">
                <c:v>6.9597634184474613</c:v>
              </c:pt>
              <c:pt idx="545">
                <c:v>6.9622917592650611</c:v>
              </c:pt>
              <c:pt idx="546">
                <c:v>6.966138383091149</c:v>
              </c:pt>
              <c:pt idx="547">
                <c:v>6.9712845313028069</c:v>
              </c:pt>
              <c:pt idx="548">
                <c:v>6.9777112796435388</c:v>
              </c:pt>
              <c:pt idx="549">
                <c:v>6.9853995544564009</c:v>
              </c:pt>
              <c:pt idx="550">
                <c:v>6.9943301495850667</c:v>
              </c:pt>
              <c:pt idx="551">
                <c:v>7.0044837438173655</c:v>
              </c:pt>
              <c:pt idx="552">
                <c:v>7.0158409187496584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7.0569386685611573</c:v>
              </c:pt>
              <c:pt idx="556">
                <c:v>7.0729146774970859</c:v>
              </c:pt>
              <c:pt idx="557">
                <c:v>7.0899963574871014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7.1689880064709772</c:v>
              </c:pt>
              <c:pt idx="562">
                <c:v>7.1913046522318052</c:v>
              </c:pt>
              <c:pt idx="563">
                <c:v>7.2146100642874824</c:v>
              </c:pt>
              <c:pt idx="564">
                <c:v>7.2388850599074388</c:v>
              </c:pt>
              <c:pt idx="565">
                <c:v>7.2641105837521369</c:v>
              </c:pt>
              <c:pt idx="566">
                <c:v>7.2902677219268712</c:v>
              </c:pt>
              <c:pt idx="567">
                <c:v>7.3173377153356913</c:v>
              </c:pt>
              <c:pt idx="568">
                <c:v>7.345301972313611</c:v>
              </c:pt>
              <c:pt idx="569">
                <c:v>7.3741420805209863</c:v>
              </c:pt>
              <c:pt idx="570">
                <c:v>7.4038398180897032</c:v>
              </c:pt>
              <c:pt idx="571">
                <c:v>7.4343771640150367</c:v>
              </c:pt>
              <c:pt idx="572">
                <c:v>7.4657363077921195</c:v>
              </c:pt>
              <c:pt idx="573">
                <c:v>7.4978996583012307</c:v>
              </c:pt>
              <c:pt idx="574">
                <c:v>7.5308498519464466</c:v>
              </c:pt>
              <c:pt idx="575">
                <c:v>7.5645697600624082</c:v>
              </c:pt>
              <c:pt idx="576">
                <c:v>7.5990424955983054</c:v>
              </c:pt>
              <c:pt idx="577">
                <c:v>7.6342514190984083</c:v>
              </c:pt>
              <c:pt idx="578">
                <c:v>7.6701801439981274</c:v>
              </c:pt>
              <c:pt idx="579">
                <c:v>7.7068125412534307</c:v>
              </c:pt>
              <c:pt idx="580">
                <c:v>7.7441327433308054</c:v>
              </c:pt>
              <c:pt idx="581">
                <c:v>7.7821251475777791</c:v>
              </c:pt>
              <c:pt idx="582">
                <c:v>7.8207744190015003</c:v>
              </c:pt>
              <c:pt idx="583">
                <c:v>7.8600654924808087</c:v>
              </c:pt>
              <c:pt idx="584">
                <c:v>7.8999835744382834</c:v>
              </c:pt>
              <c:pt idx="585">
                <c:v>7.9405141440004501</c:v>
              </c:pt>
              <c:pt idx="586">
                <c:v>7.9816429536718445</c:v>
              </c:pt>
              <c:pt idx="587">
                <c:v>8.0233560295521258</c:v>
              </c:pt>
              <c:pt idx="588">
                <c:v>8.0656396711218221</c:v>
              </c:pt>
              <c:pt idx="589">
                <c:v>8.1084804506255743</c:v>
              </c:pt>
              <c:pt idx="590">
                <c:v>8.1518652120769115</c:v>
              </c:pt>
              <c:pt idx="591">
                <c:v>8.1957810699139841</c:v>
              </c:pt>
              <c:pt idx="592">
                <c:v>8.2402154073280673</c:v>
              </c:pt>
              <c:pt idx="593">
                <c:v>8.2851558742918225</c:v>
              </c:pt>
              <c:pt idx="594">
                <c:v>8.3305903853113392</c:v>
              </c:pt>
              <c:pt idx="595">
                <c:v>8.3765071169231913</c:v>
              </c:pt>
              <c:pt idx="596">
                <c:v>8.4228945049606274</c:v>
              </c:pt>
              <c:pt idx="597">
                <c:v>8.4697412416098281</c:v>
              </c:pt>
              <c:pt idx="598">
                <c:v>8.5170362722759769</c:v>
              </c:pt>
              <c:pt idx="599">
                <c:v>8.5647687922784641</c:v>
              </c:pt>
              <c:pt idx="600">
                <c:v>8.6129282433957233</c:v>
              </c:pt>
              <c:pt idx="601">
                <c:v>8.6615043102742</c:v>
              </c:pt>
              <c:pt idx="602">
                <c:v>8.7104869167207184</c:v>
              </c:pt>
              <c:pt idx="603">
                <c:v>8.7598662218930858</c:v>
              </c:pt>
              <c:pt idx="604">
                <c:v>8.8096326164014052</c:v>
              </c:pt>
              <c:pt idx="605">
                <c:v>8.8597767183397096</c:v>
              </c:pt>
              <c:pt idx="606">
                <c:v>8.9102893692543592</c:v>
              </c:pt>
              <c:pt idx="607">
                <c:v>8.9611616300646038</c:v>
              </c:pt>
              <c:pt idx="608">
                <c:v>9.0123847769474281</c:v>
              </c:pt>
              <c:pt idx="609">
                <c:v>9.0639502971957846</c:v>
              </c:pt>
              <c:pt idx="610">
                <c:v>9.1158498850592249</c:v>
              </c:pt>
              <c:pt idx="611">
                <c:v>9.1680754375777092</c:v>
              </c:pt>
              <c:pt idx="612">
                <c:v>9.2206190504169072</c:v>
              </c:pt>
              <c:pt idx="613">
                <c:v>9.2734730137109338</c:v>
              </c:pt>
              <c:pt idx="614">
                <c:v>9.3266298079201508</c:v>
              </c:pt>
              <c:pt idx="615">
                <c:v>9.3800820997120393</c:v>
              </c:pt>
              <c:pt idx="616">
                <c:v>9.4338227378701056</c:v>
              </c:pt>
              <c:pt idx="617">
                <c:v>9.4878447492335969</c:v>
              </c:pt>
              <c:pt idx="618">
                <c:v>9.5421413346774937</c:v>
              </c:pt>
              <c:pt idx="619">
                <c:v>9.5967058651338562</c:v>
              </c:pt>
              <c:pt idx="620">
                <c:v>9.6515318776581758</c:v>
              </c:pt>
              <c:pt idx="621">
                <c:v>9.7066130715470624</c:v>
              </c:pt>
              <c:pt idx="622">
                <c:v>9.761943304507005</c:v>
              </c:pt>
              <c:pt idx="623">
                <c:v>9.8175165888792844</c:v>
              </c:pt>
              <c:pt idx="624">
                <c:v>9.8733270879213126</c:v>
              </c:pt>
              <c:pt idx="625">
                <c:v>9.9293691121493861</c:v>
              </c:pt>
              <c:pt idx="626">
                <c:v>9.9856371157405146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10.794324178163681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11.573413644798791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11.817394140239591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12.871585431538859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14.522509817935751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15.553546255052749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16.266889685049339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16.852636487097161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17.309291773870349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17.832148698095988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18.028451969001569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18.355872988031681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18.814728356602089</c:v>
              </c:pt>
              <c:pt idx="767">
                <c:v>18.880319160521449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19.668073776812161</c:v>
              </c:pt>
              <c:pt idx="780">
                <c:v>19.733769289254429</c:v>
              </c:pt>
              <c:pt idx="781">
                <c:v>19.799471507350304</c:v>
              </c:pt>
              <c:pt idx="782">
                <c:v>19.865180255645619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20.128077151439879</c:v>
              </c:pt>
              <c:pt idx="787">
                <c:v>20.193816027745591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20.456825420369672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20.785697320645689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AD7A-4FC6-980A-D9EDD91EE826}"/>
            </c:ext>
          </c:extLst>
        </c:ser>
        <c:ser>
          <c:idx val="2"/>
          <c:order val="2"/>
          <c:tx>
            <c:v>0.9 MHz</c:v>
          </c:tx>
          <c:spPr>
            <a:ln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AD7A-4FC6-980A-D9EDD91EE8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125">
                    <a:solidFill>
                      <a:srgbClr val="18324D"/>
                    </a:solidFill>
                  </a:rPr>
                  <a:t>|Zin| (</a:t>
                </a:r>
                <a:r>
                  <a:rPr lang="el-GR" sz="1125">
                    <a:solidFill>
                      <a:srgbClr val="18324D"/>
                    </a:solidFill>
                  </a:rPr>
                  <a:t>Ω)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0.01"/>
      </c:valAx>
      <c:spPr>
        <a:solidFill>
          <a:srgbClr val="FFFFFF"/>
        </a:solidFill>
        <a:ln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1050">
              <a:solidFill>
                <a:srgbClr val="18324D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C9D3DC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匹配前</c:v>
          </c:tx>
          <c:spPr>
            <a:ln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-89.855598226253022</c:v>
              </c:pt>
              <c:pt idx="1">
                <c:v>-89.854906514987391</c:v>
              </c:pt>
              <c:pt idx="2">
                <c:v>-89.854209819895942</c:v>
              </c:pt>
              <c:pt idx="3">
                <c:v>-89.853508092946029</c:v>
              </c:pt>
              <c:pt idx="4">
                <c:v>-89.852801285551365</c:v>
              </c:pt>
              <c:pt idx="5">
                <c:v>-89.852089348516657</c:v>
              </c:pt>
              <c:pt idx="6">
                <c:v>-89.851372232064776</c:v>
              </c:pt>
              <c:pt idx="7">
                <c:v>-89.850649885799712</c:v>
              </c:pt>
              <c:pt idx="8">
                <c:v>-89.849922258733841</c:v>
              </c:pt>
              <c:pt idx="9">
                <c:v>-89.849189299229749</c:v>
              </c:pt>
              <c:pt idx="10">
                <c:v>-89.848450955015352</c:v>
              </c:pt>
              <c:pt idx="11">
                <c:v>-89.847707173214133</c:v>
              </c:pt>
              <c:pt idx="12">
                <c:v>-89.846957900256953</c:v>
              </c:pt>
              <c:pt idx="13">
                <c:v>-89.846203081924557</c:v>
              </c:pt>
              <c:pt idx="14">
                <c:v>-89.845442663350667</c:v>
              </c:pt>
              <c:pt idx="15">
                <c:v>-89.844676588949227</c:v>
              </c:pt>
              <c:pt idx="16">
                <c:v>-89.843904802466113</c:v>
              </c:pt>
              <c:pt idx="17">
                <c:v>-89.843127246952179</c:v>
              </c:pt>
              <c:pt idx="18">
                <c:v>-89.842343864726971</c:v>
              </c:pt>
              <c:pt idx="19">
                <c:v>-89.841554597394421</c:v>
              </c:pt>
              <c:pt idx="20">
                <c:v>-89.840759385831049</c:v>
              </c:pt>
              <c:pt idx="21">
                <c:v>-89.839958170162205</c:v>
              </c:pt>
              <c:pt idx="22">
                <c:v>-89.839150889753597</c:v>
              </c:pt>
              <c:pt idx="23">
                <c:v>-89.838337483217984</c:v>
              </c:pt>
              <c:pt idx="24">
                <c:v>-89.837517888370357</c:v>
              </c:pt>
              <c:pt idx="25">
                <c:v>-89.83669204224401</c:v>
              </c:pt>
              <c:pt idx="26">
                <c:v>-89.835859881067108</c:v>
              </c:pt>
              <c:pt idx="27">
                <c:v>-89.835021340257541</c:v>
              </c:pt>
              <c:pt idx="28">
                <c:v>-89.834176354396789</c:v>
              </c:pt>
              <c:pt idx="29">
                <c:v>-89.833324857234018</c:v>
              </c:pt>
              <c:pt idx="30">
                <c:v>-89.832466781644968</c:v>
              </c:pt>
              <c:pt idx="31">
                <c:v>-89.83160205967242</c:v>
              </c:pt>
              <c:pt idx="32">
                <c:v>-89.830730622440029</c:v>
              </c:pt>
              <c:pt idx="33">
                <c:v>-89.829852400208125</c:v>
              </c:pt>
              <c:pt idx="34">
                <c:v>-89.828967322305772</c:v>
              </c:pt>
              <c:pt idx="35">
                <c:v>-89.828075317150521</c:v>
              </c:pt>
              <c:pt idx="36">
                <c:v>-89.827176312222988</c:v>
              </c:pt>
              <c:pt idx="37">
                <c:v>-89.826270234053581</c:v>
              </c:pt>
              <c:pt idx="38">
                <c:v>-89.825357008185236</c:v>
              </c:pt>
              <c:pt idx="39">
                <c:v>-89.824436559214604</c:v>
              </c:pt>
              <c:pt idx="40">
                <c:v>-89.823508810706841</c:v>
              </c:pt>
              <c:pt idx="41">
                <c:v>-89.822573685236947</c:v>
              </c:pt>
              <c:pt idx="42">
                <c:v>-89.821631104331928</c:v>
              </c:pt>
              <c:pt idx="43">
                <c:v>-89.820680988476227</c:v>
              </c:pt>
              <c:pt idx="44">
                <c:v>-89.819723257108308</c:v>
              </c:pt>
              <c:pt idx="45">
                <c:v>-89.818757828560152</c:v>
              </c:pt>
              <c:pt idx="46">
                <c:v>-89.817784620081113</c:v>
              </c:pt>
              <c:pt idx="47">
                <c:v>-89.816803547801769</c:v>
              </c:pt>
              <c:pt idx="48">
                <c:v>-89.815814526712984</c:v>
              </c:pt>
              <c:pt idx="49">
                <c:v>-89.814817470669027</c:v>
              </c:pt>
              <c:pt idx="50">
                <c:v>-89.813812292324812</c:v>
              </c:pt>
              <c:pt idx="51">
                <c:v>-89.812798903181474</c:v>
              </c:pt>
              <c:pt idx="52">
                <c:v>-89.811777213502822</c:v>
              </c:pt>
              <c:pt idx="53">
                <c:v>-89.810747132328132</c:v>
              </c:pt>
              <c:pt idx="54">
                <c:v>-89.809708567452006</c:v>
              </c:pt>
              <c:pt idx="55">
                <c:v>-89.808661425398441</c:v>
              </c:pt>
              <c:pt idx="56">
                <c:v>-89.807605611398003</c:v>
              </c:pt>
              <c:pt idx="57">
                <c:v>-89.806541029362236</c:v>
              </c:pt>
              <c:pt idx="58">
                <c:v>-89.805467581870147</c:v>
              </c:pt>
              <c:pt idx="59">
                <c:v>-89.804385170148961</c:v>
              </c:pt>
              <c:pt idx="60">
                <c:v>-89.803293694039994</c:v>
              </c:pt>
              <c:pt idx="61">
                <c:v>-89.802193051985697</c:v>
              </c:pt>
              <c:pt idx="62">
                <c:v>-89.801083140996042</c:v>
              </c:pt>
              <c:pt idx="63">
                <c:v>-89.799963856626832</c:v>
              </c:pt>
              <c:pt idx="64">
                <c:v>-89.798835092970407</c:v>
              </c:pt>
              <c:pt idx="65">
                <c:v>-89.797696742601559</c:v>
              </c:pt>
              <c:pt idx="66">
                <c:v>-89.79654869657449</c:v>
              </c:pt>
              <c:pt idx="67">
                <c:v>-89.795390844405176</c:v>
              </c:pt>
              <c:pt idx="68">
                <c:v>-89.794223074002872</c:v>
              </c:pt>
              <c:pt idx="69">
                <c:v>-89.79304527169478</c:v>
              </c:pt>
              <c:pt idx="70">
                <c:v>-89.791857322152069</c:v>
              </c:pt>
              <c:pt idx="71">
                <c:v>-89.790659108402977</c:v>
              </c:pt>
              <c:pt idx="72">
                <c:v>-89.789450511762467</c:v>
              </c:pt>
              <c:pt idx="73">
                <c:v>-89.788231411851584</c:v>
              </c:pt>
              <c:pt idx="74">
                <c:v>-89.787001686512724</c:v>
              </c:pt>
              <c:pt idx="75">
                <c:v>-89.785761211823683</c:v>
              </c:pt>
              <c:pt idx="76">
                <c:v>-89.784509862037211</c:v>
              </c:pt>
              <c:pt idx="77">
                <c:v>-89.783247509580633</c:v>
              </c:pt>
              <c:pt idx="78">
                <c:v>-89.781974024975241</c:v>
              </c:pt>
              <c:pt idx="79">
                <c:v>-89.780689276848278</c:v>
              </c:pt>
              <c:pt idx="80">
                <c:v>-89.779393131882742</c:v>
              </c:pt>
              <c:pt idx="81">
                <c:v>-89.778085454782328</c:v>
              </c:pt>
              <c:pt idx="82">
                <c:v>-89.776766108221878</c:v>
              </c:pt>
              <c:pt idx="83">
                <c:v>-89.775434952836775</c:v>
              </c:pt>
              <c:pt idx="84">
                <c:v>-89.774091847170965</c:v>
              </c:pt>
              <c:pt idx="85">
                <c:v>-89.772736647649197</c:v>
              </c:pt>
              <c:pt idx="86">
                <c:v>-89.771369208513988</c:v>
              </c:pt>
              <c:pt idx="87">
                <c:v>-89.76998938182517</c:v>
              </c:pt>
              <c:pt idx="88">
                <c:v>-89.768597017388643</c:v>
              </c:pt>
              <c:pt idx="89">
                <c:v>-89.767191962715216</c:v>
              </c:pt>
              <c:pt idx="90">
                <c:v>-89.765774063009388</c:v>
              </c:pt>
              <c:pt idx="91">
                <c:v>-89.764343161087496</c:v>
              </c:pt>
              <c:pt idx="92">
                <c:v>-89.762899097364297</c:v>
              </c:pt>
              <c:pt idx="93">
                <c:v>-89.761441709795633</c:v>
              </c:pt>
              <c:pt idx="94">
                <c:v>-89.759970833827381</c:v>
              </c:pt>
              <c:pt idx="95">
                <c:v>-89.758486302359728</c:v>
              </c:pt>
              <c:pt idx="96">
                <c:v>-89.756987945699976</c:v>
              </c:pt>
              <c:pt idx="97">
                <c:v>-89.755475591486345</c:v>
              </c:pt>
              <c:pt idx="98">
                <c:v>-89.75394906469775</c:v>
              </c:pt>
              <c:pt idx="99">
                <c:v>-89.752408187537355</c:v>
              </c:pt>
              <c:pt idx="100">
                <c:v>-89.750852779416817</c:v>
              </c:pt>
              <c:pt idx="101">
                <c:v>-89.749282656890912</c:v>
              </c:pt>
              <c:pt idx="102">
                <c:v>-89.747697633636903</c:v>
              </c:pt>
              <c:pt idx="103">
                <c:v>-89.74609752032552</c:v>
              </c:pt>
              <c:pt idx="104">
                <c:v>-89.744482124642644</c:v>
              </c:pt>
              <c:pt idx="105">
                <c:v>-89.74285125117909</c:v>
              </c:pt>
              <c:pt idx="106">
                <c:v>-89.741204701406375</c:v>
              </c:pt>
              <c:pt idx="107">
                <c:v>-89.739542273585357</c:v>
              </c:pt>
              <c:pt idx="108">
                <c:v>-89.737863762725581</c:v>
              </c:pt>
              <c:pt idx="109">
                <c:v>-89.736168960512913</c:v>
              </c:pt>
              <c:pt idx="110">
                <c:v>-89.734457655240803</c:v>
              </c:pt>
              <c:pt idx="111">
                <c:v>-89.732729631768549</c:v>
              </c:pt>
              <c:pt idx="112">
                <c:v>-89.730984671409999</c:v>
              </c:pt>
              <c:pt idx="113">
                <c:v>-89.729222551899198</c:v>
              </c:pt>
              <c:pt idx="114">
                <c:v>-89.727443047327341</c:v>
              </c:pt>
              <c:pt idx="115">
                <c:v>-89.725645928022033</c:v>
              </c:pt>
              <c:pt idx="116">
                <c:v>-89.72383096050352</c:v>
              </c:pt>
              <c:pt idx="117">
                <c:v>-89.721997907444546</c:v>
              </c:pt>
              <c:pt idx="118">
                <c:v>-89.720146527511091</c:v>
              </c:pt>
              <c:pt idx="119">
                <c:v>-89.718276575350345</c:v>
              </c:pt>
              <c:pt idx="120">
                <c:v>-89.716387801491749</c:v>
              </c:pt>
              <c:pt idx="121">
                <c:v>-89.714479952234356</c:v>
              </c:pt>
              <c:pt idx="122">
                <c:v>-89.712552769608308</c:v>
              </c:pt>
              <c:pt idx="123">
                <c:v>-89.710605991246538</c:v>
              </c:pt>
              <c:pt idx="124">
                <c:v>-89.708639350316034</c:v>
              </c:pt>
              <c:pt idx="125">
                <c:v>-89.706652575423874</c:v>
              </c:pt>
              <c:pt idx="126">
                <c:v>-89.704645390533017</c:v>
              </c:pt>
              <c:pt idx="127">
                <c:v>-89.702617514835453</c:v>
              </c:pt>
              <c:pt idx="128">
                <c:v>-89.700568662687772</c:v>
              </c:pt>
              <c:pt idx="129">
                <c:v>-89.698498543480923</c:v>
              </c:pt>
              <c:pt idx="130">
                <c:v>-89.696406861560547</c:v>
              </c:pt>
              <c:pt idx="131">
                <c:v>-89.694293316113772</c:v>
              </c:pt>
              <c:pt idx="132">
                <c:v>-89.692157601048535</c:v>
              </c:pt>
              <c:pt idx="133">
                <c:v>-89.689999404897463</c:v>
              </c:pt>
              <c:pt idx="134">
                <c:v>-89.687818410702803</c:v>
              </c:pt>
              <c:pt idx="135">
                <c:v>-89.685614295888257</c:v>
              </c:pt>
              <c:pt idx="136">
                <c:v>-89.683386732146801</c:v>
              </c:pt>
              <c:pt idx="137">
                <c:v>-89.681135385324183</c:v>
              </c:pt>
              <c:pt idx="138">
                <c:v>-89.678859915272085</c:v>
              </c:pt>
              <c:pt idx="139">
                <c:v>-89.67655997575217</c:v>
              </c:pt>
              <c:pt idx="140">
                <c:v>-89.674235214266488</c:v>
              </c:pt>
              <c:pt idx="141">
                <c:v>-89.671885271959013</c:v>
              </c:pt>
              <c:pt idx="142">
                <c:v>-89.669509783429405</c:v>
              </c:pt>
              <c:pt idx="143">
                <c:v>-89.66710837665822</c:v>
              </c:pt>
              <c:pt idx="144">
                <c:v>-89.664680672786901</c:v>
              </c:pt>
              <c:pt idx="145">
                <c:v>-89.662226286009272</c:v>
              </c:pt>
              <c:pt idx="146">
                <c:v>-89.659744823424774</c:v>
              </c:pt>
              <c:pt idx="147">
                <c:v>-89.657235884850309</c:v>
              </c:pt>
              <c:pt idx="148">
                <c:v>-89.654699062686333</c:v>
              </c:pt>
              <c:pt idx="149">
                <c:v>-89.652133941727428</c:v>
              </c:pt>
              <c:pt idx="150">
                <c:v>-89.649540099004028</c:v>
              </c:pt>
              <c:pt idx="151">
                <c:v>-89.646917103614854</c:v>
              </c:pt>
              <c:pt idx="152">
                <c:v>-89.644264516527542</c:v>
              </c:pt>
              <c:pt idx="153">
                <c:v>-89.641581890401639</c:v>
              </c:pt>
              <c:pt idx="154">
                <c:v>-89.638868769411573</c:v>
              </c:pt>
              <c:pt idx="155">
                <c:v>-89.6361246890377</c:v>
              </c:pt>
              <c:pt idx="156">
                <c:v>-89.633349175877512</c:v>
              </c:pt>
              <c:pt idx="157">
                <c:v>-89.630541747419542</c:v>
              </c:pt>
              <c:pt idx="158">
                <c:v>-89.62770191186317</c:v>
              </c:pt>
              <c:pt idx="159">
                <c:v>-89.624829167875802</c:v>
              </c:pt>
              <c:pt idx="160">
                <c:v>-89.6219230043761</c:v>
              </c:pt>
              <c:pt idx="161">
                <c:v>-89.618982900337613</c:v>
              </c:pt>
              <c:pt idx="162">
                <c:v>-89.616008324495908</c:v>
              </c:pt>
              <c:pt idx="163">
                <c:v>-89.612998735144956</c:v>
              </c:pt>
              <c:pt idx="164">
                <c:v>-89.60995357990285</c:v>
              </c:pt>
              <c:pt idx="165">
                <c:v>-89.606872295404429</c:v>
              </c:pt>
              <c:pt idx="166">
                <c:v>-89.603754307103245</c:v>
              </c:pt>
              <c:pt idx="167">
                <c:v>-89.600599028952317</c:v>
              </c:pt>
              <c:pt idx="168">
                <c:v>-89.597405863157391</c:v>
              </c:pt>
              <c:pt idx="169">
                <c:v>-89.594174199866529</c:v>
              </c:pt>
              <c:pt idx="170">
                <c:v>-89.5909034169037</c:v>
              </c:pt>
              <c:pt idx="171">
                <c:v>-89.587592879447797</c:v>
              </c:pt>
              <c:pt idx="172">
                <c:v>-89.584241939738931</c:v>
              </c:pt>
              <c:pt idx="173">
                <c:v>-89.58084993675314</c:v>
              </c:pt>
              <c:pt idx="174">
                <c:v>-89.577416195862469</c:v>
              </c:pt>
              <c:pt idx="175">
                <c:v>-89.573940028517399</c:v>
              </c:pt>
              <c:pt idx="176">
                <c:v>-89.570420731884155</c:v>
              </c:pt>
              <c:pt idx="177">
                <c:v>-89.56685758850179</c:v>
              </c:pt>
              <c:pt idx="178">
                <c:v>-89.563249865906045</c:v>
              </c:pt>
              <c:pt idx="179">
                <c:v>-89.559596816242376</c:v>
              </c:pt>
              <c:pt idx="180">
                <c:v>-89.555897675902543</c:v>
              </c:pt>
              <c:pt idx="181">
                <c:v>-89.552151665094698</c:v>
              </c:pt>
              <c:pt idx="182">
                <c:v>-89.548357987443055</c:v>
              </c:pt>
              <c:pt idx="183">
                <c:v>-89.544515829566762</c:v>
              </c:pt>
              <c:pt idx="184">
                <c:v>-89.54062436061858</c:v>
              </c:pt>
              <c:pt idx="185">
                <c:v>-89.536682731867927</c:v>
              </c:pt>
              <c:pt idx="186">
                <c:v>-89.532690076224753</c:v>
              </c:pt>
              <c:pt idx="187">
                <c:v>-89.528645507718778</c:v>
              </c:pt>
              <c:pt idx="188">
                <c:v>-89.524548121074318</c:v>
              </c:pt>
              <c:pt idx="189">
                <c:v>-89.520396991140359</c:v>
              </c:pt>
              <c:pt idx="190">
                <c:v>-89.516191172408568</c:v>
              </c:pt>
              <c:pt idx="191">
                <c:v>-89.511929698443339</c:v>
              </c:pt>
              <c:pt idx="192">
                <c:v>-89.507611581327907</c:v>
              </c:pt>
              <c:pt idx="193">
                <c:v>-89.503235811107061</c:v>
              </c:pt>
              <c:pt idx="194">
                <c:v>-89.498801355160424</c:v>
              </c:pt>
              <c:pt idx="195">
                <c:v>-89.494307157631795</c:v>
              </c:pt>
              <c:pt idx="196">
                <c:v>-89.489752138745345</c:v>
              </c:pt>
              <c:pt idx="197">
                <c:v>-89.485135194204162</c:v>
              </c:pt>
              <c:pt idx="198">
                <c:v>-89.48045519447659</c:v>
              </c:pt>
              <c:pt idx="199">
                <c:v>-89.475710984115906</c:v>
              </c:pt>
              <c:pt idx="200">
                <c:v>-89.470901381060884</c:v>
              </c:pt>
              <c:pt idx="201">
                <c:v>-89.46602517586247</c:v>
              </c:pt>
              <c:pt idx="202">
                <c:v>-89.461081130939817</c:v>
              </c:pt>
              <c:pt idx="203">
                <c:v>-89.456067979766644</c:v>
              </c:pt>
              <c:pt idx="204">
                <c:v>-89.450984426096582</c:v>
              </c:pt>
              <c:pt idx="205">
                <c:v>-89.445829143076026</c:v>
              </c:pt>
              <c:pt idx="206">
                <c:v>-89.440600772386546</c:v>
              </c:pt>
              <c:pt idx="207">
                <c:v>-89.435297923362114</c:v>
              </c:pt>
              <c:pt idx="208">
                <c:v>-89.429919172024157</c:v>
              </c:pt>
              <c:pt idx="209">
                <c:v>-89.424463060159624</c:v>
              </c:pt>
              <c:pt idx="210">
                <c:v>-89.418928094291232</c:v>
              </c:pt>
              <c:pt idx="211">
                <c:v>-89.41331274465395</c:v>
              </c:pt>
              <c:pt idx="212">
                <c:v>-89.407615444140205</c:v>
              </c:pt>
              <c:pt idx="213">
                <c:v>-89.401834587203879</c:v>
              </c:pt>
              <c:pt idx="214">
                <c:v>-89.395968528699498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-89.377842073530388</c:v>
              </c:pt>
              <c:pt idx="218">
                <c:v>-89.371617923452007</c:v>
              </c:pt>
              <c:pt idx="219">
                <c:v>-89.365299709543436</c:v>
              </c:pt>
              <c:pt idx="220">
                <c:v>-89.358885522870267</c:v>
              </c:pt>
              <c:pt idx="221">
                <c:v>-89.352373405709812</c:v>
              </c:pt>
              <c:pt idx="222">
                <c:v>-89.345761350108361</c:v>
              </c:pt>
              <c:pt idx="223">
                <c:v>-89.339047296229964</c:v>
              </c:pt>
              <c:pt idx="224">
                <c:v>-89.332229130821574</c:v>
              </c:pt>
              <c:pt idx="225">
                <c:v>-89.325304685468197</c:v>
              </c:pt>
              <c:pt idx="226">
                <c:v>-89.318271734911349</c:v>
              </c:pt>
              <c:pt idx="227">
                <c:v>-89.311127995208253</c:v>
              </c:pt>
              <c:pt idx="228">
                <c:v>-89.303871121885535</c:v>
              </c:pt>
              <c:pt idx="229">
                <c:v>-89.296498707979268</c:v>
              </c:pt>
              <c:pt idx="230">
                <c:v>-89.289008282034033</c:v>
              </c:pt>
              <c:pt idx="231">
                <c:v>-89.281397306007136</c:v>
              </c:pt>
              <c:pt idx="232">
                <c:v>-89.27366317311855</c:v>
              </c:pt>
              <c:pt idx="233">
                <c:v>-89.265803205566385</c:v>
              </c:pt>
              <c:pt idx="234">
                <c:v>-89.257814652205127</c:v>
              </c:pt>
              <c:pt idx="235">
                <c:v>-89.249694686133495</c:v>
              </c:pt>
              <c:pt idx="236">
                <c:v>-89.241440402150104</c:v>
              </c:pt>
              <c:pt idx="237">
                <c:v>-89.233048814115676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-89.207019092735308</c:v>
              </c:pt>
              <c:pt idx="241">
                <c:v>-89.198046711212996</c:v>
              </c:pt>
              <c:pt idx="242">
                <c:v>-89.188920781962423</c:v>
              </c:pt>
              <c:pt idx="243">
                <c:v>-89.179637772146151</c:v>
              </c:pt>
              <c:pt idx="244">
                <c:v>-89.170194046484454</c:v>
              </c:pt>
              <c:pt idx="245">
                <c:v>-89.160585863650738</c:v>
              </c:pt>
              <c:pt idx="246">
                <c:v>-89.150809372536457</c:v>
              </c:pt>
              <c:pt idx="247">
                <c:v>-89.140860608349996</c:v>
              </c:pt>
              <c:pt idx="248">
                <c:v>-89.13073548855661</c:v>
              </c:pt>
              <c:pt idx="249">
                <c:v>-89.120429808627364</c:v>
              </c:pt>
              <c:pt idx="250">
                <c:v>-89.109939237678773</c:v>
              </c:pt>
              <c:pt idx="251">
                <c:v>-89.099259313819459</c:v>
              </c:pt>
              <c:pt idx="252">
                <c:v>-89.08838543937344</c:v>
              </c:pt>
              <c:pt idx="253">
                <c:v>-89.077312875913009</c:v>
              </c:pt>
              <c:pt idx="254">
                <c:v>-89.066036738975484</c:v>
              </c:pt>
              <c:pt idx="255">
                <c:v>-89.054551992681169</c:v>
              </c:pt>
              <c:pt idx="256">
                <c:v>-89.042853443992144</c:v>
              </c:pt>
              <c:pt idx="257">
                <c:v>-89.030935736832987</c:v>
              </c:pt>
              <c:pt idx="258">
                <c:v>-89.018793345833544</c:v>
              </c:pt>
              <c:pt idx="259">
                <c:v>-89.0064205698948</c:v>
              </c:pt>
              <c:pt idx="260">
                <c:v>-88.993811525403217</c:v>
              </c:pt>
              <c:pt idx="261">
                <c:v>-88.980960139137224</c:v>
              </c:pt>
              <c:pt idx="262">
                <c:v>-88.967860140911469</c:v>
              </c:pt>
              <c:pt idx="263">
                <c:v>-88.95450505579015</c:v>
              </c:pt>
              <c:pt idx="264">
                <c:v>-88.940888196015081</c:v>
              </c:pt>
              <c:pt idx="265">
                <c:v>-88.927002652524266</c:v>
              </c:pt>
              <c:pt idx="266">
                <c:v>-88.912841286090199</c:v>
              </c:pt>
              <c:pt idx="267">
                <c:v>-88.898396718003482</c:v>
              </c:pt>
              <c:pt idx="268">
                <c:v>-88.883661320370081</c:v>
              </c:pt>
              <c:pt idx="269">
                <c:v>-88.868627205894356</c:v>
              </c:pt>
              <c:pt idx="270">
                <c:v>-88.853286217192235</c:v>
              </c:pt>
              <c:pt idx="271">
                <c:v>-88.837629915584586</c:v>
              </c:pt>
              <c:pt idx="272">
                <c:v>-88.82164956932985</c:v>
              </c:pt>
              <c:pt idx="273">
                <c:v>-88.805336141314825</c:v>
              </c:pt>
              <c:pt idx="274">
                <c:v>-88.788680276062919</c:v>
              </c:pt>
              <c:pt idx="275">
                <c:v>-88.771672286185691</c:v>
              </c:pt>
              <c:pt idx="276">
                <c:v>-88.754302138062158</c:v>
              </c:pt>
              <c:pt idx="277">
                <c:v>-88.736559436872071</c:v>
              </c:pt>
              <c:pt idx="278">
                <c:v>-88.718433410783092</c:v>
              </c:pt>
              <c:pt idx="279">
                <c:v>-88.699912894424045</c:v>
              </c:pt>
              <c:pt idx="280">
                <c:v>-88.680986311390285</c:v>
              </c:pt>
              <c:pt idx="281">
                <c:v>-88.661641655921429</c:v>
              </c:pt>
              <c:pt idx="282">
                <c:v>-88.641866473581956</c:v>
              </c:pt>
              <c:pt idx="283">
                <c:v>-88.621647840907357</c:v>
              </c:pt>
              <c:pt idx="284">
                <c:v>-88.600972343977318</c:v>
              </c:pt>
              <c:pt idx="285">
                <c:v>-88.579826055830395</c:v>
              </c:pt>
              <c:pt idx="286">
                <c:v>-88.558194512647091</c:v>
              </c:pt>
              <c:pt idx="287">
                <c:v>-88.536062688647391</c:v>
              </c:pt>
              <c:pt idx="288">
                <c:v>-88.513414969565702</c:v>
              </c:pt>
              <c:pt idx="289">
                <c:v>-88.49023512469239</c:v>
              </c:pt>
              <c:pt idx="290">
                <c:v>-88.466506277323759</c:v>
              </c:pt>
              <c:pt idx="291">
                <c:v>-88.442210873530641</c:v>
              </c:pt>
              <c:pt idx="292">
                <c:v>-88.417330649180002</c:v>
              </c:pt>
              <c:pt idx="293">
                <c:v>-88.391846595044498</c:v>
              </c:pt>
              <c:pt idx="294">
                <c:v>-88.365738919840965</c:v>
              </c:pt>
              <c:pt idx="295">
                <c:v>-88.338987011220141</c:v>
              </c:pt>
              <c:pt idx="296">
                <c:v>-88.311569394319477</c:v>
              </c:pt>
              <c:pt idx="297">
                <c:v>-88.28346368795826</c:v>
              </c:pt>
              <c:pt idx="298">
                <c:v>-88.254646558156537</c:v>
              </c:pt>
              <c:pt idx="299">
                <c:v>-88.225093668824854</c:v>
              </c:pt>
              <c:pt idx="300">
                <c:v>-88.194779629483719</c:v>
              </c:pt>
              <c:pt idx="301">
                <c:v>-88.163677939736644</c:v>
              </c:pt>
              <c:pt idx="302">
                <c:v>-88.131760930260526</c:v>
              </c:pt>
              <c:pt idx="303">
                <c:v>-88.098999700186056</c:v>
              </c:pt>
              <c:pt idx="304">
                <c:v>-88.065364050365446</c:v>
              </c:pt>
              <c:pt idx="305">
                <c:v>-88.030822412541681</c:v>
              </c:pt>
              <c:pt idx="306">
                <c:v>-87.995341773794976</c:v>
              </c:pt>
              <c:pt idx="307">
                <c:v>-87.958887596158718</c:v>
              </c:pt>
              <c:pt idx="308">
                <c:v>-87.921423730932119</c:v>
              </c:pt>
              <c:pt idx="309">
                <c:v>-87.882912327259248</c:v>
              </c:pt>
              <c:pt idx="310">
                <c:v>-87.843313734663568</c:v>
              </c:pt>
              <c:pt idx="311">
                <c:v>-87.802586398846614</c:v>
              </c:pt>
              <c:pt idx="312">
                <c:v>-87.760686750517678</c:v>
              </c:pt>
              <c:pt idx="313">
                <c:v>-87.717569086423509</c:v>
              </c:pt>
              <c:pt idx="314">
                <c:v>-87.673185442107624</c:v>
              </c:pt>
              <c:pt idx="315">
                <c:v>-87.627485455733122</c:v>
              </c:pt>
              <c:pt idx="316">
                <c:v>-87.580416222172502</c:v>
              </c:pt>
              <c:pt idx="317">
                <c:v>-87.531922136573158</c:v>
              </c:pt>
              <c:pt idx="318">
                <c:v>-87.481944726586292</c:v>
              </c:pt>
              <c:pt idx="319">
                <c:v>-87.430422472248893</c:v>
              </c:pt>
              <c:pt idx="320">
                <c:v>-87.377290612452157</c:v>
              </c:pt>
              <c:pt idx="321">
                <c:v>-87.32248093690653</c:v>
              </c:pt>
              <c:pt idx="322">
                <c:v>-87.265921562274755</c:v>
              </c:pt>
              <c:pt idx="323">
                <c:v>-87.207536691141954</c:v>
              </c:pt>
              <c:pt idx="324">
                <c:v>-87.147246352221174</c:v>
              </c:pt>
              <c:pt idx="325">
                <c:v>-87.084966120198914</c:v>
              </c:pt>
              <c:pt idx="326">
                <c:v>-87.02060681329111</c:v>
              </c:pt>
              <c:pt idx="327">
                <c:v>-86.954074166502338</c:v>
              </c:pt>
              <c:pt idx="328">
                <c:v>-86.885268478300773</c:v>
              </c:pt>
              <c:pt idx="329">
                <c:v>-86.814084228221304</c:v>
              </c:pt>
              <c:pt idx="330">
                <c:v>-86.740409662645689</c:v>
              </c:pt>
              <c:pt idx="331">
                <c:v>-86.664126345633036</c:v>
              </c:pt>
              <c:pt idx="332">
                <c:v>-86.585108671471232</c:v>
              </c:pt>
              <c:pt idx="333">
                <c:v>-86.503223335063097</c:v>
              </c:pt>
              <c:pt idx="334">
                <c:v>-86.418328756065506</c:v>
              </c:pt>
              <c:pt idx="335">
                <c:v>-86.33027445196079</c:v>
              </c:pt>
              <c:pt idx="336">
                <c:v>-86.238900354943212</c:v>
              </c:pt>
              <c:pt idx="337">
                <c:v>-86.144036066688798</c:v>
              </c:pt>
              <c:pt idx="338">
                <c:v>-86.045500044556107</c:v>
              </c:pt>
              <c:pt idx="339">
                <c:v>-85.943098711884545</c:v>
              </c:pt>
              <c:pt idx="340">
                <c:v>-85.836625484183941</c:v>
              </c:pt>
              <c:pt idx="341">
                <c:v>-85.725859702061911</c:v>
              </c:pt>
              <c:pt idx="342">
                <c:v>-85.610565460510898</c:v>
              </c:pt>
              <c:pt idx="343">
                <c:v>-85.490490322977934</c:v>
              </c:pt>
              <c:pt idx="344">
                <c:v>-85.365363907077054</c:v>
              </c:pt>
              <c:pt idx="345">
                <c:v>-85.234896327164137</c:v>
              </c:pt>
              <c:pt idx="346">
                <c:v>-85.098776477031677</c:v>
              </c:pt>
              <c:pt idx="347">
                <c:v>-84.956670133812707</c:v>
              </c:pt>
              <c:pt idx="348">
                <c:v>-84.808217861572999</c:v>
              </c:pt>
              <c:pt idx="349">
                <c:v>-84.653032690316081</c:v>
              </c:pt>
              <c:pt idx="350">
                <c:v>-84.490697542536921</c:v>
              </c:pt>
              <c:pt idx="351">
                <c:v>-84.320762375819911</c:v>
              </c:pt>
              <c:pt idx="352">
                <c:v>-84.142741005455733</c:v>
              </c:pt>
              <c:pt idx="353">
                <c:v>-83.95610756587277</c:v>
              </c:pt>
              <c:pt idx="354">
                <c:v>-83.760292563807639</c:v>
              </c:pt>
              <c:pt idx="355">
                <c:v>-83.554678469195323</c:v>
              </c:pt>
              <c:pt idx="356">
                <c:v>-83.338594781906451</c:v>
              </c:pt>
              <c:pt idx="357">
                <c:v>-83.111312503035464</c:v>
              </c:pt>
              <c:pt idx="358">
                <c:v>-82.872037928891331</c:v>
              </c:pt>
              <c:pt idx="359">
                <c:v>-82.619905673220885</c:v>
              </c:pt>
              <c:pt idx="360">
                <c:v>-82.353970808782151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-81.462513780878865</c:v>
              </c:pt>
              <c:pt idx="364">
                <c:v>-81.129992723818148</c:v>
              </c:pt>
              <c:pt idx="365">
                <c:v>-80.777396997952366</c:v>
              </c:pt>
              <c:pt idx="366">
                <c:v>-80.403071479619356</c:v>
              </c:pt>
              <c:pt idx="367">
                <c:v>-80.005188356960687</c:v>
              </c:pt>
              <c:pt idx="368">
                <c:v>-79.581725587238267</c:v>
              </c:pt>
              <c:pt idx="369">
                <c:v>-79.130442305136924</c:v>
              </c:pt>
              <c:pt idx="370">
                <c:v>-78.648850723643164</c:v>
              </c:pt>
              <c:pt idx="371">
                <c:v>-78.134184004890443</c:v>
              </c:pt>
              <c:pt idx="372">
                <c:v>-77.583359509675347</c:v>
              </c:pt>
              <c:pt idx="373">
                <c:v>-76.992936764502289</c:v>
              </c:pt>
              <c:pt idx="374">
                <c:v>-76.35906941830585</c:v>
              </c:pt>
              <c:pt idx="375">
                <c:v>-75.677450406872765</c:v>
              </c:pt>
              <c:pt idx="376">
                <c:v>-74.943249515022941</c:v>
              </c:pt>
              <c:pt idx="377">
                <c:v>-74.151042547753192</c:v>
              </c:pt>
              <c:pt idx="378">
                <c:v>-73.294731427011627</c:v>
              </c:pt>
              <c:pt idx="379">
                <c:v>-72.367454774714048</c:v>
              </c:pt>
              <c:pt idx="380">
                <c:v>-71.361489006729855</c:v>
              </c:pt>
              <c:pt idx="381">
                <c:v>-70.268140769510225</c:v>
              </c:pt>
              <c:pt idx="382">
                <c:v>-69.077632878054999</c:v>
              </c:pt>
              <c:pt idx="383">
                <c:v>-67.778988017823806</c:v>
              </c:pt>
              <c:pt idx="384">
                <c:v>-66.359917708710128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-61.235927919172447</c:v>
              </c:pt>
              <c:pt idx="388">
                <c:v>-59.183772710877165</c:v>
              </c:pt>
              <c:pt idx="389">
                <c:v>-56.928818794969807</c:v>
              </c:pt>
              <c:pt idx="390">
                <c:v>-54.451572579909552</c:v>
              </c:pt>
              <c:pt idx="391">
                <c:v>-51.732908794495792</c:v>
              </c:pt>
              <c:pt idx="392">
                <c:v>-48.755399912564741</c:v>
              </c:pt>
              <c:pt idx="393">
                <c:v>-45.505187844261748</c:v>
              </c:pt>
              <c:pt idx="394">
                <c:v>-41.974430804483596</c:v>
              </c:pt>
              <c:pt idx="395">
                <c:v>-38.164230974404099</c:v>
              </c:pt>
              <c:pt idx="396">
                <c:v>-34.087740168537827</c:v>
              </c:pt>
              <c:pt idx="397">
                <c:v>-29.772875412968819</c:v>
              </c:pt>
              <c:pt idx="398">
                <c:v>-25.263843599373061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-6.6412656426700956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5.8704292489842516</c:v>
              </c:pt>
              <c:pt idx="406">
                <c:v>9.4742242524570948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28.388375795785318</c:v>
              </c:pt>
              <c:pt idx="416">
                <c:v>29.222054529808211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30.043203021355129</c:v>
              </c:pt>
              <c:pt idx="423">
                <c:v>29.49808993006372</c:v>
              </c:pt>
              <c:pt idx="424">
                <c:v>28.748746741836189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21.565480385997461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7.3558597163976032</c:v>
              </c:pt>
              <c:pt idx="435">
                <c:v>3.5668135389334332</c:v>
              </c:pt>
              <c:pt idx="436">
                <c:v>-0.51214057947889735</c:v>
              </c:pt>
              <c:pt idx="437">
                <c:v>-4.8426410338553039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-32.380997882388577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-47.483168591754307</c:v>
              </c:pt>
              <c:pt idx="448">
                <c:v>-50.568833622775948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-58.303420830598888</c:v>
              </c:pt>
              <c:pt idx="452">
                <c:v>-60.434715013387489</c:v>
              </c:pt>
              <c:pt idx="453">
                <c:v>-62.374670122655068</c:v>
              </c:pt>
              <c:pt idx="454">
                <c:v>-64.141690199579912</c:v>
              </c:pt>
              <c:pt idx="455">
                <c:v>-65.752938003995212</c:v>
              </c:pt>
              <c:pt idx="456">
                <c:v>-67.224156781378582</c:v>
              </c:pt>
              <c:pt idx="457">
                <c:v>-68.569622664904756</c:v>
              </c:pt>
              <c:pt idx="458">
                <c:v>-69.802178682626263</c:v>
              </c:pt>
              <c:pt idx="459">
                <c:v>-70.933316147146002</c:v>
              </c:pt>
              <c:pt idx="460">
                <c:v>-71.973280442598636</c:v>
              </c:pt>
              <c:pt idx="461">
                <c:v>-72.931186339932978</c:v>
              </c:pt>
              <c:pt idx="462">
                <c:v>-73.815133621190569</c:v>
              </c:pt>
              <c:pt idx="463">
                <c:v>-74.632317610203458</c:v>
              </c:pt>
              <c:pt idx="464">
                <c:v>-75.389131716567775</c:v>
              </c:pt>
              <c:pt idx="465">
                <c:v>-76.091260703450587</c:v>
              </c:pt>
              <c:pt idx="466">
                <c:v>-76.743764379733335</c:v>
              </c:pt>
              <c:pt idx="467">
                <c:v>-77.351152001619241</c:v>
              </c:pt>
              <c:pt idx="468">
                <c:v>-77.917447990031107</c:v>
              </c:pt>
              <c:pt idx="469">
                <c:v>-78.446249722414137</c:v>
              </c:pt>
              <c:pt idx="470">
                <c:v>-78.940778208065183</c:v>
              </c:pt>
              <c:pt idx="471">
                <c:v>-79.403922444688618</c:v>
              </c:pt>
              <c:pt idx="472">
                <c:v>-79.838278207323299</c:v>
              </c:pt>
              <c:pt idx="473">
                <c:v>-80.246181959004616</c:v>
              </c:pt>
              <c:pt idx="474">
                <c:v>-80.629740502153979</c:v>
              </c:pt>
              <c:pt idx="475">
                <c:v>-80.990856920576135</c:v>
              </c:pt>
              <c:pt idx="476">
                <c:v>-81.331253295761329</c:v>
              </c:pt>
              <c:pt idx="477">
                <c:v>-81.652490620094468</c:v>
              </c:pt>
              <c:pt idx="478">
                <c:v>-81.955986274726456</c:v>
              </c:pt>
              <c:pt idx="479">
                <c:v>-82.24302939114439</c:v>
              </c:pt>
              <c:pt idx="480">
                <c:v>-82.514794372801191</c:v>
              </c:pt>
              <c:pt idx="481">
                <c:v>-82.772352815376976</c:v>
              </c:pt>
              <c:pt idx="482">
                <c:v>-83.016684032197304</c:v>
              </c:pt>
              <c:pt idx="483">
                <c:v>-83.248684363232314</c:v>
              </c:pt>
              <c:pt idx="484">
                <c:v>-83.469175421625437</c:v>
              </c:pt>
              <c:pt idx="485">
                <c:v>-83.678911411297761</c:v>
              </c:pt>
              <c:pt idx="486">
                <c:v>-83.878585630818549</c:v>
              </c:pt>
              <c:pt idx="487">
                <c:v>-84.068836263729693</c:v>
              </c:pt>
              <c:pt idx="488">
                <c:v>-84.250251541839404</c:v>
              </c:pt>
              <c:pt idx="489">
                <c:v>-84.42337435696966</c:v>
              </c:pt>
              <c:pt idx="490">
                <c:v>-84.588706386563786</c:v>
              </c:pt>
              <c:pt idx="491">
                <c:v>-84.746711790241974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-85.180914422808257</c:v>
              </c:pt>
              <c:pt idx="495">
                <c:v>-85.313613872744085</c:v>
              </c:pt>
              <c:pt idx="496">
                <c:v>-85.440849839925434</c:v>
              </c:pt>
              <c:pt idx="497">
                <c:v>-85.562920518319999</c:v>
              </c:pt>
              <c:pt idx="498">
                <c:v>-85.680103929001405</c:v>
              </c:pt>
              <c:pt idx="499">
                <c:v>-85.792659539733805</c:v>
              </c:pt>
              <c:pt idx="500">
                <c:v>-85.900829734776281</c:v>
              </c:pt>
              <c:pt idx="501">
                <c:v>-86.004841150797404</c:v>
              </c:pt>
              <c:pt idx="502">
                <c:v>-86.104905892369374</c:v>
              </c:pt>
              <c:pt idx="503">
                <c:v>-86.201222639351144</c:v>
              </c:pt>
              <c:pt idx="504">
                <c:v>-86.293977656972316</c:v>
              </c:pt>
              <c:pt idx="505">
                <c:v>-86.383345718338347</c:v>
              </c:pt>
              <c:pt idx="506">
                <c:v>-86.469490947770907</c:v>
              </c:pt>
              <c:pt idx="507">
                <c:v>-86.552567592741823</c:v>
              </c:pt>
              <c:pt idx="508">
                <c:v>-86.632720731233988</c:v>
              </c:pt>
              <c:pt idx="509">
                <c:v>-86.710086920529164</c:v>
              </c:pt>
              <c:pt idx="510">
                <c:v>-86.784794793045435</c:v>
              </c:pt>
              <c:pt idx="511">
                <c:v>-86.856965603944502</c:v>
              </c:pt>
              <c:pt idx="512">
                <c:v>-86.926713735104926</c:v>
              </c:pt>
              <c:pt idx="513">
                <c:v>-86.994147159156725</c:v>
              </c:pt>
              <c:pt idx="514">
                <c:v>-87.059367867418629</c:v>
              </c:pt>
              <c:pt idx="515">
                <c:v>-87.122472264711917</c:v>
              </c:pt>
              <c:pt idx="516">
                <c:v>-87.183551534023209</c:v>
              </c:pt>
              <c:pt idx="517">
                <c:v>-87.242691973701341</c:v>
              </c:pt>
              <c:pt idx="518">
                <c:v>-87.299975309318512</c:v>
              </c:pt>
              <c:pt idx="519">
                <c:v>-87.355478982596097</c:v>
              </c:pt>
              <c:pt idx="520">
                <c:v>-87.40927641920679</c:v>
              </c:pt>
              <c:pt idx="521">
                <c:v>-87.461437277031251</c:v>
              </c:pt>
              <c:pt idx="522">
                <c:v>-87.512027676867675</c:v>
              </c:pt>
              <c:pt idx="523">
                <c:v>-87.561110416592769</c:v>
              </c:pt>
              <c:pt idx="524">
                <c:v>-87.608745170404006</c:v>
              </c:pt>
              <c:pt idx="525">
                <c:v>-87.6549886742106</c:v>
              </c:pt>
              <c:pt idx="526">
                <c:v>-87.699894898175586</c:v>
              </c:pt>
              <c:pt idx="527">
                <c:v>-87.74351520769531</c:v>
              </c:pt>
              <c:pt idx="528">
                <c:v>-87.785898513337671</c:v>
              </c:pt>
              <c:pt idx="529">
                <c:v>-87.827091410899854</c:v>
              </c:pt>
              <c:pt idx="530">
                <c:v>-87.867138312157238</c:v>
              </c:pt>
              <c:pt idx="531">
                <c:v>-87.906081567011995</c:v>
              </c:pt>
              <c:pt idx="532">
                <c:v>-87.943961577834145</c:v>
              </c:pt>
              <c:pt idx="533">
                <c:v>-87.980816906303488</c:v>
              </c:pt>
              <c:pt idx="534">
                <c:v>-88.0166843735459</c:v>
              </c:pt>
              <c:pt idx="535">
                <c:v>-88.051599153944508</c:v>
              </c:pt>
              <c:pt idx="536">
                <c:v>-88.085594863095324</c:v>
              </c:pt>
              <c:pt idx="537">
                <c:v>-88.118703640232539</c:v>
              </c:pt>
              <c:pt idx="538">
                <c:v>-88.150956225687253</c:v>
              </c:pt>
              <c:pt idx="539">
                <c:v>-88.18238203361166</c:v>
              </c:pt>
              <c:pt idx="540">
                <c:v>-88.213009220298076</c:v>
              </c:pt>
              <c:pt idx="541">
                <c:v>-88.242864748402724</c:v>
              </c:pt>
              <c:pt idx="542">
                <c:v>-88.271974447399714</c:v>
              </c:pt>
              <c:pt idx="543">
                <c:v>-88.300363070458332</c:v>
              </c:pt>
              <c:pt idx="544">
                <c:v>-88.328054348014675</c:v>
              </c:pt>
              <c:pt idx="545">
                <c:v>-88.355071038272868</c:v>
              </c:pt>
              <c:pt idx="546">
                <c:v>-88.381434974732585</c:v>
              </c:pt>
              <c:pt idx="547">
                <c:v>-88.407167111105409</c:v>
              </c:pt>
              <c:pt idx="548">
                <c:v>-88.432287563667245</c:v>
              </c:pt>
              <c:pt idx="549">
                <c:v>-88.456815651258722</c:v>
              </c:pt>
              <c:pt idx="550">
                <c:v>-88.480769932999252</c:v>
              </c:pt>
              <c:pt idx="551">
                <c:v>-88.504168244045545</c:v>
              </c:pt>
              <c:pt idx="552">
                <c:v>-88.527027729285422</c:v>
              </c:pt>
              <c:pt idx="553">
                <c:v>-88.549364875287012</c:v>
              </c:pt>
              <c:pt idx="554">
                <c:v>-88.571195540487423</c:v>
              </c:pt>
              <c:pt idx="555">
                <c:v>-88.592534983804583</c:v>
              </c:pt>
              <c:pt idx="556">
                <c:v>-88.613397891698241</c:v>
              </c:pt>
              <c:pt idx="557">
                <c:v>-88.633798403857426</c:v>
              </c:pt>
              <c:pt idx="558">
                <c:v>-88.653750137496061</c:v>
              </c:pt>
              <c:pt idx="559">
                <c:v>-88.67326621045946</c:v>
              </c:pt>
              <c:pt idx="560">
                <c:v>-88.692359263093735</c:v>
              </c:pt>
              <c:pt idx="561">
                <c:v>-88.711041479017211</c:v>
              </c:pt>
              <c:pt idx="562">
                <c:v>-88.729324604833948</c:v>
              </c:pt>
              <c:pt idx="563">
                <c:v>-88.747219968895593</c:v>
              </c:pt>
              <c:pt idx="564">
                <c:v>-88.764738499068571</c:v>
              </c:pt>
              <c:pt idx="565">
                <c:v>-88.781890739676186</c:v>
              </c:pt>
              <c:pt idx="566">
                <c:v>-88.798686867592977</c:v>
              </c:pt>
              <c:pt idx="567">
                <c:v>-88.815136707548902</c:v>
              </c:pt>
              <c:pt idx="568">
                <c:v>-88.831249746647387</c:v>
              </c:pt>
              <c:pt idx="569">
                <c:v>-88.847035148311321</c:v>
              </c:pt>
              <c:pt idx="570">
                <c:v>-88.862501765449068</c:v>
              </c:pt>
              <c:pt idx="571">
                <c:v>-88.877658152988218</c:v>
              </c:pt>
              <c:pt idx="572">
                <c:v>-88.892512579950974</c:v>
              </c:pt>
              <c:pt idx="573">
                <c:v>-88.907073040809337</c:v>
              </c:pt>
              <c:pt idx="574">
                <c:v>-88.921347266418408</c:v>
              </c:pt>
              <c:pt idx="575">
                <c:v>-88.935342734360901</c:v>
              </c:pt>
              <c:pt idx="576">
                <c:v>-88.949066678942316</c:v>
              </c:pt>
              <c:pt idx="577">
                <c:v>-88.962526100589216</c:v>
              </c:pt>
              <c:pt idx="578">
                <c:v>-88.97572777492114</c:v>
              </c:pt>
              <c:pt idx="579">
                <c:v>-88.988678261372144</c:v>
              </c:pt>
              <c:pt idx="580">
                <c:v>-89.001383911417605</c:v>
              </c:pt>
              <c:pt idx="581">
                <c:v>-89.013850876489045</c:v>
              </c:pt>
              <c:pt idx="582">
                <c:v>-89.026085115505779</c:v>
              </c:pt>
              <c:pt idx="583">
                <c:v>-89.038092402051277</c:v>
              </c:pt>
              <c:pt idx="584">
                <c:v>-89.049878331291552</c:v>
              </c:pt>
              <c:pt idx="585">
                <c:v>-89.061448326546071</c:v>
              </c:pt>
              <c:pt idx="586">
                <c:v>-89.072807645607085</c:v>
              </c:pt>
              <c:pt idx="587">
                <c:v>-89.083961386799729</c:v>
              </c:pt>
              <c:pt idx="588">
                <c:v>-89.094914494745353</c:v>
              </c:pt>
              <c:pt idx="589">
                <c:v>-89.105671765877645</c:v>
              </c:pt>
              <c:pt idx="590">
                <c:v>-89.116237853824771</c:v>
              </c:pt>
              <c:pt idx="591">
                <c:v>-89.126617274414642</c:v>
              </c:pt>
              <c:pt idx="592">
                <c:v>-89.136814410596486</c:v>
              </c:pt>
              <c:pt idx="593">
                <c:v>-89.146833517120854</c:v>
              </c:pt>
              <c:pt idx="594">
                <c:v>-89.156678725004426</c:v>
              </c:pt>
              <c:pt idx="595">
                <c:v>-89.166354045838261</c:v>
              </c:pt>
              <c:pt idx="596">
                <c:v>-89.175863375927889</c:v>
              </c:pt>
              <c:pt idx="597">
                <c:v>-89.185210500233694</c:v>
              </c:pt>
              <c:pt idx="598">
                <c:v>-89.194399096197571</c:v>
              </c:pt>
              <c:pt idx="599">
                <c:v>-89.203432737378506</c:v>
              </c:pt>
              <c:pt idx="600">
                <c:v>-89.212314896986811</c:v>
              </c:pt>
              <c:pt idx="601">
                <c:v>-89.22104895121123</c:v>
              </c:pt>
              <c:pt idx="602">
                <c:v>-89.229638182512531</c:v>
              </c:pt>
              <c:pt idx="603">
                <c:v>-89.23808578270112</c:v>
              </c:pt>
              <c:pt idx="604">
                <c:v>-89.246394855927193</c:v>
              </c:pt>
              <c:pt idx="605">
                <c:v>-89.254568421582405</c:v>
              </c:pt>
              <c:pt idx="606">
                <c:v>-89.262609417071417</c:v>
              </c:pt>
              <c:pt idx="607">
                <c:v>-89.270520700428648</c:v>
              </c:pt>
              <c:pt idx="608">
                <c:v>-89.278305052946706</c:v>
              </c:pt>
              <c:pt idx="609">
                <c:v>-89.285965181586903</c:v>
              </c:pt>
              <c:pt idx="610">
                <c:v>-89.293503721386458</c:v>
              </c:pt>
              <c:pt idx="611">
                <c:v>-89.300923237744129</c:v>
              </c:pt>
              <c:pt idx="612">
                <c:v>-89.308226228611176</c:v>
              </c:pt>
              <c:pt idx="613">
                <c:v>-89.31541512658913</c:v>
              </c:pt>
              <c:pt idx="614">
                <c:v>-89.322492301039873</c:v>
              </c:pt>
              <c:pt idx="615">
                <c:v>-89.329460059987241</c:v>
              </c:pt>
              <c:pt idx="616">
                <c:v>-89.336320652030537</c:v>
              </c:pt>
              <c:pt idx="617">
                <c:v>-89.343076268219505</c:v>
              </c:pt>
              <c:pt idx="618">
                <c:v>-89.349729043758074</c:v>
              </c:pt>
              <c:pt idx="619">
                <c:v>-89.356281059740027</c:v>
              </c:pt>
              <c:pt idx="620">
                <c:v>-89.362734344764021</c:v>
              </c:pt>
              <c:pt idx="621">
                <c:v>-89.369090876555177</c:v>
              </c:pt>
              <c:pt idx="622">
                <c:v>-89.375352583460966</c:v>
              </c:pt>
              <c:pt idx="623">
                <c:v>-89.381521345940513</c:v>
              </c:pt>
              <c:pt idx="624">
                <c:v>-89.387598997969818</c:v>
              </c:pt>
              <c:pt idx="625">
                <c:v>-89.393587328427031</c:v>
              </c:pt>
              <c:pt idx="626">
                <c:v>-89.399488082442829</c:v>
              </c:pt>
              <c:pt idx="627">
                <c:v>-89.405302962622969</c:v>
              </c:pt>
              <c:pt idx="628">
                <c:v>-89.411033630351795</c:v>
              </c:pt>
              <c:pt idx="629">
                <c:v>-89.416681706942271</c:v>
              </c:pt>
              <c:pt idx="630">
                <c:v>-89.422248774813866</c:v>
              </c:pt>
              <c:pt idx="631">
                <c:v>-89.427736378593096</c:v>
              </c:pt>
              <c:pt idx="632">
                <c:v>-89.433146026204355</c:v>
              </c:pt>
              <c:pt idx="633">
                <c:v>-89.438479189908534</c:v>
              </c:pt>
              <c:pt idx="634">
                <c:v>-89.443737307329229</c:v>
              </c:pt>
              <c:pt idx="635">
                <c:v>-89.448921782397107</c:v>
              </c:pt>
              <c:pt idx="636">
                <c:v>-89.454033986302832</c:v>
              </c:pt>
              <c:pt idx="637">
                <c:v>-89.459075258446958</c:v>
              </c:pt>
              <c:pt idx="638">
                <c:v>-89.464046907255948</c:v>
              </c:pt>
              <c:pt idx="639">
                <c:v>-89.468950211101102</c:v>
              </c:pt>
              <c:pt idx="640">
                <c:v>-89.473786419088654</c:v>
              </c:pt>
              <c:pt idx="641">
                <c:v>-89.478556751880134</c:v>
              </c:pt>
              <c:pt idx="642">
                <c:v>-89.483262402446968</c:v>
              </c:pt>
              <c:pt idx="643">
                <c:v>-89.487904536848561</c:v>
              </c:pt>
              <c:pt idx="644">
                <c:v>-89.492484294929938</c:v>
              </c:pt>
              <c:pt idx="645">
                <c:v>-89.497002791047848</c:v>
              </c:pt>
              <c:pt idx="646">
                <c:v>-89.501461114736458</c:v>
              </c:pt>
              <c:pt idx="647">
                <c:v>-89.505860331398324</c:v>
              </c:pt>
              <c:pt idx="648">
                <c:v>-89.510201482905217</c:v>
              </c:pt>
              <c:pt idx="649">
                <c:v>-89.514485588251617</c:v>
              </c:pt>
              <c:pt idx="650">
                <c:v>-89.518713644130543</c:v>
              </c:pt>
              <c:pt idx="651">
                <c:v>-89.522886625535733</c:v>
              </c:pt>
              <c:pt idx="652">
                <c:v>-89.527005486329003</c:v>
              </c:pt>
              <c:pt idx="653">
                <c:v>-89.531071159754077</c:v>
              </c:pt>
              <c:pt idx="654">
                <c:v>-89.535084559031247</c:v>
              </c:pt>
              <c:pt idx="655">
                <c:v>-89.539046577814659</c:v>
              </c:pt>
              <c:pt idx="656">
                <c:v>-89.542958090708183</c:v>
              </c:pt>
              <c:pt idx="657">
                <c:v>-89.546819953785857</c:v>
              </c:pt>
              <c:pt idx="658">
                <c:v>-89.550633005010823</c:v>
              </c:pt>
              <c:pt idx="659">
                <c:v>-89.554398064720743</c:v>
              </c:pt>
              <c:pt idx="660">
                <c:v>-89.558115936072838</c:v>
              </c:pt>
              <c:pt idx="661">
                <c:v>-89.561787405472131</c:v>
              </c:pt>
              <c:pt idx="662">
                <c:v>-89.565413242986466</c:v>
              </c:pt>
              <c:pt idx="663">
                <c:v>-89.568994202748897</c:v>
              </c:pt>
              <c:pt idx="664">
                <c:v>-89.572531023343515</c:v>
              </c:pt>
              <c:pt idx="665">
                <c:v>-89.576024428235868</c:v>
              </c:pt>
              <c:pt idx="666">
                <c:v>-89.579475126080979</c:v>
              </c:pt>
              <c:pt idx="667">
                <c:v>-89.582883811125583</c:v>
              </c:pt>
              <c:pt idx="668">
                <c:v>-89.586251163541505</c:v>
              </c:pt>
              <c:pt idx="669">
                <c:v>-89.589577849785115</c:v>
              </c:pt>
              <c:pt idx="670">
                <c:v>-89.592864522911256</c:v>
              </c:pt>
              <c:pt idx="671">
                <c:v>-89.596111822886883</c:v>
              </c:pt>
              <c:pt idx="672">
                <c:v>-89.599320376942643</c:v>
              </c:pt>
              <c:pt idx="673">
                <c:v>-89.602490799845128</c:v>
              </c:pt>
              <c:pt idx="674">
                <c:v>-89.605623694188438</c:v>
              </c:pt>
              <c:pt idx="675">
                <c:v>-89.60871965070497</c:v>
              </c:pt>
              <c:pt idx="676">
                <c:v>-89.611779248542589</c:v>
              </c:pt>
              <c:pt idx="677">
                <c:v>-89.614803055512454</c:v>
              </c:pt>
              <c:pt idx="678">
                <c:v>-89.617791628375244</c:v>
              </c:pt>
              <c:pt idx="679">
                <c:v>-89.620745513112979</c:v>
              </c:pt>
              <c:pt idx="680">
                <c:v>-89.623665245137857</c:v>
              </c:pt>
              <c:pt idx="681">
                <c:v>-89.626551349562462</c:v>
              </c:pt>
              <c:pt idx="682">
                <c:v>-89.629404341436953</c:v>
              </c:pt>
              <c:pt idx="683">
                <c:v>-89.632224725995115</c:v>
              </c:pt>
              <c:pt idx="684">
                <c:v>-89.635012998822916</c:v>
              </c:pt>
              <c:pt idx="685">
                <c:v>-89.63776964614452</c:v>
              </c:pt>
              <c:pt idx="686">
                <c:v>-89.640495144997459</c:v>
              </c:pt>
              <c:pt idx="687">
                <c:v>-89.643189963446645</c:v>
              </c:pt>
              <c:pt idx="688">
                <c:v>-89.645854560781274</c:v>
              </c:pt>
              <c:pt idx="689">
                <c:v>-89.648489387735864</c:v>
              </c:pt>
              <c:pt idx="690">
                <c:v>-89.651094886645623</c:v>
              </c:pt>
              <c:pt idx="691">
                <c:v>-89.65367149167092</c:v>
              </c:pt>
              <c:pt idx="692">
                <c:v>-89.656219628926465</c:v>
              </c:pt>
              <c:pt idx="693">
                <c:v>-89.658739716731759</c:v>
              </c:pt>
              <c:pt idx="694">
                <c:v>-89.661232165714438</c:v>
              </c:pt>
              <c:pt idx="695">
                <c:v>-89.663697379023532</c:v>
              </c:pt>
              <c:pt idx="696">
                <c:v>-89.666135752459311</c:v>
              </c:pt>
              <c:pt idx="697">
                <c:v>-89.668547674672041</c:v>
              </c:pt>
              <c:pt idx="698">
                <c:v>-89.67093352727008</c:v>
              </c:pt>
              <c:pt idx="699">
                <c:v>-89.673293685019246</c:v>
              </c:pt>
              <c:pt idx="700">
                <c:v>-89.675628515951615</c:v>
              </c:pt>
              <c:pt idx="701">
                <c:v>-89.677938381543484</c:v>
              </c:pt>
              <c:pt idx="702">
                <c:v>-89.680223636828785</c:v>
              </c:pt>
              <c:pt idx="703">
                <c:v>-89.682484630537203</c:v>
              </c:pt>
              <c:pt idx="704">
                <c:v>-89.684721705256862</c:v>
              </c:pt>
              <c:pt idx="705">
                <c:v>-89.686935197525528</c:v>
              </c:pt>
              <c:pt idx="706">
                <c:v>-89.689125437998086</c:v>
              </c:pt>
              <c:pt idx="707">
                <c:v>-89.691292751524301</c:v>
              </c:pt>
              <c:pt idx="708">
                <c:v>-89.693437457310367</c:v>
              </c:pt>
              <c:pt idx="709">
                <c:v>-89.695559869009074</c:v>
              </c:pt>
              <c:pt idx="710">
                <c:v>-89.697660294875575</c:v>
              </c:pt>
              <c:pt idx="711">
                <c:v>-89.699739037811042</c:v>
              </c:pt>
              <c:pt idx="712">
                <c:v>-89.701796395538523</c:v>
              </c:pt>
              <c:pt idx="713">
                <c:v>-89.703832660681655</c:v>
              </c:pt>
              <c:pt idx="714">
                <c:v>-89.705848120868325</c:v>
              </c:pt>
              <c:pt idx="715">
                <c:v>-89.707843058818696</c:v>
              </c:pt>
              <c:pt idx="716">
                <c:v>-89.709817752494914</c:v>
              </c:pt>
              <c:pt idx="717">
                <c:v>-89.711772475135788</c:v>
              </c:pt>
              <c:pt idx="718">
                <c:v>-89.713707495408443</c:v>
              </c:pt>
              <c:pt idx="719">
                <c:v>-89.715623077441478</c:v>
              </c:pt>
              <c:pt idx="720">
                <c:v>-89.717519480967496</c:v>
              </c:pt>
              <c:pt idx="721">
                <c:v>-89.719396961395248</c:v>
              </c:pt>
              <c:pt idx="722">
                <c:v>-89.721255769888032</c:v>
              </c:pt>
              <c:pt idx="723">
                <c:v>-89.723096153438178</c:v>
              </c:pt>
              <c:pt idx="724">
                <c:v>-89.724918354980758</c:v>
              </c:pt>
              <c:pt idx="725">
                <c:v>-89.72672261344816</c:v>
              </c:pt>
              <c:pt idx="726">
                <c:v>-89.728509163864231</c:v>
              </c:pt>
              <c:pt idx="727">
                <c:v>-89.730278237401222</c:v>
              </c:pt>
              <c:pt idx="728">
                <c:v>-89.732030061479918</c:v>
              </c:pt>
              <c:pt idx="729">
                <c:v>-89.733764859836313</c:v>
              </c:pt>
              <c:pt idx="730">
                <c:v>-89.735482852576652</c:v>
              </c:pt>
              <c:pt idx="731">
                <c:v>-89.73718425624304</c:v>
              </c:pt>
              <c:pt idx="732">
                <c:v>-89.738869283929404</c:v>
              </c:pt>
              <c:pt idx="733">
                <c:v>-89.74053814529843</c:v>
              </c:pt>
              <c:pt idx="734">
                <c:v>-89.742191046667301</c:v>
              </c:pt>
              <c:pt idx="735">
                <c:v>-89.743828191082031</c:v>
              </c:pt>
              <c:pt idx="736">
                <c:v>-89.74544977834374</c:v>
              </c:pt>
              <c:pt idx="737">
                <c:v>-89.747056005111233</c:v>
              </c:pt>
              <c:pt idx="738">
                <c:v>-89.748647064940926</c:v>
              </c:pt>
              <c:pt idx="739">
                <c:v>-89.750223148337355</c:v>
              </c:pt>
              <c:pt idx="740">
                <c:v>-89.751784442839664</c:v>
              </c:pt>
              <c:pt idx="741">
                <c:v>-89.753331133034749</c:v>
              </c:pt>
              <c:pt idx="742">
                <c:v>-89.754863400668384</c:v>
              </c:pt>
              <c:pt idx="743">
                <c:v>-89.756381424621239</c:v>
              </c:pt>
              <c:pt idx="744">
                <c:v>-89.757885381055388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-89.762314566108358</c:v>
              </c:pt>
              <c:pt idx="748">
                <c:v>-89.763763960218938</c:v>
              </c:pt>
              <c:pt idx="749">
                <c:v>-89.765200127728193</c:v>
              </c:pt>
              <c:pt idx="750">
                <c:v>-89.766623229223711</c:v>
              </c:pt>
              <c:pt idx="751">
                <c:v>-89.768033422823095</c:v>
              </c:pt>
              <c:pt idx="752">
                <c:v>-89.769430864288267</c:v>
              </c:pt>
              <c:pt idx="753">
                <c:v>-89.770815707034544</c:v>
              </c:pt>
              <c:pt idx="754">
                <c:v>-89.772188102161053</c:v>
              </c:pt>
              <c:pt idx="755">
                <c:v>-89.773548198502652</c:v>
              </c:pt>
              <c:pt idx="756">
                <c:v>-89.774896142717552</c:v>
              </c:pt>
              <c:pt idx="757">
                <c:v>-89.776232079226659</c:v>
              </c:pt>
              <c:pt idx="758">
                <c:v>-89.77755615034404</c:v>
              </c:pt>
              <c:pt idx="759">
                <c:v>-89.778868496262561</c:v>
              </c:pt>
              <c:pt idx="760">
                <c:v>-89.780169255136983</c:v>
              </c:pt>
              <c:pt idx="761">
                <c:v>-89.781458563054642</c:v>
              </c:pt>
              <c:pt idx="762">
                <c:v>-89.782736554135965</c:v>
              </c:pt>
              <c:pt idx="763">
                <c:v>-89.784003360530093</c:v>
              </c:pt>
              <c:pt idx="764">
                <c:v>-89.785259112467941</c:v>
              </c:pt>
              <c:pt idx="765">
                <c:v>-89.786503938286145</c:v>
              </c:pt>
              <c:pt idx="766">
                <c:v>-89.787737964461726</c:v>
              </c:pt>
              <c:pt idx="767">
                <c:v>-89.788961315650027</c:v>
              </c:pt>
              <c:pt idx="768">
                <c:v>-89.790174114700889</c:v>
              </c:pt>
              <c:pt idx="769">
                <c:v>-89.791376482714185</c:v>
              </c:pt>
              <c:pt idx="770">
                <c:v>-89.792568539051942</c:v>
              </c:pt>
              <c:pt idx="771">
                <c:v>-89.793750401375576</c:v>
              </c:pt>
              <c:pt idx="772">
                <c:v>-89.794922185661179</c:v>
              </c:pt>
              <c:pt idx="773">
                <c:v>-89.796084006243532</c:v>
              </c:pt>
              <c:pt idx="774">
                <c:v>-89.797235975849048</c:v>
              </c:pt>
              <c:pt idx="775">
                <c:v>-89.798378205599917</c:v>
              </c:pt>
              <c:pt idx="776">
                <c:v>-89.799510805064543</c:v>
              </c:pt>
              <c:pt idx="777">
                <c:v>-89.800633882272209</c:v>
              </c:pt>
              <c:pt idx="778">
                <c:v>-89.80174754373094</c:v>
              </c:pt>
              <c:pt idx="779">
                <c:v>-89.802851894477527</c:v>
              </c:pt>
              <c:pt idx="780">
                <c:v>-89.803947038080949</c:v>
              </c:pt>
              <c:pt idx="781">
                <c:v>-89.805033076670384</c:v>
              </c:pt>
              <c:pt idx="782">
                <c:v>-89.806110110959921</c:v>
              </c:pt>
              <c:pt idx="783">
                <c:v>-89.807178240290682</c:v>
              </c:pt>
              <c:pt idx="784">
                <c:v>-89.808237562608539</c:v>
              </c:pt>
              <c:pt idx="785">
                <c:v>-89.809288174541791</c:v>
              </c:pt>
              <c:pt idx="786">
                <c:v>-89.810330171375114</c:v>
              </c:pt>
              <c:pt idx="787">
                <c:v>-89.811363647126882</c:v>
              </c:pt>
              <c:pt idx="788">
                <c:v>-89.812388694490721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-89.815414174687533</c:v>
              </c:pt>
              <c:pt idx="792">
                <c:v>-89.816406410815091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-89.819335560282909</c:v>
              </c:pt>
              <c:pt idx="796">
                <c:v>-89.820296371551919</c:v>
              </c:pt>
              <c:pt idx="797">
                <c:v>-89.821249534640472</c:v>
              </c:pt>
              <c:pt idx="798">
                <c:v>-89.822195130540962</c:v>
              </c:pt>
              <c:pt idx="799">
                <c:v>-89.823133239187868</c:v>
              </c:pt>
              <c:pt idx="800">
                <c:v>-89.824063939479956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F63F-45B4-99C1-E33FEE672A60}"/>
            </c:ext>
          </c:extLst>
        </c:ser>
        <c:ser>
          <c:idx val="1"/>
          <c:order val="1"/>
          <c:tx>
            <c:v>理想匹配</c:v>
          </c:tx>
          <c:spPr>
            <a:ln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-89.922479631454237</c:v>
              </c:pt>
              <c:pt idx="1">
                <c:v>-89.92190716140918</c:v>
              </c:pt>
              <c:pt idx="2">
                <c:v>-89.921328983329929</c:v>
              </c:pt>
              <c:pt idx="3">
                <c:v>-89.920745025271401</c:v>
              </c:pt>
              <c:pt idx="4">
                <c:v>-89.920155214188938</c:v>
              </c:pt>
              <c:pt idx="5">
                <c:v>-89.919559475918263</c:v>
              </c:pt>
              <c:pt idx="6">
                <c:v>-89.918957735155161</c:v>
              </c:pt>
              <c:pt idx="7">
                <c:v>-89.918349915435186</c:v>
              </c:pt>
              <c:pt idx="8">
                <c:v>-89.917735939112234</c:v>
              </c:pt>
              <c:pt idx="9">
                <c:v>-89.917115727337276</c:v>
              </c:pt>
              <c:pt idx="10">
                <c:v>-89.916489200036196</c:v>
              </c:pt>
              <c:pt idx="11">
                <c:v>-89.915856275887336</c:v>
              </c:pt>
              <c:pt idx="12">
                <c:v>-89.91521687229887</c:v>
              </c:pt>
              <c:pt idx="13">
                <c:v>-89.914570905385105</c:v>
              </c:pt>
              <c:pt idx="14">
                <c:v>-89.913918289942771</c:v>
              </c:pt>
              <c:pt idx="15">
                <c:v>-89.913258939426356</c:v>
              </c:pt>
              <c:pt idx="16">
                <c:v>-89.912592765923534</c:v>
              </c:pt>
              <c:pt idx="17">
                <c:v>-89.911919680129614</c:v>
              </c:pt>
              <c:pt idx="18">
                <c:v>-89.911239591321205</c:v>
              </c:pt>
              <c:pt idx="19">
                <c:v>-89.910552407330115</c:v>
              </c:pt>
              <c:pt idx="20">
                <c:v>-89.909858034515921</c:v>
              </c:pt>
              <c:pt idx="21">
                <c:v>-89.90915637773827</c:v>
              </c:pt>
              <c:pt idx="22">
                <c:v>-89.908447340328706</c:v>
              </c:pt>
              <c:pt idx="23">
                <c:v>-89.907730824061488</c:v>
              </c:pt>
              <c:pt idx="24">
                <c:v>-89.907006729124049</c:v>
              </c:pt>
              <c:pt idx="25">
                <c:v>-89.906274954087039</c:v>
              </c:pt>
              <c:pt idx="26">
                <c:v>-89.90553539587296</c:v>
              </c:pt>
              <c:pt idx="27">
                <c:v>-89.904787949725048</c:v>
              </c:pt>
              <c:pt idx="28">
                <c:v>-89.904032509174613</c:v>
              </c:pt>
              <c:pt idx="29">
                <c:v>-89.903268966008284</c:v>
              </c:pt>
              <c:pt idx="30">
                <c:v>-89.902497210234159</c:v>
              </c:pt>
              <c:pt idx="31">
                <c:v>-89.901717130047288</c:v>
              </c:pt>
              <c:pt idx="32">
                <c:v>-89.900928611794626</c:v>
              </c:pt>
              <c:pt idx="33">
                <c:v>-89.900131539938585</c:v>
              </c:pt>
              <c:pt idx="34">
                <c:v>-89.899325797020694</c:v>
              </c:pt>
              <c:pt idx="35">
                <c:v>-89.898511263623362</c:v>
              </c:pt>
              <c:pt idx="36">
                <c:v>-89.897687818331733</c:v>
              </c:pt>
              <c:pt idx="37">
                <c:v>-89.896855337694049</c:v>
              </c:pt>
              <c:pt idx="38">
                <c:v>-89.896013696181299</c:v>
              </c:pt>
              <c:pt idx="39">
                <c:v>-89.895162766146143</c:v>
              </c:pt>
              <c:pt idx="40">
                <c:v>-89.894302417780565</c:v>
              </c:pt>
              <c:pt idx="41">
                <c:v>-89.89343251907269</c:v>
              </c:pt>
              <c:pt idx="42">
                <c:v>-89.892552935762737</c:v>
              </c:pt>
              <c:pt idx="43">
                <c:v>-89.891663531297709</c:v>
              </c:pt>
              <c:pt idx="44">
                <c:v>-89.890764166785189</c:v>
              </c:pt>
              <c:pt idx="45">
                <c:v>-89.889854700946088</c:v>
              </c:pt>
              <c:pt idx="46">
                <c:v>-89.888934990066147</c:v>
              </c:pt>
              <c:pt idx="47">
                <c:v>-89.888004887946252</c:v>
              </c:pt>
              <c:pt idx="48">
                <c:v>-89.88706424585196</c:v>
              </c:pt>
              <c:pt idx="49">
                <c:v>-89.886112912461471</c:v>
              </c:pt>
              <c:pt idx="50">
                <c:v>-89.885150733812381</c:v>
              </c:pt>
              <c:pt idx="51">
                <c:v>-89.884177553247326</c:v>
              </c:pt>
              <c:pt idx="52">
                <c:v>-89.883193211358318</c:v>
              </c:pt>
              <c:pt idx="53">
                <c:v>-89.8821975459296</c:v>
              </c:pt>
              <c:pt idx="54">
                <c:v>-89.881190391879343</c:v>
              </c:pt>
              <c:pt idx="55">
                <c:v>-89.880171581199662</c:v>
              </c:pt>
              <c:pt idx="56">
                <c:v>-89.879140942895503</c:v>
              </c:pt>
              <c:pt idx="57">
                <c:v>-89.878098302921828</c:v>
              </c:pt>
              <c:pt idx="58">
                <c:v>-89.877043484119412</c:v>
              </c:pt>
              <c:pt idx="59">
                <c:v>-89.875976306148758</c:v>
              </c:pt>
              <c:pt idx="60">
                <c:v>-89.874896585422988</c:v>
              </c:pt>
              <c:pt idx="61">
                <c:v>-89.873804135038483</c:v>
              </c:pt>
              <c:pt idx="62">
                <c:v>-89.872698764704239</c:v>
              </c:pt>
              <c:pt idx="63">
                <c:v>-89.87158028066905</c:v>
              </c:pt>
              <c:pt idx="64">
                <c:v>-89.870448485647472</c:v>
              </c:pt>
              <c:pt idx="65">
                <c:v>-89.869303178743408</c:v>
              </c:pt>
              <c:pt idx="66">
                <c:v>-89.86814415537215</c:v>
              </c:pt>
              <c:pt idx="67">
                <c:v>-89.866971207180086</c:v>
              </c:pt>
              <c:pt idx="68">
                <c:v>-89.865784121962847</c:v>
              </c:pt>
              <c:pt idx="69">
                <c:v>-89.864582683581048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-89.860890027202615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-89.857060015012621</c:v>
              </c:pt>
              <c:pt idx="76">
                <c:v>-89.855751703354755</c:v>
              </c:pt>
              <c:pt idx="77">
                <c:v>-89.854427156928764</c:v>
              </c:pt>
              <c:pt idx="78">
                <c:v>-89.853086120021544</c:v>
              </c:pt>
              <c:pt idx="79">
                <c:v>-89.851728332015625</c:v>
              </c:pt>
              <c:pt idx="80">
                <c:v>-89.850353527278088</c:v>
              </c:pt>
              <c:pt idx="81">
                <c:v>-89.84896143504605</c:v>
              </c:pt>
              <c:pt idx="82">
                <c:v>-89.847551779309782</c:v>
              </c:pt>
              <c:pt idx="83">
                <c:v>-89.846124278692145</c:v>
              </c:pt>
              <c:pt idx="84">
                <c:v>-89.844678646325221</c:v>
              </c:pt>
              <c:pt idx="85">
                <c:v>-89.843214589723374</c:v>
              </c:pt>
              <c:pt idx="86">
                <c:v>-89.841731810653101</c:v>
              </c:pt>
              <c:pt idx="87">
                <c:v>-89.840230004999512</c:v>
              </c:pt>
              <c:pt idx="88">
                <c:v>-89.838708862628607</c:v>
              </c:pt>
              <c:pt idx="89">
                <c:v>-89.837168067246751</c:v>
              </c:pt>
              <c:pt idx="90">
                <c:v>-89.83560729625539</c:v>
              </c:pt>
              <c:pt idx="91">
                <c:v>-89.834026220602553</c:v>
              </c:pt>
              <c:pt idx="92">
                <c:v>-89.832424504629856</c:v>
              </c:pt>
              <c:pt idx="93">
                <c:v>-89.830801805915442</c:v>
              </c:pt>
              <c:pt idx="94">
                <c:v>-89.829157775112634</c:v>
              </c:pt>
              <c:pt idx="95">
                <c:v>-89.827492055783964</c:v>
              </c:pt>
              <c:pt idx="96">
                <c:v>-89.825804284230927</c:v>
              </c:pt>
              <c:pt idx="97">
                <c:v>-89.824094089318464</c:v>
              </c:pt>
              <c:pt idx="98">
                <c:v>-89.822361092295196</c:v>
              </c:pt>
              <c:pt idx="99">
                <c:v>-89.820604906607926</c:v>
              </c:pt>
              <c:pt idx="100">
                <c:v>-89.818825137711414</c:v>
              </c:pt>
              <c:pt idx="101">
                <c:v>-89.817021382872468</c:v>
              </c:pt>
              <c:pt idx="102">
                <c:v>-89.815193230968802</c:v>
              </c:pt>
              <c:pt idx="103">
                <c:v>-89.813340262281699</c:v>
              </c:pt>
              <c:pt idx="104">
                <c:v>-89.811462048283019</c:v>
              </c:pt>
              <c:pt idx="105">
                <c:v>-89.809558151416311</c:v>
              </c:pt>
              <c:pt idx="106">
                <c:v>-89.807628124871044</c:v>
              </c:pt>
              <c:pt idx="107">
                <c:v>-89.805671512350472</c:v>
              </c:pt>
              <c:pt idx="108">
                <c:v>-89.803687847833444</c:v>
              </c:pt>
              <c:pt idx="109">
                <c:v>-89.801676655328066</c:v>
              </c:pt>
              <c:pt idx="110">
                <c:v>-89.799637448618981</c:v>
              </c:pt>
              <c:pt idx="111">
                <c:v>-89.797569731007073</c:v>
              </c:pt>
              <c:pt idx="112">
                <c:v>-89.795472995041237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-89.789003435374994</c:v>
              </c:pt>
              <c:pt idx="116">
                <c:v>-89.786785326606847</c:v>
              </c:pt>
              <c:pt idx="117">
                <c:v>-89.784535490994259</c:v>
              </c:pt>
              <c:pt idx="118">
                <c:v>-89.782253350479351</c:v>
              </c:pt>
              <c:pt idx="119">
                <c:v>-89.779938314136629</c:v>
              </c:pt>
              <c:pt idx="120">
                <c:v>-89.777589777833825</c:v>
              </c:pt>
              <c:pt idx="121">
                <c:v>-89.775207123880719</c:v>
              </c:pt>
              <c:pt idx="122">
                <c:v>-89.772789720668371</c:v>
              </c:pt>
              <c:pt idx="123">
                <c:v>-89.770336922296821</c:v>
              </c:pt>
              <c:pt idx="124">
                <c:v>-89.767848068191</c:v>
              </c:pt>
              <c:pt idx="125">
                <c:v>-89.765322482704988</c:v>
              </c:pt>
              <c:pt idx="126">
                <c:v>-89.762759474713462</c:v>
              </c:pt>
              <c:pt idx="127">
                <c:v>-89.760158337190859</c:v>
              </c:pt>
              <c:pt idx="128">
                <c:v>-89.757518346776592</c:v>
              </c:pt>
              <c:pt idx="129">
                <c:v>-89.754838763326902</c:v>
              </c:pt>
              <c:pt idx="130">
                <c:v>-89.752118829452186</c:v>
              </c:pt>
              <c:pt idx="131">
                <c:v>-89.749357770039694</c:v>
              </c:pt>
              <c:pt idx="132">
                <c:v>-89.746554791760616</c:v>
              </c:pt>
              <c:pt idx="133">
                <c:v>-89.743709082561338</c:v>
              </c:pt>
              <c:pt idx="134">
                <c:v>-89.740819811138294</c:v>
              </c:pt>
              <c:pt idx="135">
                <c:v>-89.737886126395424</c:v>
              </c:pt>
              <c:pt idx="136">
                <c:v>-89.734907156884191</c:v>
              </c:pt>
              <c:pt idx="137">
                <c:v>-89.731882010224865</c:v>
              </c:pt>
              <c:pt idx="138">
                <c:v>-89.728809772508683</c:v>
              </c:pt>
              <c:pt idx="139">
                <c:v>-89.725689507680329</c:v>
              </c:pt>
              <c:pt idx="140">
                <c:v>-89.72252025689987</c:v>
              </c:pt>
              <c:pt idx="141">
                <c:v>-89.719301037882488</c:v>
              </c:pt>
              <c:pt idx="142">
                <c:v>-89.716030844217528</c:v>
              </c:pt>
              <c:pt idx="143">
                <c:v>-89.712708644662598</c:v>
              </c:pt>
              <c:pt idx="144">
                <c:v>-89.709333382415267</c:v>
              </c:pt>
              <c:pt idx="145">
                <c:v>-89.705903974358989</c:v>
              </c:pt>
              <c:pt idx="146">
                <c:v>-89.702419310283148</c:v>
              </c:pt>
              <c:pt idx="147">
                <c:v>-89.698878252076767</c:v>
              </c:pt>
              <c:pt idx="148">
                <c:v>-89.695279632893545</c:v>
              </c:pt>
              <c:pt idx="149">
                <c:v>-89.691622256288397</c:v>
              </c:pt>
              <c:pt idx="150">
                <c:v>-89.6879048953232</c:v>
              </c:pt>
              <c:pt idx="151">
                <c:v>-89.684126291641419</c:v>
              </c:pt>
              <c:pt idx="152">
                <c:v>-89.680285154510273</c:v>
              </c:pt>
              <c:pt idx="153">
                <c:v>-89.676380159827957</c:v>
              </c:pt>
              <c:pt idx="154">
                <c:v>-89.672409949096519</c:v>
              </c:pt>
              <c:pt idx="155">
                <c:v>-89.668373128356976</c:v>
              </c:pt>
              <c:pt idx="156">
                <c:v>-89.664268267086371</c:v>
              </c:pt>
              <c:pt idx="157">
                <c:v>-89.660093897055063</c:v>
              </c:pt>
              <c:pt idx="158">
                <c:v>-89.655848511141713</c:v>
              </c:pt>
              <c:pt idx="159">
                <c:v>-89.651530562105592</c:v>
              </c:pt>
              <c:pt idx="160">
                <c:v>-89.647138461313148</c:v>
              </c:pt>
              <c:pt idx="161">
                <c:v>-89.642670577417618</c:v>
              </c:pt>
              <c:pt idx="162">
                <c:v>-89.638125234989602</c:v>
              </c:pt>
              <c:pt idx="163">
                <c:v>-89.633500713096097</c:v>
              </c:pt>
              <c:pt idx="164">
                <c:v>-89.628795243826431</c:v>
              </c:pt>
              <c:pt idx="165">
                <c:v>-89.624007010762355</c:v>
              </c:pt>
              <c:pt idx="166">
                <c:v>-89.619134147389687</c:v>
              </c:pt>
              <c:pt idx="167">
                <c:v>-89.614174735449637</c:v>
              </c:pt>
              <c:pt idx="168">
                <c:v>-89.609126803226829</c:v>
              </c:pt>
              <c:pt idx="169">
                <c:v>-89.603988323770579</c:v>
              </c:pt>
              <c:pt idx="170">
                <c:v>-89.598757213047662</c:v>
              </c:pt>
              <c:pt idx="171">
                <c:v>-89.593431328022803</c:v>
              </c:pt>
              <c:pt idx="172">
                <c:v>-89.588008464663417</c:v>
              </c:pt>
              <c:pt idx="173">
                <c:v>-89.582486355865882</c:v>
              </c:pt>
              <c:pt idx="174">
                <c:v>-89.576862669299572</c:v>
              </c:pt>
              <c:pt idx="175">
                <c:v>-89.571135005164024</c:v>
              </c:pt>
              <c:pt idx="176">
                <c:v>-89.565300893856573</c:v>
              </c:pt>
              <c:pt idx="177">
                <c:v>-89.559357793545999</c:v>
              </c:pt>
              <c:pt idx="178">
                <c:v>-89.553303087646569</c:v>
              </c:pt>
              <c:pt idx="179">
                <c:v>-89.547134082189629</c:v>
              </c:pt>
              <c:pt idx="180">
                <c:v>-89.540848003087092</c:v>
              </c:pt>
              <c:pt idx="181">
                <c:v>-89.534441993281007</c:v>
              </c:pt>
              <c:pt idx="182">
                <c:v>-89.527913109775142</c:v>
              </c:pt>
              <c:pt idx="183">
                <c:v>-89.521258320542159</c:v>
              </c:pt>
              <c:pt idx="184">
                <c:v>-89.514474501300612</c:v>
              </c:pt>
              <c:pt idx="185">
                <c:v>-89.507558432154966</c:v>
              </c:pt>
              <c:pt idx="186">
                <c:v>-89.500506794092672</c:v>
              </c:pt>
              <c:pt idx="187">
                <c:v>-89.493316165331223</c:v>
              </c:pt>
              <c:pt idx="188">
                <c:v>-89.485983017507053</c:v>
              </c:pt>
              <c:pt idx="189">
                <c:v>-89.478503711699219</c:v>
              </c:pt>
              <c:pt idx="190">
                <c:v>-89.470874494279016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-89.447048023105197</c:v>
              </c:pt>
              <c:pt idx="194">
                <c:v>-89.438779173056432</c:v>
              </c:pt>
              <c:pt idx="195">
                <c:v>-89.430339764071803</c:v>
              </c:pt>
              <c:pt idx="196">
                <c:v>-89.421725256223851</c:v>
              </c:pt>
              <c:pt idx="197">
                <c:v>-89.412930960158349</c:v>
              </c:pt>
              <c:pt idx="198">
                <c:v>-89.403952031192816</c:v>
              </c:pt>
              <c:pt idx="199">
                <c:v>-89.394783463141763</c:v>
              </c:pt>
              <c:pt idx="200">
                <c:v>-89.385420081853042</c:v>
              </c:pt>
              <c:pt idx="201">
                <c:v>-89.375856538441923</c:v>
              </c:pt>
              <c:pt idx="202">
                <c:v>-89.366087302203695</c:v>
              </c:pt>
              <c:pt idx="203">
                <c:v>-89.356106653189784</c:v>
              </c:pt>
              <c:pt idx="204">
                <c:v>-89.345908674427477</c:v>
              </c:pt>
              <c:pt idx="205">
                <c:v>-89.335487243764092</c:v>
              </c:pt>
              <c:pt idx="206">
                <c:v>-89.324836025314312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-89.291436886881129</c:v>
              </c:pt>
              <c:pt idx="210">
                <c:v>-89.279798560307114</c:v>
              </c:pt>
              <c:pt idx="211">
                <c:v>-89.267895230497729</c:v>
              </c:pt>
              <c:pt idx="212">
                <c:v>-89.255719074362545</c:v>
              </c:pt>
              <c:pt idx="213">
                <c:v>-89.243261982041261</c:v>
              </c:pt>
              <c:pt idx="214">
                <c:v>-89.230515544243048</c:v>
              </c:pt>
              <c:pt idx="215">
                <c:v>-89.217471038928039</c:v>
              </c:pt>
              <c:pt idx="216">
                <c:v>-89.204119417290812</c:v>
              </c:pt>
              <c:pt idx="217">
                <c:v>-89.19045128900504</c:v>
              </c:pt>
              <c:pt idx="218">
                <c:v>-89.176456906682503</c:v>
              </c:pt>
              <c:pt idx="219">
                <c:v>-89.162126149499457</c:v>
              </c:pt>
              <c:pt idx="220">
                <c:v>-89.147448505938087</c:v>
              </c:pt>
              <c:pt idx="221">
                <c:v>-89.132413055587492</c:v>
              </c:pt>
              <c:pt idx="222">
                <c:v>-89.117008449946169</c:v>
              </c:pt>
              <c:pt idx="223">
                <c:v>-89.101222892160223</c:v>
              </c:pt>
              <c:pt idx="224">
                <c:v>-89.085044115632044</c:v>
              </c:pt>
              <c:pt idx="225">
                <c:v>-89.06845936142318</c:v>
              </c:pt>
              <c:pt idx="226">
                <c:v>-89.051455354376174</c:v>
              </c:pt>
              <c:pt idx="227">
                <c:v>-89.034018277868043</c:v>
              </c:pt>
              <c:pt idx="228">
                <c:v>-89.016133747106437</c:v>
              </c:pt>
              <c:pt idx="229">
                <c:v>-88.99778678087074</c:v>
              </c:pt>
              <c:pt idx="230">
                <c:v>-88.978961771592182</c:v>
              </c:pt>
              <c:pt idx="231">
                <c:v>-88.959642453661388</c:v>
              </c:pt>
              <c:pt idx="232">
                <c:v>-88.939811869839772</c:v>
              </c:pt>
              <c:pt idx="233">
                <c:v>-88.919452335644635</c:v>
              </c:pt>
              <c:pt idx="234">
                <c:v>-88.898545401564817</c:v>
              </c:pt>
              <c:pt idx="235">
                <c:v>-88.877071812955364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-88.809045583161108</c:v>
              </c:pt>
              <c:pt idx="239">
                <c:v>-88.785095179148868</c:v>
              </c:pt>
              <c:pt idx="240">
                <c:v>-88.760468182069616</c:v>
              </c:pt>
              <c:pt idx="241">
                <c:v>-88.735139511533234</c:v>
              </c:pt>
              <c:pt idx="242">
                <c:v>-88.709082920473094</c:v>
              </c:pt>
              <c:pt idx="243">
                <c:v>-88.682270929191674</c:v>
              </c:pt>
              <c:pt idx="244">
                <c:v>-88.654674754984825</c:v>
              </c:pt>
              <c:pt idx="245">
                <c:v>-88.626264236998779</c:v>
              </c:pt>
              <c:pt idx="246">
                <c:v>-88.59700775594618</c:v>
              </c:pt>
              <c:pt idx="247">
                <c:v>-88.566872148269098</c:v>
              </c:pt>
              <c:pt idx="248">
                <c:v>-88.53582261430445</c:v>
              </c:pt>
              <c:pt idx="249">
                <c:v>-88.503822619962506</c:v>
              </c:pt>
              <c:pt idx="250">
                <c:v>-88.470833791384692</c:v>
              </c:pt>
              <c:pt idx="251">
                <c:v>-88.436815801998208</c:v>
              </c:pt>
              <c:pt idx="252">
                <c:v>-88.401726251325698</c:v>
              </c:pt>
              <c:pt idx="253">
                <c:v>-88.365520534850944</c:v>
              </c:pt>
              <c:pt idx="254">
                <c:v>-88.328151704169912</c:v>
              </c:pt>
              <c:pt idx="255">
                <c:v>-88.289570316579329</c:v>
              </c:pt>
              <c:pt idx="256">
                <c:v>-88.249724273178899</c:v>
              </c:pt>
              <c:pt idx="257">
                <c:v>-88.208558644454413</c:v>
              </c:pt>
              <c:pt idx="258">
                <c:v>-88.166015482221241</c:v>
              </c:pt>
              <c:pt idx="259">
                <c:v>-88.122033616676163</c:v>
              </c:pt>
              <c:pt idx="260">
                <c:v>-88.076548437184286</c:v>
              </c:pt>
              <c:pt idx="261">
                <c:v>-88.029491655279998</c:v>
              </c:pt>
              <c:pt idx="262">
                <c:v>-87.980791048190468</c:v>
              </c:pt>
              <c:pt idx="263">
                <c:v>-87.930370181018034</c:v>
              </c:pt>
              <c:pt idx="264">
                <c:v>-87.878148105502191</c:v>
              </c:pt>
              <c:pt idx="265">
                <c:v>-87.824039033053396</c:v>
              </c:pt>
              <c:pt idx="266">
                <c:v>-87.767951979489212</c:v>
              </c:pt>
              <c:pt idx="267">
                <c:v>-87.70979037861153</c:v>
              </c:pt>
              <c:pt idx="268">
                <c:v>-87.649451661419718</c:v>
              </c:pt>
              <c:pt idx="269">
                <c:v>-87.586826797393286</c:v>
              </c:pt>
              <c:pt idx="270">
                <c:v>-87.521799793833978</c:v>
              </c:pt>
              <c:pt idx="271">
                <c:v>-87.45424714878142</c:v>
              </c:pt>
              <c:pt idx="272">
                <c:v>-87.384037252460232</c:v>
              </c:pt>
              <c:pt idx="273">
                <c:v>-87.311029731584895</c:v>
              </c:pt>
              <c:pt idx="274">
                <c:v>-87.235074730131643</c:v>
              </c:pt>
              <c:pt idx="275">
                <c:v>-87.156012119363112</c:v>
              </c:pt>
              <c:pt idx="276">
                <c:v>-87.073670628947852</c:v>
              </c:pt>
              <c:pt idx="277">
                <c:v>-86.987866889932789</c:v>
              </c:pt>
              <c:pt idx="278">
                <c:v>-86.89840437908191</c:v>
              </c:pt>
              <c:pt idx="279">
                <c:v>-86.805072252658164</c:v>
              </c:pt>
              <c:pt idx="280">
                <c:v>-86.707644056062051</c:v>
              </c:pt>
              <c:pt idx="281">
                <c:v>-86.605876293821169</c:v>
              </c:pt>
              <c:pt idx="282">
                <c:v>-86.499506842190485</c:v>
              </c:pt>
              <c:pt idx="283">
                <c:v>-86.388253184029907</c:v>
              </c:pt>
              <c:pt idx="284">
                <c:v>-86.271810442593491</c:v>
              </c:pt>
              <c:pt idx="285">
                <c:v>-86.149849187338319</c:v>
              </c:pt>
              <c:pt idx="286">
                <c:v>-86.022012980695436</c:v>
              </c:pt>
              <c:pt idx="287">
                <c:v>-85.887915629896114</c:v>
              </c:pt>
              <c:pt idx="288">
                <c:v>-85.747138102188359</c:v>
              </c:pt>
              <c:pt idx="289">
                <c:v>-85.599225055022472</c:v>
              </c:pt>
              <c:pt idx="290">
                <c:v>-85.443680924731467</c:v>
              </c:pt>
              <c:pt idx="291">
                <c:v>-85.279965507731447</c:v>
              </c:pt>
              <c:pt idx="292">
                <c:v>-85.10748895686568</c:v>
              </c:pt>
              <c:pt idx="293">
                <c:v>-84.925606101984712</c:v>
              </c:pt>
              <c:pt idx="294">
                <c:v>-84.733609987557983</c:v>
              </c:pt>
              <c:pt idx="295">
                <c:v>-84.530724500565483</c:v>
              </c:pt>
              <c:pt idx="296">
                <c:v>-84.316095938309687</c:v>
              </c:pt>
              <c:pt idx="297">
                <c:v>-84.088783337253417</c:v>
              </c:pt>
              <c:pt idx="298">
                <c:v>-83.847747349289747</c:v>
              </c:pt>
              <c:pt idx="299">
                <c:v>-83.591837409614229</c:v>
              </c:pt>
              <c:pt idx="300">
                <c:v>-83.319776888724448</c:v>
              </c:pt>
              <c:pt idx="301">
                <c:v>-83.030145857682768</c:v>
              </c:pt>
              <c:pt idx="302">
                <c:v>-82.721361017789732</c:v>
              </c:pt>
              <c:pt idx="303">
                <c:v>-82.391652249435566</c:v>
              </c:pt>
              <c:pt idx="304">
                <c:v>-82.039035115481951</c:v>
              </c:pt>
              <c:pt idx="305">
                <c:v>-81.661278505990225</c:v>
              </c:pt>
              <c:pt idx="306">
                <c:v>-81.255866425931174</c:v>
              </c:pt>
              <c:pt idx="307">
                <c:v>-80.819952695827894</c:v>
              </c:pt>
              <c:pt idx="308">
                <c:v>-80.350307044923127</c:v>
              </c:pt>
              <c:pt idx="309">
                <c:v>-79.843250711791839</c:v>
              </c:pt>
              <c:pt idx="310">
                <c:v>-79.294579208923224</c:v>
              </c:pt>
              <c:pt idx="311">
                <c:v>-78.699469331804764</c:v>
              </c:pt>
              <c:pt idx="312">
                <c:v>-78.05236677061626</c:v>
              </c:pt>
              <c:pt idx="313">
                <c:v>-77.346849780587135</c:v>
              </c:pt>
              <c:pt idx="314">
                <c:v>-76.575463250070072</c:v>
              </c:pt>
              <c:pt idx="315">
                <c:v>-75.72951614132927</c:v>
              </c:pt>
              <c:pt idx="316">
                <c:v>-74.798833652737869</c:v>
              </c:pt>
              <c:pt idx="317">
                <c:v>-73.771453590286924</c:v>
              </c:pt>
              <c:pt idx="318">
                <c:v>-72.63325446616264</c:v>
              </c:pt>
              <c:pt idx="319">
                <c:v>-71.367501087468483</c:v>
              </c:pt>
              <c:pt idx="320">
                <c:v>-69.95429257848069</c:v>
              </c:pt>
              <c:pt idx="321">
                <c:v>-68.369899368680379</c:v>
              </c:pt>
              <c:pt idx="322">
                <c:v>-66.585982549458876</c:v>
              </c:pt>
              <c:pt idx="323">
                <c:v>-64.56870655040197</c:v>
              </c:pt>
              <c:pt idx="324">
                <c:v>-62.277794060913358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-53.248194578279659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-39.644778730737123</c:v>
              </c:pt>
              <c:pt idx="331">
                <c:v>-33.821855294863362</c:v>
              </c:pt>
              <c:pt idx="332">
                <c:v>-27.342488542872172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-5.2436055730309219</c:v>
              </c:pt>
              <c:pt idx="336">
                <c:v>2.2364957238589334</c:v>
              </c:pt>
              <c:pt idx="337">
                <c:v>9.3424797756786031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38.943447174674709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50.392948717252047</c:v>
              </c:pt>
              <c:pt idx="349">
                <c:v>51.880906881177978</c:v>
              </c:pt>
              <c:pt idx="350">
                <c:v>53.183123049897802</c:v>
              </c:pt>
              <c:pt idx="351">
                <c:v>54.323574771084047</c:v>
              </c:pt>
              <c:pt idx="352">
                <c:v>55.322262169493392</c:v>
              </c:pt>
              <c:pt idx="353">
                <c:v>56.195885306082161</c:v>
              </c:pt>
              <c:pt idx="354">
                <c:v>56.95840850690815</c:v>
              </c:pt>
              <c:pt idx="355">
                <c:v>57.621524486422821</c:v>
              </c:pt>
              <c:pt idx="356">
                <c:v>58.195033233025306</c:v>
              </c:pt>
              <c:pt idx="357">
                <c:v>58.687150038785468</c:v>
              </c:pt>
              <c:pt idx="358">
                <c:v>59.104755371847816</c:v>
              </c:pt>
              <c:pt idx="359">
                <c:v>59.453597313561943</c:v>
              </c:pt>
              <c:pt idx="360">
                <c:v>59.73845538124165</c:v>
              </c:pt>
              <c:pt idx="361">
                <c:v>59.963272877722659</c:v>
              </c:pt>
              <c:pt idx="362">
                <c:v>60.131263488785805</c:v>
              </c:pt>
              <c:pt idx="363">
                <c:v>60.244996677302758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60.278005132049749</c:v>
              </c:pt>
              <c:pt idx="367">
                <c:v>60.189595511331518</c:v>
              </c:pt>
              <c:pt idx="368">
                <c:v>60.052009817494039</c:v>
              </c:pt>
              <c:pt idx="369">
                <c:v>59.864924653170142</c:v>
              </c:pt>
              <c:pt idx="370">
                <c:v>59.627596970567929</c:v>
              </c:pt>
              <c:pt idx="371">
                <c:v>59.338859318610858</c:v>
              </c:pt>
              <c:pt idx="372">
                <c:v>58.997107506245712</c:v>
              </c:pt>
              <c:pt idx="373">
                <c:v>58.600280643866192</c:v>
              </c:pt>
              <c:pt idx="374">
                <c:v>58.14583335486779</c:v>
              </c:pt>
              <c:pt idx="375">
                <c:v>57.630699802334412</c:v>
              </c:pt>
              <c:pt idx="376">
                <c:v>57.051249057066634</c:v>
              </c:pt>
              <c:pt idx="377">
                <c:v>56.403231253820053</c:v>
              </c:pt>
              <c:pt idx="378">
                <c:v>55.681713964197606</c:v>
              </c:pt>
              <c:pt idx="379">
                <c:v>54.881008291107307</c:v>
              </c:pt>
              <c:pt idx="380">
                <c:v>53.994584415510438</c:v>
              </c:pt>
              <c:pt idx="381">
                <c:v>53.014976784580767</c:v>
              </c:pt>
              <c:pt idx="382">
                <c:v>51.933679945098412</c:v>
              </c:pt>
              <c:pt idx="383">
                <c:v>50.741037379850226</c:v>
              </c:pt>
              <c:pt idx="384">
                <c:v>49.426127858618138</c:v>
              </c:pt>
              <c:pt idx="385">
                <c:v>47.976657132024648</c:v>
              </c:pt>
              <c:pt idx="386">
                <c:v>46.378867759379524</c:v>
              </c:pt>
              <c:pt idx="387">
                <c:v>44.617487072241381</c:v>
              </c:pt>
              <c:pt idx="388">
                <c:v>42.675743398910534</c:v>
              </c:pt>
              <c:pt idx="389">
                <c:v>40.535494266302472</c:v>
              </c:pt>
              <c:pt idx="390">
                <c:v>38.177527405112613</c:v>
              </c:pt>
              <c:pt idx="391">
                <c:v>35.582114779252073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9.6448508242970359</c:v>
              </c:pt>
              <c:pt idx="399">
                <c:v>4.8965350498082838</c:v>
              </c:pt>
              <c:pt idx="400">
                <c:v>-1.28074974964597E-6</c:v>
              </c:pt>
              <c:pt idx="401">
                <c:v>-4.9723369851469563</c:v>
              </c:pt>
              <c:pt idx="402">
                <c:v>-9.9414725367249979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-36.055507669768673</c:v>
              </c:pt>
              <c:pt idx="409">
                <c:v>-39.468434744087631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-48.084263379550357</c:v>
              </c:pt>
              <c:pt idx="413">
                <c:v>-50.473732521985156</c:v>
              </c:pt>
              <c:pt idx="414">
                <c:v>-52.654697307464517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-58.133800250072113</c:v>
              </c:pt>
              <c:pt idx="418">
                <c:v>-59.661552869684201</c:v>
              </c:pt>
              <c:pt idx="419">
                <c:v>-61.064343511454837</c:v>
              </c:pt>
              <c:pt idx="420">
                <c:v>-62.354620883727051</c:v>
              </c:pt>
              <c:pt idx="421">
                <c:v>-63.543512067717401</c:v>
              </c:pt>
              <c:pt idx="422">
                <c:v>-64.640935739230414</c:v>
              </c:pt>
              <c:pt idx="423">
                <c:v>-65.655719801522039</c:v>
              </c:pt>
              <c:pt idx="424">
                <c:v>-66.595716240999096</c:v>
              </c:pt>
              <c:pt idx="425">
                <c:v>-67.46790915010105</c:v>
              </c:pt>
              <c:pt idx="426">
                <c:v>-68.278513893871448</c:v>
              </c:pt>
              <c:pt idx="427">
                <c:v>-69.033066675234608</c:v>
              </c:pt>
              <c:pt idx="428">
                <c:v>-69.736504528049963</c:v>
              </c:pt>
              <c:pt idx="429">
                <c:v>-70.393236209999174</c:v>
              </c:pt>
              <c:pt idx="430">
                <c:v>-71.007204697256526</c:v>
              </c:pt>
              <c:pt idx="431">
                <c:v>-71.581942079746284</c:v>
              </c:pt>
              <c:pt idx="432">
                <c:v>-72.120617671363263</c:v>
              </c:pt>
              <c:pt idx="433">
                <c:v>-72.626080118468906</c:v>
              </c:pt>
              <c:pt idx="434">
                <c:v>-73.100894233851861</c:v>
              </c:pt>
              <c:pt idx="435">
                <c:v>-73.54737321580059</c:v>
              </c:pt>
              <c:pt idx="436">
                <c:v>-73.967606841522183</c:v>
              </c:pt>
              <c:pt idx="437">
                <c:v>-74.363486155436789</c:v>
              </c:pt>
              <c:pt idx="438">
                <c:v>-74.736725108744551</c:v>
              </c:pt>
              <c:pt idx="439">
                <c:v>-75.088879548306423</c:v>
              </c:pt>
              <c:pt idx="440">
                <c:v>-75.421363900602344</c:v>
              </c:pt>
              <c:pt idx="441">
                <c:v>-75.735465850481603</c:v>
              </c:pt>
              <c:pt idx="442">
                <c:v>-76.032359273984383</c:v>
              </c:pt>
              <c:pt idx="443">
                <c:v>-76.313115649395712</c:v>
              </c:pt>
              <c:pt idx="444">
                <c:v>-76.578714140222388</c:v>
              </c:pt>
              <c:pt idx="445">
                <c:v>-76.830050517467868</c:v>
              </c:pt>
              <c:pt idx="446">
                <c:v>-77.067945065912383</c:v>
              </c:pt>
              <c:pt idx="447">
                <c:v>-77.29314959952336</c:v>
              </c:pt>
              <c:pt idx="448">
                <c:v>-77.506353694313773</c:v>
              </c:pt>
              <c:pt idx="449">
                <c:v>-77.70819023249534</c:v>
              </c:pt>
              <c:pt idx="450">
                <c:v>-77.899240339255499</c:v>
              </c:pt>
              <c:pt idx="451">
                <c:v>-78.080037782775364</c:v>
              </c:pt>
              <c:pt idx="452">
                <c:v>-78.251072898791435</c:v>
              </c:pt>
              <c:pt idx="453">
                <c:v>-78.412796093007387</c:v>
              </c:pt>
              <c:pt idx="454">
                <c:v>-78.565620967703254</c:v>
              </c:pt>
              <c:pt idx="455">
                <c:v>-78.709927112881587</c:v>
              </c:pt>
              <c:pt idx="456">
                <c:v>-78.846062597039676</c:v>
              </c:pt>
              <c:pt idx="457">
                <c:v>-78.974346188114254</c:v>
              </c:pt>
              <c:pt idx="458">
                <c:v>-79.095069331128357</c:v>
              </c:pt>
              <c:pt idx="459">
                <c:v>-79.208497905583755</c:v>
              </c:pt>
              <c:pt idx="460">
                <c:v>-79.314873782548574</c:v>
              </c:pt>
              <c:pt idx="461">
                <c:v>-79.414416198642499</c:v>
              </c:pt>
              <c:pt idx="462">
                <c:v>-79.507322961687478</c:v>
              </c:pt>
              <c:pt idx="463">
                <c:v>-79.593771500595551</c:v>
              </c:pt>
              <c:pt idx="464">
                <c:v>-79.673919770062639</c:v>
              </c:pt>
              <c:pt idx="465">
                <c:v>-79.747907018829068</c:v>
              </c:pt>
              <c:pt idx="466">
                <c:v>-79.815854428564094</c:v>
              </c:pt>
              <c:pt idx="467">
                <c:v>-79.877865628842954</c:v>
              </c:pt>
              <c:pt idx="468">
                <c:v>-79.934027092160051</c:v>
              </c:pt>
              <c:pt idx="469">
                <c:v>-79.984408411455604</c:v>
              </c:pt>
              <c:pt idx="470">
                <c:v>-80.029062461139489</c:v>
              </c:pt>
              <c:pt idx="471">
                <c:v>-80.068025441138801</c:v>
              </c:pt>
              <c:pt idx="472">
                <c:v>-80.101316801949508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-80.167099380741845</c:v>
              </c:pt>
              <c:pt idx="476">
                <c:v>-80.177554126054162</c:v>
              </c:pt>
              <c:pt idx="477">
                <c:v>-80.182171702465197</c:v>
              </c:pt>
              <c:pt idx="478">
                <c:v>-80.18086213709222</c:v>
              </c:pt>
              <c:pt idx="479">
                <c:v>-80.173514305258621</c:v>
              </c:pt>
              <c:pt idx="480">
                <c:v>-80.159994601866316</c:v>
              </c:pt>
              <c:pt idx="481">
                <c:v>-80.140145378879666</c:v>
              </c:pt>
              <c:pt idx="482">
                <c:v>-80.113783118974098</c:v>
              </c:pt>
              <c:pt idx="483">
                <c:v>-80.08069630956642</c:v>
              </c:pt>
              <c:pt idx="484">
                <c:v>-80.040642974552355</c:v>
              </c:pt>
              <c:pt idx="485">
                <c:v>-79.993347812758188</c:v>
              </c:pt>
              <c:pt idx="486">
                <c:v>-79.938498882103787</c:v>
              </c:pt>
              <c:pt idx="487">
                <c:v>-79.875743756327296</c:v>
              </c:pt>
              <c:pt idx="488">
                <c:v>-79.804685066320346</c:v>
              </c:pt>
              <c:pt idx="489">
                <c:v>-79.724875319994766</c:v>
              </c:pt>
              <c:pt idx="490">
                <c:v>-79.635810872275883</c:v>
              </c:pt>
              <c:pt idx="491">
                <c:v>-79.536924889190971</c:v>
              </c:pt>
              <c:pt idx="492">
                <c:v>-79.427579115655703</c:v>
              </c:pt>
              <c:pt idx="493">
                <c:v>-79.307054213558345</c:v>
              </c:pt>
              <c:pt idx="494">
                <c:v>-79.174538382637067</c:v>
              </c:pt>
              <c:pt idx="495">
                <c:v>-79.029113908184527</c:v>
              </c:pt>
              <c:pt idx="496">
                <c:v>-78.869741192412249</c:v>
              </c:pt>
              <c:pt idx="497">
                <c:v>-78.695239714573077</c:v>
              </c:pt>
              <c:pt idx="498">
                <c:v>-78.504265220717059</c:v>
              </c:pt>
              <c:pt idx="499">
                <c:v>-78.295282256618847</c:v>
              </c:pt>
              <c:pt idx="500">
                <c:v>-78.066530912065105</c:v>
              </c:pt>
              <c:pt idx="501">
                <c:v>-77.815986321013597</c:v>
              </c:pt>
              <c:pt idx="502">
                <c:v>-77.54130903156009</c:v>
              </c:pt>
              <c:pt idx="503">
                <c:v>-77.239783781736932</c:v>
              </c:pt>
              <c:pt idx="504">
                <c:v>-76.908243434690164</c:v>
              </c:pt>
              <c:pt idx="505">
                <c:v>-76.542973756776306</c:v>
              </c:pt>
              <c:pt idx="506">
                <c:v>-76.139593244279837</c:v>
              </c:pt>
              <c:pt idx="507">
                <c:v>-75.692900141454828</c:v>
              </c:pt>
              <c:pt idx="508">
                <c:v>-75.19667588034244</c:v>
              </c:pt>
              <c:pt idx="509">
                <c:v>-74.643430013596301</c:v>
              </c:pt>
              <c:pt idx="510">
                <c:v>-74.024065698984089</c:v>
              </c:pt>
              <c:pt idx="511">
                <c:v>-73.327435993178042</c:v>
              </c:pt>
              <c:pt idx="512">
                <c:v>-72.539748165677807</c:v>
              </c:pt>
              <c:pt idx="513">
                <c:v>-71.643753659203213</c:v>
              </c:pt>
              <c:pt idx="514">
                <c:v>-70.617631574896166</c:v>
              </c:pt>
              <c:pt idx="515">
                <c:v>-69.433427914085257</c:v>
              </c:pt>
              <c:pt idx="516">
                <c:v>-68.054842297676615</c:v>
              </c:pt>
              <c:pt idx="517">
                <c:v>-66.434044991107015</c:v>
              </c:pt>
              <c:pt idx="518">
                <c:v>-64.507041275559033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-55.839569470173771</c:v>
              </c:pt>
              <c:pt idx="522">
                <c:v>-51.410203808457617</c:v>
              </c:pt>
              <c:pt idx="523">
                <c:v>-45.740695754214308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-3.0233965416301891</c:v>
              </c:pt>
              <c:pt idx="528">
                <c:v>11.708872406114679</c:v>
              </c:pt>
              <c:pt idx="529">
                <c:v>25.367422136927878</c:v>
              </c:pt>
              <c:pt idx="530">
                <c:v>36.793078127092095</c:v>
              </c:pt>
              <c:pt idx="531">
                <c:v>45.808345373109553</c:v>
              </c:pt>
              <c:pt idx="532">
                <c:v>52.776874978593753</c:v>
              </c:pt>
              <c:pt idx="533">
                <c:v>58.173138818988519</c:v>
              </c:pt>
              <c:pt idx="534">
                <c:v>62.4032346037298</c:v>
              </c:pt>
              <c:pt idx="535">
                <c:v>65.772313130749112</c:v>
              </c:pt>
              <c:pt idx="536">
                <c:v>68.499916176894672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74.192275603700708</c:v>
              </c:pt>
              <c:pt idx="540">
                <c:v>75.541239223132607</c:v>
              </c:pt>
              <c:pt idx="541">
                <c:v>76.704957918188057</c:v>
              </c:pt>
              <c:pt idx="542">
                <c:v>77.717859817230206</c:v>
              </c:pt>
              <c:pt idx="543">
                <c:v>78.606534911284271</c:v>
              </c:pt>
              <c:pt idx="544">
                <c:v>79.391796915307438</c:v>
              </c:pt>
              <c:pt idx="545">
                <c:v>80.090141427433153</c:v>
              </c:pt>
              <c:pt idx="546">
                <c:v>80.714792028743048</c:v>
              </c:pt>
              <c:pt idx="547">
                <c:v>81.276461336094627</c:v>
              </c:pt>
              <c:pt idx="548">
                <c:v>81.783912142143237</c:v>
              </c:pt>
              <c:pt idx="549">
                <c:v>82.244376434733454</c:v>
              </c:pt>
              <c:pt idx="550">
                <c:v>82.663872046500003</c:v>
              </c:pt>
              <c:pt idx="551">
                <c:v>83.047444637085817</c:v>
              </c:pt>
              <c:pt idx="552">
                <c:v>83.399354562223337</c:v>
              </c:pt>
              <c:pt idx="553">
                <c:v>83.723222603363837</c:v>
              </c:pt>
              <c:pt idx="554">
                <c:v>84.022144661705354</c:v>
              </c:pt>
              <c:pt idx="555">
                <c:v>84.298782804410308</c:v>
              </c:pt>
              <c:pt idx="556">
                <c:v>84.55543812244953</c:v>
              </c:pt>
              <c:pt idx="557">
                <c:v>84.794109475096505</c:v>
              </c:pt>
              <c:pt idx="558">
                <c:v>85.016541191730028</c:v>
              </c:pt>
              <c:pt idx="559">
                <c:v>85.224262065606084</c:v>
              </c:pt>
              <c:pt idx="560">
                <c:v>85.418617429792761</c:v>
              </c:pt>
              <c:pt idx="561">
                <c:v>85.600795698988065</c:v>
              </c:pt>
              <c:pt idx="562">
                <c:v>85.771850454933514</c:v>
              </c:pt>
              <c:pt idx="563">
                <c:v>85.932718920821429</c:v>
              </c:pt>
              <c:pt idx="564">
                <c:v>86.084237492432877</c:v>
              </c:pt>
              <c:pt idx="565">
                <c:v>86.227154856792666</c:v>
              </c:pt>
              <c:pt idx="566">
                <c:v>86.362143122897223</c:v>
              </c:pt>
              <c:pt idx="567">
                <c:v>86.489807306074468</c:v>
              </c:pt>
              <c:pt idx="568">
                <c:v>86.610693442287555</c:v>
              </c:pt>
              <c:pt idx="569">
                <c:v>86.725295557119992</c:v>
              </c:pt>
              <c:pt idx="570">
                <c:v>86.834061673113794</c:v>
              </c:pt>
              <c:pt idx="571">
                <c:v>86.937399006352791</c:v>
              </c:pt>
              <c:pt idx="572">
                <c:v>87.035678476756559</c:v>
              </c:pt>
              <c:pt idx="573">
                <c:v>87.129238635267996</c:v>
              </c:pt>
              <c:pt idx="574">
                <c:v>87.218389093786328</c:v>
              </c:pt>
              <c:pt idx="575">
                <c:v>87.303413529592362</c:v>
              </c:pt>
              <c:pt idx="576">
                <c:v>87.384572324445443</c:v>
              </c:pt>
              <c:pt idx="577">
                <c:v>87.46210488901994</c:v>
              </c:pt>
              <c:pt idx="578">
                <c:v>87.536231715491411</c:v>
              </c:pt>
              <c:pt idx="579">
                <c:v>87.607156194563728</c:v>
              </c:pt>
              <c:pt idx="580">
                <c:v>87.675066227812337</c:v>
              </c:pt>
              <c:pt idx="581">
                <c:v>87.74013566168378</c:v>
              </c:pt>
              <c:pt idx="582">
                <c:v>87.802525565692832</c:v>
              </c:pt>
              <c:pt idx="583">
                <c:v>87.862385374172831</c:v>
              </c:pt>
              <c:pt idx="584">
                <c:v>87.919853908235112</c:v>
              </c:pt>
              <c:pt idx="585">
                <c:v>87.975060292314069</c:v>
              </c:pt>
              <c:pt idx="586">
                <c:v>88.028124777740175</c:v>
              </c:pt>
              <c:pt idx="587">
                <c:v>88.079159484136227</c:v>
              </c:pt>
              <c:pt idx="588">
                <c:v>88.128269068021766</c:v>
              </c:pt>
              <c:pt idx="589">
                <c:v>88.175551326813817</c:v>
              </c:pt>
              <c:pt idx="590">
                <c:v>88.221097745370528</c:v>
              </c:pt>
              <c:pt idx="591">
                <c:v>88.264993991342109</c:v>
              </c:pt>
              <c:pt idx="592">
                <c:v>88.307320364822488</c:v>
              </c:pt>
              <c:pt idx="593">
                <c:v>88.348152207134163</c:v>
              </c:pt>
              <c:pt idx="594">
                <c:v>88.387560273005278</c:v>
              </c:pt>
              <c:pt idx="595">
                <c:v>88.425611069895737</c:v>
              </c:pt>
              <c:pt idx="596">
                <c:v>88.462367167799727</c:v>
              </c:pt>
              <c:pt idx="597">
                <c:v>88.497887482468968</c:v>
              </c:pt>
              <c:pt idx="598">
                <c:v>88.532227534675485</c:v>
              </c:pt>
              <c:pt idx="599">
                <c:v>88.565439687834413</c:v>
              </c:pt>
              <c:pt idx="600">
                <c:v>88.59757336606576</c:v>
              </c:pt>
              <c:pt idx="601">
                <c:v>88.628675254537796</c:v>
              </c:pt>
              <c:pt idx="602">
                <c:v>88.658789483747512</c:v>
              </c:pt>
              <c:pt idx="603">
                <c:v>88.687957799215354</c:v>
              </c:pt>
              <c:pt idx="604">
                <c:v>88.716219717919174</c:v>
              </c:pt>
              <c:pt idx="605">
                <c:v>88.743612672657918</c:v>
              </c:pt>
              <c:pt idx="606">
                <c:v>88.77017214541462</c:v>
              </c:pt>
              <c:pt idx="607">
                <c:v>88.795931790679461</c:v>
              </c:pt>
              <c:pt idx="608">
                <c:v>88.820923549603805</c:v>
              </c:pt>
              <c:pt idx="609">
                <c:v>88.845177755764766</c:v>
              </c:pt>
              <c:pt idx="610">
                <c:v>88.868723233251245</c:v>
              </c:pt>
              <c:pt idx="611">
                <c:v>88.8915873877108</c:v>
              </c:pt>
              <c:pt idx="612">
                <c:v>88.913796290936844</c:v>
              </c:pt>
              <c:pt idx="613">
                <c:v>88.935374759523015</c:v>
              </c:pt>
              <c:pt idx="614">
                <c:v>88.956346428064634</c:v>
              </c:pt>
              <c:pt idx="615">
                <c:v>88.976733817337717</c:v>
              </c:pt>
              <c:pt idx="616">
                <c:v>88.996558397855367</c:v>
              </c:pt>
              <c:pt idx="617">
                <c:v>89.015840649159216</c:v>
              </c:pt>
              <c:pt idx="618">
                <c:v>89.034600115175209</c:v>
              </c:pt>
              <c:pt idx="619">
                <c:v>89.05285545593442</c:v>
              </c:pt>
              <c:pt idx="620">
                <c:v>89.070624495932861</c:v>
              </c:pt>
              <c:pt idx="621">
                <c:v>89.087924269380977</c:v>
              </c:pt>
              <c:pt idx="622">
                <c:v>89.10477106257288</c:v>
              </c:pt>
              <c:pt idx="623">
                <c:v>89.121180453585836</c:v>
              </c:pt>
              <c:pt idx="624">
                <c:v>89.137167349504082</c:v>
              </c:pt>
              <c:pt idx="625">
                <c:v>89.152746021342892</c:v>
              </c:pt>
              <c:pt idx="626">
                <c:v>89.167930136837754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89.211243407465389</c:v>
              </c:pt>
              <c:pt idx="630">
                <c:v>89.224974949521894</c:v>
              </c:pt>
              <c:pt idx="631">
                <c:v>89.238372240755837</c:v>
              </c:pt>
              <c:pt idx="632">
                <c:v>89.251445915675518</c:v>
              </c:pt>
              <c:pt idx="633">
                <c:v>89.264206186459717</c:v>
              </c:pt>
              <c:pt idx="634">
                <c:v>89.276662863181969</c:v>
              </c:pt>
              <c:pt idx="635">
                <c:v>89.288825372901186</c:v>
              </c:pt>
              <c:pt idx="636">
                <c:v>89.300702777685416</c:v>
              </c:pt>
              <c:pt idx="637">
                <c:v>89.312303791642051</c:v>
              </c:pt>
              <c:pt idx="638">
                <c:v>89.323636797015624</c:v>
              </c:pt>
              <c:pt idx="639">
                <c:v>89.334709859411234</c:v>
              </c:pt>
              <c:pt idx="640">
                <c:v>89.345530742198775</c:v>
              </c:pt>
              <c:pt idx="641">
                <c:v>89.356106920149287</c:v>
              </c:pt>
              <c:pt idx="642">
                <c:v>89.366445592349038</c:v>
              </c:pt>
              <c:pt idx="643">
                <c:v>89.376553694436453</c:v>
              </c:pt>
              <c:pt idx="644">
                <c:v>89.386437910201806</c:v>
              </c:pt>
              <c:pt idx="645">
                <c:v>89.396104682588103</c:v>
              </c:pt>
              <c:pt idx="646">
                <c:v>89.405560224129374</c:v>
              </c:pt>
              <c:pt idx="647">
                <c:v>89.414810526857977</c:v>
              </c:pt>
              <c:pt idx="648">
                <c:v>89.423861371712931</c:v>
              </c:pt>
              <c:pt idx="649">
                <c:v>89.432718337477951</c:v>
              </c:pt>
              <c:pt idx="650">
                <c:v>89.44138680927621</c:v>
              </c:pt>
              <c:pt idx="651">
                <c:v>89.449871986646428</c:v>
              </c:pt>
              <c:pt idx="652">
                <c:v>89.458178891225302</c:v>
              </c:pt>
              <c:pt idx="653">
                <c:v>89.466312374056486</c:v>
              </c:pt>
              <c:pt idx="654">
                <c:v>89.474277122548784</c:v>
              </c:pt>
              <c:pt idx="655">
                <c:v>89.482077667101848</c:v>
              </c:pt>
              <c:pt idx="656">
                <c:v>89.489718387417568</c:v>
              </c:pt>
              <c:pt idx="657">
                <c:v>89.497203518514667</c:v>
              </c:pt>
              <c:pt idx="658">
                <c:v>89.504537156461978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89.525668100927476</c:v>
              </c:pt>
              <c:pt idx="662">
                <c:v>89.532434134152453</c:v>
              </c:pt>
              <c:pt idx="663">
                <c:v>89.539067253163054</c:v>
              </c:pt>
              <c:pt idx="664">
                <c:v>89.545570826791774</c:v>
              </c:pt>
              <c:pt idx="665">
                <c:v>89.551948118346999</c:v>
              </c:pt>
              <c:pt idx="666">
                <c:v>89.558202289572876</c:v>
              </c:pt>
              <c:pt idx="667">
                <c:v>89.564336404433988</c:v>
              </c:pt>
              <c:pt idx="668">
                <c:v>89.570353432735672</c:v>
              </c:pt>
              <c:pt idx="669">
                <c:v>89.576256253587488</c:v>
              </c:pt>
              <c:pt idx="670">
                <c:v>89.582047658718196</c:v>
              </c:pt>
              <c:pt idx="671">
                <c:v>89.587730355649001</c:v>
              </c:pt>
              <c:pt idx="672">
                <c:v>89.593306970731604</c:v>
              </c:pt>
              <c:pt idx="673">
                <c:v>89.598780052059311</c:v>
              </c:pt>
              <c:pt idx="674">
                <c:v>89.604152072255545</c:v>
              </c:pt>
              <c:pt idx="675">
                <c:v>89.60942543114605</c:v>
              </c:pt>
              <c:pt idx="676">
                <c:v>89.614602458321329</c:v>
              </c:pt>
              <c:pt idx="677">
                <c:v>89.61968541559348</c:v>
              </c:pt>
              <c:pt idx="678">
                <c:v>89.624676499352475</c:v>
              </c:pt>
              <c:pt idx="679">
                <c:v>89.629577842827288</c:v>
              </c:pt>
              <c:pt idx="680">
                <c:v>89.634391518255299</c:v>
              </c:pt>
              <c:pt idx="681">
                <c:v>89.639119538964991</c:v>
              </c:pt>
              <c:pt idx="682">
                <c:v>89.643763861376399</c:v>
              </c:pt>
              <c:pt idx="683">
                <c:v>89.648326386920658</c:v>
              </c:pt>
              <c:pt idx="684">
                <c:v>89.652808963885704</c:v>
              </c:pt>
              <c:pt idx="685">
                <c:v>89.657213389188726</c:v>
              </c:pt>
              <c:pt idx="686">
                <c:v>89.661541410079948</c:v>
              </c:pt>
              <c:pt idx="687">
                <c:v>89.665794725780728</c:v>
              </c:pt>
              <c:pt idx="688">
                <c:v>89.669974989058431</c:v>
              </c:pt>
              <c:pt idx="689">
                <c:v>89.674083807741084</c:v>
              </c:pt>
              <c:pt idx="690">
                <c:v>89.678122746174679</c:v>
              </c:pt>
              <c:pt idx="691">
                <c:v>89.682093326625107</c:v>
              </c:pt>
              <c:pt idx="692">
                <c:v>89.685997030627931</c:v>
              </c:pt>
              <c:pt idx="693">
                <c:v>89.689835300286902</c:v>
              </c:pt>
              <c:pt idx="694">
                <c:v>89.693609539525099</c:v>
              </c:pt>
              <c:pt idx="695">
                <c:v>89.697321115289355</c:v>
              </c:pt>
              <c:pt idx="696">
                <c:v>89.700971358710433</c:v>
              </c:pt>
              <c:pt idx="697">
                <c:v>89.704561566221187</c:v>
              </c:pt>
              <c:pt idx="698">
                <c:v>89.708093000633241</c:v>
              </c:pt>
              <c:pt idx="699">
                <c:v>89.711566892175981</c:v>
              </c:pt>
              <c:pt idx="700">
                <c:v>89.714984439497158</c:v>
              </c:pt>
              <c:pt idx="701">
                <c:v>89.718346810627921</c:v>
              </c:pt>
              <c:pt idx="702">
                <c:v>89.72165514391402</c:v>
              </c:pt>
              <c:pt idx="703">
                <c:v>89.724910548913513</c:v>
              </c:pt>
              <c:pt idx="704">
                <c:v>89.728114107263309</c:v>
              </c:pt>
              <c:pt idx="705">
                <c:v>89.731266873514812</c:v>
              </c:pt>
              <c:pt idx="706">
                <c:v>89.734369875940985</c:v>
              </c:pt>
              <c:pt idx="707">
                <c:v>89.737424117315143</c:v>
              </c:pt>
              <c:pt idx="708">
                <c:v>89.740430575663368</c:v>
              </c:pt>
              <c:pt idx="709">
                <c:v>89.743390204990078</c:v>
              </c:pt>
              <c:pt idx="710">
                <c:v>89.746303935980237</c:v>
              </c:pt>
              <c:pt idx="711">
                <c:v>89.749172676676409</c:v>
              </c:pt>
              <c:pt idx="712">
                <c:v>89.751997313133984</c:v>
              </c:pt>
              <c:pt idx="713">
                <c:v>89.754778710053543</c:v>
              </c:pt>
              <c:pt idx="714">
                <c:v>89.757517711392822</c:v>
              </c:pt>
              <c:pt idx="715">
                <c:v>89.760215140957584</c:v>
              </c:pt>
              <c:pt idx="716">
                <c:v>89.762871802973564</c:v>
              </c:pt>
              <c:pt idx="717">
                <c:v>89.765488482638887</c:v>
              </c:pt>
              <c:pt idx="718">
                <c:v>89.768065946659362</c:v>
              </c:pt>
              <c:pt idx="719">
                <c:v>89.770604943764951</c:v>
              </c:pt>
              <c:pt idx="720">
                <c:v>89.773106205210766</c:v>
              </c:pt>
              <c:pt idx="721">
                <c:v>89.77557044526101</c:v>
              </c:pt>
              <c:pt idx="722">
                <c:v>89.777998361657779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89.785070907940266</c:v>
              </c:pt>
              <c:pt idx="726">
                <c:v>89.787360192277077</c:v>
              </c:pt>
              <c:pt idx="727">
                <c:v>89.789616409219803</c:v>
              </c:pt>
              <c:pt idx="728">
                <c:v>89.79184016641571</c:v>
              </c:pt>
              <c:pt idx="729">
                <c:v>89.794032057879107</c:v>
              </c:pt>
              <c:pt idx="730">
                <c:v>89.796192664354479</c:v>
              </c:pt>
              <c:pt idx="731">
                <c:v>89.798322553667674</c:v>
              </c:pt>
              <c:pt idx="732">
                <c:v>89.800422281066801</c:v>
              </c:pt>
              <c:pt idx="733">
                <c:v>89.802492389552711</c:v>
              </c:pt>
              <c:pt idx="734">
                <c:v>89.8045334101988</c:v>
              </c:pt>
              <c:pt idx="735">
                <c:v>89.806545862461945</c:v>
              </c:pt>
              <c:pt idx="736">
                <c:v>89.808530254483429</c:v>
              </c:pt>
              <c:pt idx="737">
                <c:v>89.810487083381176</c:v>
              </c:pt>
              <c:pt idx="738">
                <c:v>89.812416835532929</c:v>
              </c:pt>
              <c:pt idx="739">
                <c:v>89.814319986851331</c:v>
              </c:pt>
              <c:pt idx="740">
                <c:v>89.816197003050618</c:v>
              </c:pt>
              <c:pt idx="741">
                <c:v>89.818048339905474</c:v>
              </c:pt>
              <c:pt idx="742">
                <c:v>89.819874443502272</c:v>
              </c:pt>
              <c:pt idx="743">
                <c:v>89.821675750482996</c:v>
              </c:pt>
              <c:pt idx="744">
                <c:v>89.823452688282003</c:v>
              </c:pt>
              <c:pt idx="745">
                <c:v>89.825205675355917</c:v>
              </c:pt>
              <c:pt idx="746">
                <c:v>89.826935121406834</c:v>
              </c:pt>
              <c:pt idx="747">
                <c:v>89.828641427599266</c:v>
              </c:pt>
              <c:pt idx="748">
                <c:v>89.830324986770563</c:v>
              </c:pt>
              <c:pt idx="749">
                <c:v>89.83198618363555</c:v>
              </c:pt>
              <c:pt idx="750">
                <c:v>89.833625394985376</c:v>
              </c:pt>
              <c:pt idx="751">
                <c:v>89.835242989880541</c:v>
              </c:pt>
              <c:pt idx="752">
                <c:v>89.836839329838526</c:v>
              </c:pt>
              <c:pt idx="753">
                <c:v>89.838414769016254</c:v>
              </c:pt>
              <c:pt idx="754">
                <c:v>89.839969654387374</c:v>
              </c:pt>
              <c:pt idx="755">
                <c:v>89.841504325914514</c:v>
              </c:pt>
              <c:pt idx="756">
                <c:v>89.843019116717045</c:v>
              </c:pt>
              <c:pt idx="757">
                <c:v>89.844514353233677</c:v>
              </c:pt>
              <c:pt idx="758">
                <c:v>89.845990355381176</c:v>
              </c:pt>
              <c:pt idx="759">
                <c:v>89.847447436708407</c:v>
              </c:pt>
              <c:pt idx="760">
                <c:v>89.848885904545995</c:v>
              </c:pt>
              <c:pt idx="761">
                <c:v>89.850306060152278</c:v>
              </c:pt>
              <c:pt idx="762">
                <c:v>89.851708198855064</c:v>
              </c:pt>
              <c:pt idx="763">
                <c:v>89.853092610189762</c:v>
              </c:pt>
              <c:pt idx="764">
                <c:v>89.854459578033499</c:v>
              </c:pt>
              <c:pt idx="765">
                <c:v>89.855809380735849</c:v>
              </c:pt>
              <c:pt idx="766">
                <c:v>89.857142291246106</c:v>
              </c:pt>
              <c:pt idx="767">
                <c:v>89.858458577236888</c:v>
              </c:pt>
              <c:pt idx="768">
                <c:v>89.859758501224846</c:v>
              </c:pt>
              <c:pt idx="769">
                <c:v>89.861042320687972</c:v>
              </c:pt>
              <c:pt idx="770">
                <c:v>89.862310288179771</c:v>
              </c:pt>
              <c:pt idx="771">
                <c:v>89.863562651440503</c:v>
              </c:pt>
              <c:pt idx="772">
                <c:v>89.864799653505742</c:v>
              </c:pt>
              <c:pt idx="773">
                <c:v>89.866021532811388</c:v>
              </c:pt>
              <c:pt idx="774">
                <c:v>89.867228523297172</c:v>
              </c:pt>
              <c:pt idx="775">
                <c:v>89.868420854506113</c:v>
              </c:pt>
              <c:pt idx="776">
                <c:v>89.869598751682673</c:v>
              </c:pt>
              <c:pt idx="777">
                <c:v>89.870762435867192</c:v>
              </c:pt>
              <c:pt idx="778">
                <c:v>89.871912123989006</c:v>
              </c:pt>
              <c:pt idx="779">
                <c:v>89.873048028956561</c:v>
              </c:pt>
              <c:pt idx="780">
                <c:v>89.87417035974525</c:v>
              </c:pt>
              <c:pt idx="781">
                <c:v>89.875279321483291</c:v>
              </c:pt>
              <c:pt idx="782">
                <c:v>89.876375115535382</c:v>
              </c:pt>
              <c:pt idx="783">
                <c:v>89.877457939583905</c:v>
              </c:pt>
              <c:pt idx="784">
                <c:v>89.878527987708807</c:v>
              </c:pt>
              <c:pt idx="785">
                <c:v>89.879585450464702</c:v>
              </c:pt>
              <c:pt idx="786">
                <c:v>89.880630514956593</c:v>
              </c:pt>
              <c:pt idx="787">
                <c:v>89.881663364913479</c:v>
              </c:pt>
              <c:pt idx="788">
                <c:v>89.882684180760265</c:v>
              </c:pt>
              <c:pt idx="789">
                <c:v>89.883693139687793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89.886650599777624</c:v>
              </c:pt>
              <c:pt idx="793">
                <c:v>89.887613840614762</c:v>
              </c:pt>
              <c:pt idx="794">
                <c:v>89.888566064312286</c:v>
              </c:pt>
              <c:pt idx="795">
                <c:v>89.889507430035849</c:v>
              </c:pt>
              <c:pt idx="796">
                <c:v>89.890438094162349</c:v>
              </c:pt>
              <c:pt idx="797">
                <c:v>89.891358210337273</c:v>
              </c:pt>
              <c:pt idx="798">
                <c:v>89.892267929531187</c:v>
              </c:pt>
              <c:pt idx="799">
                <c:v>89.893167400094384</c:v>
              </c:pt>
              <c:pt idx="800">
                <c:v>89.894056767810682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F63F-45B4-99C1-E33FEE672A60}"/>
            </c:ext>
          </c:extLst>
        </c:ser>
        <c:ser>
          <c:idx val="2"/>
          <c:order val="2"/>
          <c:tx>
            <c:v>有损匹配</c:v>
          </c:tx>
          <c:spPr>
            <a:ln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-77.898360416857628</c:v>
              </c:pt>
              <c:pt idx="1">
                <c:v>-77.87060060391488</c:v>
              </c:pt>
              <c:pt idx="2">
                <c:v>-77.842708894797326</c:v>
              </c:pt>
              <c:pt idx="3">
                <c:v>-77.814684304392401</c:v>
              </c:pt>
              <c:pt idx="4">
                <c:v>-77.786525837372167</c:v>
              </c:pt>
              <c:pt idx="5">
                <c:v>-77.758232488056095</c:v>
              </c:pt>
              <c:pt idx="6">
                <c:v>-77.729803240272474</c:v>
              </c:pt>
              <c:pt idx="7">
                <c:v>-77.701237067217519</c:v>
              </c:pt>
              <c:pt idx="8">
                <c:v>-77.672532931311238</c:v>
              </c:pt>
              <c:pt idx="9">
                <c:v>-77.643689784052071</c:v>
              </c:pt>
              <c:pt idx="10">
                <c:v>-77.614706565867365</c:v>
              </c:pt>
              <c:pt idx="11">
                <c:v>-77.585582205964172</c:v>
              </c:pt>
              <c:pt idx="12">
                <c:v>-77.556315622174296</c:v>
              </c:pt>
              <c:pt idx="13">
                <c:v>-77.526905720799334</c:v>
              </c:pt>
              <c:pt idx="14">
                <c:v>-77.497351396451805</c:v>
              </c:pt>
              <c:pt idx="15">
                <c:v>-77.467651531893623</c:v>
              </c:pt>
              <c:pt idx="16">
                <c:v>-77.43780499787249</c:v>
              </c:pt>
              <c:pt idx="17">
                <c:v>-77.407810652955078</c:v>
              </c:pt>
              <c:pt idx="18">
                <c:v>-77.377667343357132</c:v>
              </c:pt>
              <c:pt idx="19">
                <c:v>-77.34737390277094</c:v>
              </c:pt>
              <c:pt idx="20">
                <c:v>-77.316929152190681</c:v>
              </c:pt>
              <c:pt idx="21">
                <c:v>-77.286331899732502</c:v>
              </c:pt>
              <c:pt idx="22">
                <c:v>-77.255580940454365</c:v>
              </c:pt>
              <c:pt idx="23">
                <c:v>-77.224675056170071</c:v>
              </c:pt>
              <c:pt idx="24">
                <c:v>-77.1936130152625</c:v>
              </c:pt>
              <c:pt idx="25">
                <c:v>-77.162393572491439</c:v>
              </c:pt>
              <c:pt idx="26">
                <c:v>-77.131015468799845</c:v>
              </c:pt>
              <c:pt idx="27">
                <c:v>-77.099477431115375</c:v>
              </c:pt>
              <c:pt idx="28">
                <c:v>-77.067778172148905</c:v>
              </c:pt>
              <c:pt idx="29">
                <c:v>-77.03591639019001</c:v>
              </c:pt>
              <c:pt idx="30">
                <c:v>-77.003890768898174</c:v>
              </c:pt>
              <c:pt idx="31">
                <c:v>-76.971699977089912</c:v>
              </c:pt>
              <c:pt idx="32">
                <c:v>-76.939342668523821</c:v>
              </c:pt>
              <c:pt idx="33">
                <c:v>-76.906817481679468</c:v>
              </c:pt>
              <c:pt idx="34">
                <c:v>-76.874123039534481</c:v>
              </c:pt>
              <c:pt idx="35">
                <c:v>-76.84125794933577</c:v>
              </c:pt>
              <c:pt idx="36">
                <c:v>-76.808220802367913</c:v>
              </c:pt>
              <c:pt idx="37">
                <c:v>-76.775010173717604</c:v>
              </c:pt>
              <c:pt idx="38">
                <c:v>-76.741624622031537</c:v>
              </c:pt>
              <c:pt idx="39">
                <c:v>-76.708062689273177</c:v>
              </c:pt>
              <c:pt idx="40">
                <c:v>-76.674322900472234</c:v>
              </c:pt>
              <c:pt idx="41">
                <c:v>-76.640403763471511</c:v>
              </c:pt>
              <c:pt idx="42">
                <c:v>-76.606303768667587</c:v>
              </c:pt>
              <c:pt idx="43">
                <c:v>-76.57202138874797</c:v>
              </c:pt>
              <c:pt idx="44">
                <c:v>-76.537555078422784</c:v>
              </c:pt>
              <c:pt idx="45">
                <c:v>-76.502903274151478</c:v>
              </c:pt>
              <c:pt idx="46">
                <c:v>-76.468064393864154</c:v>
              </c:pt>
              <c:pt idx="47">
                <c:v>-76.433036836678625</c:v>
              </c:pt>
              <c:pt idx="48">
                <c:v>-76.397818982611085</c:v>
              </c:pt>
              <c:pt idx="49">
                <c:v>-76.3624091922823</c:v>
              </c:pt>
              <c:pt idx="50">
                <c:v>-76.326805806617443</c:v>
              </c:pt>
              <c:pt idx="51">
                <c:v>-76.291007146539997</c:v>
              </c:pt>
              <c:pt idx="52">
                <c:v>-76.255011512662279</c:v>
              </c:pt>
              <c:pt idx="53">
                <c:v>-76.218817184965772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-76.109024522504612</c:v>
              </c:pt>
              <c:pt idx="57">
                <c:v>-76.072017795311041</c:v>
              </c:pt>
              <c:pt idx="58">
                <c:v>-76.034803453226303</c:v>
              </c:pt>
              <c:pt idx="59">
                <c:v>-75.997379645441697</c:v>
              </c:pt>
              <c:pt idx="60">
                <c:v>-75.959744498119974</c:v>
              </c:pt>
              <c:pt idx="61">
                <c:v>-75.921896114025785</c:v>
              </c:pt>
              <c:pt idx="62">
                <c:v>-75.883832572147867</c:v>
              </c:pt>
              <c:pt idx="63">
                <c:v>-75.845551927314901</c:v>
              </c:pt>
              <c:pt idx="64">
                <c:v>-75.807052209802904</c:v>
              </c:pt>
              <c:pt idx="65">
                <c:v>-75.768331424935482</c:v>
              </c:pt>
              <c:pt idx="66">
                <c:v>-75.729387552675803</c:v>
              </c:pt>
              <c:pt idx="67">
                <c:v>-75.690218547209966</c:v>
              </c:pt>
              <c:pt idx="68">
                <c:v>-75.650822336523007</c:v>
              </c:pt>
              <c:pt idx="69">
                <c:v>-75.611196821965791</c:v>
              </c:pt>
              <c:pt idx="70">
                <c:v>-75.571339877812562</c:v>
              </c:pt>
              <c:pt idx="71">
                <c:v>-75.531249350810711</c:v>
              </c:pt>
              <c:pt idx="72">
                <c:v>-75.490923059720032</c:v>
              </c:pt>
              <c:pt idx="73">
                <c:v>-75.450358794844391</c:v>
              </c:pt>
              <c:pt idx="74">
                <c:v>-75.409554317551709</c:v>
              </c:pt>
              <c:pt idx="75">
                <c:v>-75.368507359785141</c:v>
              </c:pt>
              <c:pt idx="76">
                <c:v>-75.32721562356457</c:v>
              </c:pt>
              <c:pt idx="77">
                <c:v>-75.285676780476706</c:v>
              </c:pt>
              <c:pt idx="78">
                <c:v>-75.243888471155159</c:v>
              </c:pt>
              <c:pt idx="79">
                <c:v>-75.20184830474993</c:v>
              </c:pt>
              <c:pt idx="80">
                <c:v>-75.159553858384911</c:v>
              </c:pt>
              <c:pt idx="81">
                <c:v>-75.117002676604585</c:v>
              </c:pt>
              <c:pt idx="82">
                <c:v>-75.074192270809775</c:v>
              </c:pt>
              <c:pt idx="83">
                <c:v>-75.031120118678885</c:v>
              </c:pt>
              <c:pt idx="84">
                <c:v>-74.987783663580373</c:v>
              </c:pt>
              <c:pt idx="85">
                <c:v>-74.944180313969383</c:v>
              </c:pt>
              <c:pt idx="86">
                <c:v>-74.900307442773681</c:v>
              </c:pt>
              <c:pt idx="87">
                <c:v>-74.856162386765348</c:v>
              </c:pt>
              <c:pt idx="88">
                <c:v>-74.811742445919279</c:v>
              </c:pt>
              <c:pt idx="89">
                <c:v>-74.76704488275746</c:v>
              </c:pt>
              <c:pt idx="90">
                <c:v>-74.722066921678973</c:v>
              </c:pt>
              <c:pt idx="91">
                <c:v>-74.676805748275996</c:v>
              </c:pt>
              <c:pt idx="92">
                <c:v>-74.631258508633977</c:v>
              </c:pt>
              <c:pt idx="93">
                <c:v>-74.585422308617268</c:v>
              </c:pt>
              <c:pt idx="94">
                <c:v>-74.539294213137595</c:v>
              </c:pt>
              <c:pt idx="95">
                <c:v>-74.492871245408111</c:v>
              </c:pt>
              <c:pt idx="96">
                <c:v>-74.446150386179895</c:v>
              </c:pt>
              <c:pt idx="97">
                <c:v>-74.399128572960791</c:v>
              </c:pt>
              <c:pt idx="98">
                <c:v>-74.351802699217643</c:v>
              </c:pt>
              <c:pt idx="99">
                <c:v>-74.304169613560703</c:v>
              </c:pt>
              <c:pt idx="100">
                <c:v>-74.2562261189087</c:v>
              </c:pt>
              <c:pt idx="101">
                <c:v>-74.207968971635992</c:v>
              </c:pt>
              <c:pt idx="102">
                <c:v>-74.159394880698898</c:v>
              </c:pt>
              <c:pt idx="103">
                <c:v>-74.110500506743946</c:v>
              </c:pt>
              <c:pt idx="104">
                <c:v>-74.061282461194054</c:v>
              </c:pt>
              <c:pt idx="105">
                <c:v>-74.011737305314085</c:v>
              </c:pt>
              <c:pt idx="106">
                <c:v>-73.961861549255758</c:v>
              </c:pt>
              <c:pt idx="107">
                <c:v>-73.911651651078259</c:v>
              </c:pt>
              <c:pt idx="108">
                <c:v>-73.861104015748609</c:v>
              </c:pt>
              <c:pt idx="109">
                <c:v>-73.810214994116521</c:v>
              </c:pt>
              <c:pt idx="110">
                <c:v>-73.758980881866194</c:v>
              </c:pt>
              <c:pt idx="111">
                <c:v>-73.707397918442737</c:v>
              </c:pt>
              <c:pt idx="112">
                <c:v>-73.655462285954897</c:v>
              </c:pt>
              <c:pt idx="113">
                <c:v>-73.603170108048715</c:v>
              </c:pt>
              <c:pt idx="114">
                <c:v>-73.550517448756878</c:v>
              </c:pt>
              <c:pt idx="115">
                <c:v>-73.497500311319442</c:v>
              </c:pt>
              <c:pt idx="116">
                <c:v>-73.444114636975996</c:v>
              </c:pt>
              <c:pt idx="117">
                <c:v>-73.390356303729376</c:v>
              </c:pt>
              <c:pt idx="118">
                <c:v>-73.336221125078524</c:v>
              </c:pt>
              <c:pt idx="119">
                <c:v>-73.281704848720594</c:v>
              </c:pt>
              <c:pt idx="120">
                <c:v>-73.226803155222413</c:v>
              </c:pt>
              <c:pt idx="121">
                <c:v>-73.171511656658112</c:v>
              </c:pt>
              <c:pt idx="122">
                <c:v>-73.115825895212737</c:v>
              </c:pt>
              <c:pt idx="123">
                <c:v>-73.059741341753437</c:v>
              </c:pt>
              <c:pt idx="124">
                <c:v>-73.003253394362417</c:v>
              </c:pt>
              <c:pt idx="125">
                <c:v>-72.946357376835721</c:v>
              </c:pt>
              <c:pt idx="126">
                <c:v>-72.889048537141932</c:v>
              </c:pt>
              <c:pt idx="127">
                <c:v>-72.831322045844786</c:v>
              </c:pt>
              <c:pt idx="128">
                <c:v>-72.773172994483716</c:v>
              </c:pt>
              <c:pt idx="129">
                <c:v>-72.714596393913581</c:v>
              </c:pt>
              <c:pt idx="130">
                <c:v>-72.655587172603177</c:v>
              </c:pt>
              <c:pt idx="131">
                <c:v>-72.596140174889896</c:v>
              </c:pt>
              <c:pt idx="132">
                <c:v>-72.536250159187802</c:v>
              </c:pt>
              <c:pt idx="133">
                <c:v>-72.475911796152445</c:v>
              </c:pt>
              <c:pt idx="134">
                <c:v>-72.415119666794851</c:v>
              </c:pt>
              <c:pt idx="135">
                <c:v>-72.35386826054922</c:v>
              </c:pt>
              <c:pt idx="136">
                <c:v>-72.292151973288085</c:v>
              </c:pt>
              <c:pt idx="137">
                <c:v>-72.229965105286468</c:v>
              </c:pt>
              <c:pt idx="138">
                <c:v>-72.167301859131925</c:v>
              </c:pt>
              <c:pt idx="139">
                <c:v>-72.104156337579425</c:v>
              </c:pt>
              <c:pt idx="140">
                <c:v>-72.040522541348622</c:v>
              </c:pt>
              <c:pt idx="141">
                <c:v>-71.976394366863204</c:v>
              </c:pt>
              <c:pt idx="142">
                <c:v>-71.911765603928785</c:v>
              </c:pt>
              <c:pt idx="143">
                <c:v>-71.846629933348751</c:v>
              </c:pt>
              <c:pt idx="144">
                <c:v>-71.780980924474946</c:v>
              </c:pt>
              <c:pt idx="145">
                <c:v>-71.714812032693118</c:v>
              </c:pt>
              <c:pt idx="146">
                <c:v>-71.648116596837156</c:v>
              </c:pt>
              <c:pt idx="147">
                <c:v>-71.580887836535538</c:v>
              </c:pt>
              <c:pt idx="148">
                <c:v>-71.513118849483448</c:v>
              </c:pt>
              <c:pt idx="149">
                <c:v>-71.444802608637076</c:v>
              </c:pt>
              <c:pt idx="150">
                <c:v>-71.375931959334665</c:v>
              </c:pt>
              <c:pt idx="151">
                <c:v>-71.306499616332715</c:v>
              </c:pt>
              <c:pt idx="152">
                <c:v>-71.236498160761769</c:v>
              </c:pt>
              <c:pt idx="153">
                <c:v>-71.165920036996027</c:v>
              </c:pt>
              <c:pt idx="154">
                <c:v>-71.094757549433879</c:v>
              </c:pt>
              <c:pt idx="155">
                <c:v>-71.023002859186931</c:v>
              </c:pt>
              <c:pt idx="156">
                <c:v>-70.950647980675612</c:v>
              </c:pt>
              <c:pt idx="157">
                <c:v>-70.877684778124788</c:v>
              </c:pt>
              <c:pt idx="158">
                <c:v>-70.804104961962693</c:v>
              </c:pt>
              <c:pt idx="159">
                <c:v>-70.729900085110998</c:v>
              </c:pt>
              <c:pt idx="160">
                <c:v>-70.655061539170305</c:v>
              </c:pt>
              <c:pt idx="161">
                <c:v>-70.579580550492864</c:v>
              </c:pt>
              <c:pt idx="162">
                <c:v>-70.503448176140381</c:v>
              </c:pt>
              <c:pt idx="163">
                <c:v>-70.426655299723677</c:v>
              </c:pt>
              <c:pt idx="164">
                <c:v>-70.349192627117716</c:v>
              </c:pt>
              <c:pt idx="165">
                <c:v>-70.271050682050415</c:v>
              </c:pt>
              <c:pt idx="166">
                <c:v>-70.19221980155973</c:v>
              </c:pt>
              <c:pt idx="167">
                <c:v>-70.112690131312661</c:v>
              </c:pt>
              <c:pt idx="168">
                <c:v>-70.032451620787924</c:v>
              </c:pt>
              <c:pt idx="169">
                <c:v>-69.95149401830588</c:v>
              </c:pt>
              <c:pt idx="170">
                <c:v>-69.869806865912949</c:v>
              </c:pt>
              <c:pt idx="171">
                <c:v>-69.787379494107967</c:v>
              </c:pt>
              <c:pt idx="172">
                <c:v>-69.704201016405804</c:v>
              </c:pt>
              <c:pt idx="173">
                <c:v>-69.620260323734115</c:v>
              </c:pt>
              <c:pt idx="174">
                <c:v>-69.535546078657177</c:v>
              </c:pt>
              <c:pt idx="175">
                <c:v>-69.450046709418018</c:v>
              </c:pt>
              <c:pt idx="176">
                <c:v>-69.363750403795862</c:v>
              </c:pt>
              <c:pt idx="177">
                <c:v>-69.276645102771027</c:v>
              </c:pt>
              <c:pt idx="178">
                <c:v>-69.188718493987608</c:v>
              </c:pt>
              <c:pt idx="179">
                <c:v>-69.099958005010819</c:v>
              </c:pt>
              <c:pt idx="180">
                <c:v>-69.010350796369849</c:v>
              </c:pt>
              <c:pt idx="181">
                <c:v>-68.919883754375022</c:v>
              </c:pt>
              <c:pt idx="182">
                <c:v>-68.828543483707605</c:v>
              </c:pt>
              <c:pt idx="183">
                <c:v>-68.736316299768106</c:v>
              </c:pt>
              <c:pt idx="184">
                <c:v>-68.643188220775713</c:v>
              </c:pt>
              <c:pt idx="185">
                <c:v>-68.549144959613287</c:v>
              </c:pt>
              <c:pt idx="186">
                <c:v>-68.454171915399087</c:v>
              </c:pt>
              <c:pt idx="187">
                <c:v>-68.358254164787112</c:v>
              </c:pt>
              <c:pt idx="188">
                <c:v>-68.261376452977274</c:v>
              </c:pt>
              <c:pt idx="189">
                <c:v>-68.16352318442425</c:v>
              </c:pt>
              <c:pt idx="190">
                <c:v>-68.064678413239776</c:v>
              </c:pt>
              <c:pt idx="191">
                <c:v>-67.964825833270709</c:v>
              </c:pt>
              <c:pt idx="192">
                <c:v>-67.863948767842473</c:v>
              </c:pt>
              <c:pt idx="193">
                <c:v>-67.762030159157661</c:v>
              </c:pt>
              <c:pt idx="194">
                <c:v>-67.659052557328877</c:v>
              </c:pt>
              <c:pt idx="195">
                <c:v>-67.55499810904027</c:v>
              </c:pt>
              <c:pt idx="196">
                <c:v>-67.449848545819918</c:v>
              </c:pt>
              <c:pt idx="197">
                <c:v>-67.343585171902149</c:v>
              </c:pt>
              <c:pt idx="198">
                <c:v>-67.236188851675649</c:v>
              </c:pt>
              <c:pt idx="199">
                <c:v>-67.127639996688558</c:v>
              </c:pt>
              <c:pt idx="200">
                <c:v>-67.017918552201124</c:v>
              </c:pt>
              <c:pt idx="201">
                <c:v>-66.90700398326382</c:v>
              </c:pt>
              <c:pt idx="202">
                <c:v>-66.794875260305091</c:v>
              </c:pt>
              <c:pt idx="203">
                <c:v>-66.681510844203075</c:v>
              </c:pt>
              <c:pt idx="204">
                <c:v>-66.566888670830721</c:v>
              </c:pt>
              <c:pt idx="205">
                <c:v>-66.450986135039841</c:v>
              </c:pt>
              <c:pt idx="206">
                <c:v>-66.333780074072521</c:v>
              </c:pt>
              <c:pt idx="207">
                <c:v>-66.215246750371776</c:v>
              </c:pt>
              <c:pt idx="208">
                <c:v>-66.095361833763633</c:v>
              </c:pt>
              <c:pt idx="209">
                <c:v>-65.974100382991637</c:v>
              </c:pt>
              <c:pt idx="210">
                <c:v>-65.851436826572851</c:v>
              </c:pt>
              <c:pt idx="211">
                <c:v>-65.727344942944683</c:v>
              </c:pt>
              <c:pt idx="212">
                <c:v>-65.601797839881513</c:v>
              </c:pt>
              <c:pt idx="213">
                <c:v>-65.474767933139603</c:v>
              </c:pt>
              <c:pt idx="214">
                <c:v>-65.346226924306876</c:v>
              </c:pt>
              <c:pt idx="215">
                <c:v>-65.216145777819349</c:v>
              </c:pt>
              <c:pt idx="216">
                <c:v>-65.084494697109918</c:v>
              </c:pt>
              <c:pt idx="217">
                <c:v>-64.951243099853272</c:v>
              </c:pt>
              <c:pt idx="218">
                <c:v>-64.816359592270103</c:v>
              </c:pt>
              <c:pt idx="219">
                <c:v>-64.679811942443052</c:v>
              </c:pt>
              <c:pt idx="220">
                <c:v>-64.541567052614951</c:v>
              </c:pt>
              <c:pt idx="221">
                <c:v>-64.401590930410975</c:v>
              </c:pt>
              <c:pt idx="222">
                <c:v>-64.259848658951313</c:v>
              </c:pt>
              <c:pt idx="223">
                <c:v>-64.116304365796609</c:v>
              </c:pt>
              <c:pt idx="224">
                <c:v>-63.970921190679931</c:v>
              </c:pt>
              <c:pt idx="225">
                <c:v>-63.823661251975381</c:v>
              </c:pt>
              <c:pt idx="226">
                <c:v>-63.674485611841085</c:v>
              </c:pt>
              <c:pt idx="227">
                <c:v>-63.523354239986169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-62.898430441322262</c:v>
              </c:pt>
              <c:pt idx="232">
                <c:v>-62.736878997411708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-62.238701498095921</c:v>
              </c:pt>
              <c:pt idx="236">
                <c:v>-62.067967020128506</c:v>
              </c:pt>
              <c:pt idx="237">
                <c:v>-61.894807334931443</c:v>
              </c:pt>
              <c:pt idx="238">
                <c:v>-61.719167542769348</c:v>
              </c:pt>
              <c:pt idx="239">
                <c:v>-61.540991083997852</c:v>
              </c:pt>
              <c:pt idx="240">
                <c:v>-61.360219678252548</c:v>
              </c:pt>
              <c:pt idx="241">
                <c:v>-61.176793261108799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-60.609955131241001</c:v>
              </c:pt>
              <c:pt idx="245">
                <c:v>-60.41526997516447</c:v>
              </c:pt>
              <c:pt idx="246">
                <c:v>-60.217600316445782</c:v>
              </c:pt>
              <c:pt idx="247">
                <c:v>-60.016873899971834</c:v>
              </c:pt>
              <c:pt idx="248">
                <c:v>-59.813016162424717</c:v>
              </c:pt>
              <c:pt idx="249">
                <c:v>-59.605950144277898</c:v>
              </c:pt>
              <c:pt idx="250">
                <c:v>-59.395596398080052</c:v>
              </c:pt>
              <c:pt idx="251">
                <c:v>-59.181872892860099</c:v>
              </c:pt>
              <c:pt idx="252">
                <c:v>-58.964694914491155</c:v>
              </c:pt>
              <c:pt idx="253">
                <c:v>-58.743974961848068</c:v>
              </c:pt>
              <c:pt idx="254">
                <c:v>-58.519622638575555</c:v>
              </c:pt>
              <c:pt idx="255">
                <c:v>-58.291544540286573</c:v>
              </c:pt>
              <c:pt idx="256">
                <c:v>-58.059644137019141</c:v>
              </c:pt>
              <c:pt idx="257">
                <c:v>-57.823821650734537</c:v>
              </c:pt>
              <c:pt idx="258">
                <c:v>-57.583973927689804</c:v>
              </c:pt>
              <c:pt idx="259">
                <c:v>-57.339994305466398</c:v>
              </c:pt>
              <c:pt idx="260">
                <c:v>-57.0917724744588</c:v>
              </c:pt>
              <c:pt idx="261">
                <c:v>-56.839194333620547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-56.054120972378328</c:v>
              </c:pt>
              <c:pt idx="265">
                <c:v>-55.78289536489676</c:v>
              </c:pt>
              <c:pt idx="266">
                <c:v>-55.506680593581407</c:v>
              </c:pt>
              <c:pt idx="267">
                <c:v>-55.225336431628229</c:v>
              </c:pt>
              <c:pt idx="268">
                <c:v>-54.938717672861017</c:v>
              </c:pt>
              <c:pt idx="269">
                <c:v>-54.646673934208671</c:v>
              </c:pt>
              <c:pt idx="270">
                <c:v>-54.349049450692014</c:v>
              </c:pt>
              <c:pt idx="271">
                <c:v>-54.045682862770661</c:v>
              </c:pt>
              <c:pt idx="272">
                <c:v>-53.736406995950041</c:v>
              </c:pt>
              <c:pt idx="273">
                <c:v>-53.421048632539474</c:v>
              </c:pt>
              <c:pt idx="274">
                <c:v>-53.099428275509027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-52.095100902182949</c:v>
              </c:pt>
              <c:pt idx="278">
                <c:v>-51.746503306982568</c:v>
              </c:pt>
              <c:pt idx="279">
                <c:v>-51.390643227614738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-49.890002696417874</c:v>
              </c:pt>
              <c:pt idx="284">
                <c:v>-49.494324257150332</c:v>
              </c:pt>
              <c:pt idx="285">
                <c:v>-49.089919740051371</c:v>
              </c:pt>
              <c:pt idx="286">
                <c:v>-48.676513180110547</c:v>
              </c:pt>
              <c:pt idx="287">
                <c:v>-48.253818637693392</c:v>
              </c:pt>
              <c:pt idx="288">
                <c:v>-47.821539889131209</c:v>
              </c:pt>
              <c:pt idx="289">
                <c:v>-47.379370120611988</c:v>
              </c:pt>
              <c:pt idx="290">
                <c:v>-46.926991627859898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-45.505257369132657</c:v>
              </c:pt>
              <c:pt idx="294">
                <c:v>-45.008639202365558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-43.445395978826312</c:v>
              </c:pt>
              <c:pt idx="298">
                <c:v>-42.898514827604679</c:v>
              </c:pt>
              <c:pt idx="299">
                <c:v>-42.338033499628821</c:v>
              </c:pt>
              <c:pt idx="300">
                <c:v>-41.763512925725081</c:v>
              </c:pt>
              <c:pt idx="301">
                <c:v>-41.174501471523087</c:v>
              </c:pt>
              <c:pt idx="302">
                <c:v>-40.570535114513412</c:v>
              </c:pt>
              <c:pt idx="303">
                <c:v>-39.951137721418547</c:v>
              </c:pt>
              <c:pt idx="304">
                <c:v>-39.315821440919848</c:v>
              </c:pt>
              <c:pt idx="305">
                <c:v>-38.664087228309945</c:v>
              </c:pt>
              <c:pt idx="306">
                <c:v>-37.995425520389347</c:v>
              </c:pt>
              <c:pt idx="307">
                <c:v>-37.309317080599634</c:v>
              </c:pt>
              <c:pt idx="308">
                <c:v>-36.605234036212657</c:v>
              </c:pt>
              <c:pt idx="309">
                <c:v>-35.882641131203144</c:v>
              </c:pt>
              <c:pt idx="310">
                <c:v>-35.140997220130473</c:v>
              </c:pt>
              <c:pt idx="311">
                <c:v>-34.379757030116245</c:v>
              </c:pt>
              <c:pt idx="312">
                <c:v>-33.598373219501902</c:v>
              </c:pt>
              <c:pt idx="313">
                <c:v>-32.796298763021319</c:v>
              </c:pt>
              <c:pt idx="314">
                <c:v>-31.972989694329371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-27.519531332008231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-9.0975942160724603</c:v>
              </c:pt>
              <c:pt idx="336">
                <c:v>-7.7403819422036841</c:v>
              </c:pt>
              <c:pt idx="337">
                <c:v>-6.3632846534193854</c:v>
              </c:pt>
              <c:pt idx="338">
                <c:v>-4.9677280380368209</c:v>
              </c:pt>
              <c:pt idx="339">
                <c:v>-3.5553026754253785</c:v>
              </c:pt>
              <c:pt idx="340">
                <c:v>-2.1277623704162201</c:v>
              </c:pt>
              <c:pt idx="341">
                <c:v>-0.68702020824245225</c:v>
              </c:pt>
              <c:pt idx="342">
                <c:v>0.76485775143428325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5.1645494862668926</c:v>
              </c:pt>
              <c:pt idx="346">
                <c:v>6.6376017109002445</c:v>
              </c:pt>
              <c:pt idx="347">
                <c:v>8.1095457610382553</c:v>
              </c:pt>
              <c:pt idx="348">
                <c:v>9.5776539758567125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15.355765973972151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23.434097980245721</c:v>
              </c:pt>
              <c:pt idx="359">
                <c:v>24.677753565744926</c:v>
              </c:pt>
              <c:pt idx="360">
                <c:v>25.885510609343271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31.307336912069541</c:v>
              </c:pt>
              <c:pt idx="366">
                <c:v>32.253146340572883</c:v>
              </c:pt>
              <c:pt idx="367">
                <c:v>33.147743524010771</c:v>
              </c:pt>
              <c:pt idx="368">
                <c:v>33.988902802872367</c:v>
              </c:pt>
              <c:pt idx="369">
                <c:v>34.774311666587828</c:v>
              </c:pt>
              <c:pt idx="370">
                <c:v>35.501536606455822</c:v>
              </c:pt>
              <c:pt idx="371">
                <c:v>36.167985195820634</c:v>
              </c:pt>
              <c:pt idx="372">
                <c:v>36.770864038846888</c:v>
              </c:pt>
              <c:pt idx="373">
                <c:v>37.307132134508606</c:v>
              </c:pt>
              <c:pt idx="374">
                <c:v>37.773449106631041</c:v>
              </c:pt>
              <c:pt idx="375">
                <c:v>38.166117660182174</c:v>
              </c:pt>
              <c:pt idx="376">
                <c:v>38.481019548075338</c:v>
              </c:pt>
              <c:pt idx="377">
                <c:v>38.713544286618642</c:v>
              </c:pt>
              <c:pt idx="378">
                <c:v>38.85850986485741</c:v>
              </c:pt>
              <c:pt idx="379">
                <c:v>38.910074789969869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38.433958496652622</c:v>
              </c:pt>
              <c:pt idx="383">
                <c:v>38.036738111031276</c:v>
              </c:pt>
              <c:pt idx="384">
                <c:v>37.503334265179063</c:v>
              </c:pt>
              <c:pt idx="385">
                <c:v>36.821660543861796</c:v>
              </c:pt>
              <c:pt idx="386">
                <c:v>35.978200390522211</c:v>
              </c:pt>
              <c:pt idx="387">
                <c:v>34.957949597777024</c:v>
              </c:pt>
              <c:pt idx="388">
                <c:v>33.744427708031068</c:v>
              </c:pt>
              <c:pt idx="389">
                <c:v>32.319801958008519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21.373618665959821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-5.4595907123237017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-18.326518403609779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-38.103618049667517</c:v>
              </c:pt>
              <c:pt idx="411">
                <c:v>-40.447357748775566</c:v>
              </c:pt>
              <c:pt idx="412">
                <c:v>-42.548329570617199</c:v>
              </c:pt>
              <c:pt idx="413">
                <c:v>-44.425911809485115</c:v>
              </c:pt>
              <c:pt idx="414">
                <c:v>-46.099743766775603</c:v>
              </c:pt>
              <c:pt idx="415">
                <c:v>-47.588879288451906</c:v>
              </c:pt>
              <c:pt idx="416">
                <c:v>-48.911276477557479</c:v>
              </c:pt>
              <c:pt idx="417">
                <c:v>-50.083527805749682</c:v>
              </c:pt>
              <c:pt idx="418">
                <c:v>-51.120753294570463</c:v>
              </c:pt>
              <c:pt idx="419">
                <c:v>-52.03659865283359</c:v>
              </c:pt>
              <c:pt idx="420">
                <c:v>-52.843296889231851</c:v>
              </c:pt>
              <c:pt idx="421">
                <c:v>-53.551764989781887</c:v>
              </c:pt>
              <c:pt idx="422">
                <c:v>-54.171716916618941</c:v>
              </c:pt>
              <c:pt idx="423">
                <c:v>-54.711781036800723</c:v>
              </c:pt>
              <c:pt idx="424">
                <c:v>-55.179614789420832</c:v>
              </c:pt>
              <c:pt idx="425">
                <c:v>-55.582012532802707</c:v>
              </c:pt>
              <c:pt idx="426">
                <c:v>-55.925004546342556</c:v>
              </c:pt>
              <c:pt idx="427">
                <c:v>-56.213946440691039</c:v>
              </c:pt>
              <c:pt idx="428">
                <c:v>-56.453599004425428</c:v>
              </c:pt>
              <c:pt idx="429">
                <c:v>-56.648198958632619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-57.064259274363607</c:v>
              </c:pt>
              <c:pt idx="435">
                <c:v>-57.055135313650723</c:v>
              </c:pt>
              <c:pt idx="436">
                <c:v>-57.020323128041447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-56.778393351248191</c:v>
              </c:pt>
              <c:pt idx="440">
                <c:v>-56.656668891875839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-56.184556727182269</c:v>
              </c:pt>
              <c:pt idx="444">
                <c:v>-55.994710417163439</c:v>
              </c:pt>
              <c:pt idx="445">
                <c:v>-55.78999246895733</c:v>
              </c:pt>
              <c:pt idx="446">
                <c:v>-55.571109140822863</c:v>
              </c:pt>
              <c:pt idx="447">
                <c:v>-55.338701336948027</c:v>
              </c:pt>
              <c:pt idx="448">
                <c:v>-55.093350873325342</c:v>
              </c:pt>
              <c:pt idx="449">
                <c:v>-54.83558606765444</c:v>
              </c:pt>
              <c:pt idx="450">
                <c:v>-54.565886735302257</c:v>
              </c:pt>
              <c:pt idx="451">
                <c:v>-54.284688662646879</c:v>
              </c:pt>
              <c:pt idx="452">
                <c:v>-53.992387619948332</c:v>
              </c:pt>
              <c:pt idx="453">
                <c:v>-53.68934296792888</c:v>
              </c:pt>
              <c:pt idx="454">
                <c:v>-53.375880905418001</c:v>
              </c:pt>
              <c:pt idx="455">
                <c:v>-53.052297399481127</c:v>
              </c:pt>
              <c:pt idx="456">
                <c:v>-52.718860834347559</c:v>
              </c:pt>
              <c:pt idx="457">
                <c:v>-52.375814411004541</c:v>
              </c:pt>
              <c:pt idx="458">
                <c:v>-52.023378325480152</c:v>
              </c:pt>
              <c:pt idx="459">
                <c:v>-51.661751750505843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-50.523442337413698</c:v>
              </c:pt>
              <c:pt idx="463">
                <c:v>-50.126685153585917</c:v>
              </c:pt>
              <c:pt idx="464">
                <c:v>-49.721476130446547</c:v>
              </c:pt>
              <c:pt idx="465">
                <c:v>-49.307921354258404</c:v>
              </c:pt>
              <c:pt idx="466">
                <c:v>-48.886115800684941</c:v>
              </c:pt>
              <c:pt idx="467">
                <c:v>-48.456144349849019</c:v>
              </c:pt>
              <c:pt idx="468">
                <c:v>-48.018082731669899</c:v>
              </c:pt>
              <c:pt idx="469">
                <c:v>-47.571998408996834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-46.186176877203643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-43.720487715646151</c:v>
              </c:pt>
              <c:pt idx="478">
                <c:v>-43.204245915556896</c:v>
              </c:pt>
              <c:pt idx="479">
                <c:v>-42.680362751588788</c:v>
              </c:pt>
              <c:pt idx="480">
                <c:v>-42.148860763356623</c:v>
              </c:pt>
              <c:pt idx="481">
                <c:v>-41.60976183589441</c:v>
              </c:pt>
              <c:pt idx="482">
                <c:v>-41.063087688018683</c:v>
              </c:pt>
              <c:pt idx="483">
                <c:v>-40.508860348027362</c:v>
              </c:pt>
              <c:pt idx="484">
                <c:v>-39.947102617847399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-38.216896163725607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-36.419904664585623</c:v>
              </c:pt>
              <c:pt idx="491">
                <c:v>-35.806230445169241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-33.921802545843278</c:v>
              </c:pt>
              <c:pt idx="495">
                <c:v>-33.279371581753431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-30.639977011079871</c:v>
              </c:pt>
              <c:pt idx="500">
                <c:v>-29.963111953720141</c:v>
              </c:pt>
              <c:pt idx="501">
                <c:v>-29.279624434360215</c:v>
              </c:pt>
              <c:pt idx="502">
                <c:v>-28.589619038132671</c:v>
              </c:pt>
              <c:pt idx="503">
                <c:v>-27.893207882362582</c:v>
              </c:pt>
              <c:pt idx="504">
                <c:v>-27.190510814058879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-23.587491978963438</c:v>
              </c:pt>
              <c:pt idx="510">
                <c:v>-22.850047372194496</c:v>
              </c:pt>
              <c:pt idx="511">
                <c:v>-22.107383188846839</c:v>
              </c:pt>
              <c:pt idx="512">
                <c:v>-21.359684918335379</c:v>
              </c:pt>
              <c:pt idx="513">
                <c:v>-20.60714626005452</c:v>
              </c:pt>
              <c:pt idx="514">
                <c:v>-19.849969009215041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-11.280052094445089</c:v>
              </c:pt>
              <c:pt idx="526">
                <c:v>-10.485582699733042</c:v>
              </c:pt>
              <c:pt idx="527">
                <c:v>-9.6897166210237735</c:v>
              </c:pt>
              <c:pt idx="528">
                <c:v>-8.8927369803564673</c:v>
              </c:pt>
              <c:pt idx="529">
                <c:v>-8.0949291686078482</c:v>
              </c:pt>
              <c:pt idx="530">
                <c:v>-7.2965802511809255</c:v>
              </c:pt>
              <c:pt idx="531">
                <c:v>-6.4979783626332468</c:v>
              </c:pt>
              <c:pt idx="532">
                <c:v>-5.6994120936386921</c:v>
              </c:pt>
              <c:pt idx="533">
                <c:v>-4.90116987370424</c:v>
              </c:pt>
              <c:pt idx="534">
                <c:v>-4.1035393531678714</c:v>
              </c:pt>
              <c:pt idx="535">
                <c:v>-3.3068067878927621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-0.92482574453812794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1.4390280158103621</c:v>
              </c:pt>
              <c:pt idx="542">
                <c:v>2.2217016966501735</c:v>
              </c:pt>
              <c:pt idx="543">
                <c:v>3.0013078671968612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5.3192742849444521</c:v>
              </c:pt>
              <c:pt idx="547">
                <c:v>6.0841983893875113</c:v>
              </c:pt>
              <c:pt idx="548">
                <c:v>6.8448852186974207</c:v>
              </c:pt>
              <c:pt idx="549">
                <c:v>7.6011237129886817</c:v>
              </c:pt>
              <c:pt idx="550">
                <c:v>8.3527111090546864</c:v>
              </c:pt>
              <c:pt idx="551">
                <c:v>9.0994531552463798</c:v>
              </c:pt>
              <c:pt idx="552">
                <c:v>9.8411642910977069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18.957476120972508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20.907609594994991</c:v>
              </c:pt>
              <c:pt idx="569">
                <c:v>21.544040856436318</c:v>
              </c:pt>
              <c:pt idx="570">
                <c:v>22.173605060610178</c:v>
              </c:pt>
              <c:pt idx="571">
                <c:v>22.796276434645019</c:v>
              </c:pt>
              <c:pt idx="572">
                <c:v>23.412035845226775</c:v>
              </c:pt>
              <c:pt idx="573">
                <c:v>24.020870538080491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25.805788902720771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28.088967192308399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30.789669085603041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33.324777633643983</c:v>
              </c:pt>
              <c:pt idx="591">
                <c:v>33.812496214669387</c:v>
              </c:pt>
              <c:pt idx="592">
                <c:v>34.293917269526311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35.701026088161399</c:v>
              </c:pt>
              <c:pt idx="596">
                <c:v>36.157894868587121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37.492943091982099</c:v>
              </c:pt>
              <c:pt idx="600">
                <c:v>37.926337210365041</c:v>
              </c:pt>
              <c:pt idx="601">
                <c:v>38.354037370982709</c:v>
              </c:pt>
              <c:pt idx="602">
                <c:v>38.776114531814706</c:v>
              </c:pt>
              <c:pt idx="603">
                <c:v>39.192639999223893</c:v>
              </c:pt>
              <c:pt idx="604">
                <c:v>39.603685329930691</c:v>
              </c:pt>
              <c:pt idx="605">
                <c:v>40.009322238968537</c:v>
              </c:pt>
              <c:pt idx="606">
                <c:v>40.409622513358748</c:v>
              </c:pt>
              <c:pt idx="607">
                <c:v>40.804657931308682</c:v>
              </c:pt>
              <c:pt idx="608">
                <c:v>41.194500186729364</c:v>
              </c:pt>
              <c:pt idx="609">
                <c:v>41.579220818838053</c:v>
              </c:pt>
              <c:pt idx="610">
                <c:v>41.958891146630243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43.428484801579877</c:v>
              </c:pt>
              <c:pt idx="615">
                <c:v>43.783961668214275</c:v>
              </c:pt>
              <c:pt idx="616">
                <c:v>44.134808411742178</c:v>
              </c:pt>
              <c:pt idx="617">
                <c:v>44.481093340507506</c:v>
              </c:pt>
              <c:pt idx="618">
                <c:v>44.822884169095659</c:v>
              </c:pt>
              <c:pt idx="619">
                <c:v>45.160247987547649</c:v>
              </c:pt>
              <c:pt idx="620">
                <c:v>45.493251233501468</c:v>
              </c:pt>
              <c:pt idx="621">
                <c:v>45.821959667113092</c:v>
              </c:pt>
              <c:pt idx="622">
                <c:v>46.146438348579643</c:v>
              </c:pt>
              <c:pt idx="623">
                <c:v>46.466751618127233</c:v>
              </c:pt>
              <c:pt idx="624">
                <c:v>46.782963078305833</c:v>
              </c:pt>
              <c:pt idx="625">
                <c:v>47.095135578467648</c:v>
              </c:pt>
              <c:pt idx="626">
                <c:v>47.403331201273502</c:v>
              </c:pt>
              <c:pt idx="627">
                <c:v>47.707611251120944</c:v>
              </c:pt>
              <c:pt idx="628">
                <c:v>48.008036244357932</c:v>
              </c:pt>
              <c:pt idx="629">
                <c:v>48.304665901170033</c:v>
              </c:pt>
              <c:pt idx="630">
                <c:v>48.597559139036122</c:v>
              </c:pt>
              <c:pt idx="631">
                <c:v>48.886774067634455</c:v>
              </c:pt>
              <c:pt idx="632">
                <c:v>49.172367985116267</c:v>
              </c:pt>
              <c:pt idx="633">
                <c:v>49.454397375635949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50.279650997356597</c:v>
              </c:pt>
              <c:pt idx="637">
                <c:v>50.547970818618928</c:v>
              </c:pt>
              <c:pt idx="638">
                <c:v>50.812996314865309</c:v>
              </c:pt>
              <c:pt idx="639">
                <c:v>51.074779094446413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51.841175202914968</c:v>
              </c:pt>
              <c:pt idx="643">
                <c:v>52.090487217177291</c:v>
              </c:pt>
              <c:pt idx="644">
                <c:v>52.336802617832454</c:v>
              </c:pt>
              <c:pt idx="645">
                <c:v>52.580168279079437</c:v>
              </c:pt>
              <c:pt idx="646">
                <c:v>52.820630309046862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53.525044365364231</c:v>
              </c:pt>
              <c:pt idx="650">
                <c:v>53.754337906178094</c:v>
              </c:pt>
              <c:pt idx="651">
                <c:v>53.980947145617122</c:v>
              </c:pt>
              <c:pt idx="652">
                <c:v>54.204913767505829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54.861364227048377</c:v>
              </c:pt>
              <c:pt idx="656">
                <c:v>55.075163230930833</c:v>
              </c:pt>
              <c:pt idx="657">
                <c:v>55.28651762989697</c:v>
              </c:pt>
              <c:pt idx="658">
                <c:v>55.495465012134638</c:v>
              </c:pt>
              <c:pt idx="659">
                <c:v>55.702042317060638</c:v>
              </c:pt>
              <c:pt idx="660">
                <c:v>55.906285845118916</c:v>
              </c:pt>
              <c:pt idx="661">
                <c:v>56.108231267596338</c:v>
              </c:pt>
              <c:pt idx="662">
                <c:v>56.307913636442031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56.893723856172208</c:v>
              </c:pt>
              <c:pt idx="666">
                <c:v>57.084692485579204</c:v>
              </c:pt>
              <c:pt idx="667">
                <c:v>57.273564372922401</c:v>
              </c:pt>
              <c:pt idx="668">
                <c:v>57.460371058692068</c:v>
              </c:pt>
              <c:pt idx="669">
                <c:v>57.645143531768483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58.187557486878077</c:v>
              </c:pt>
              <c:pt idx="673">
                <c:v>58.364492293935598</c:v>
              </c:pt>
              <c:pt idx="674">
                <c:v>58.539539885438266</c:v>
              </c:pt>
              <c:pt idx="675">
                <c:v>58.712728135440052</c:v>
              </c:pt>
              <c:pt idx="676">
                <c:v>58.884084430425943</c:v>
              </c:pt>
              <c:pt idx="677">
                <c:v>59.053635678051116</c:v>
              </c:pt>
              <c:pt idx="678">
                <c:v>59.221408315766993</c:v>
              </c:pt>
              <c:pt idx="679">
                <c:v>59.387428319332514</c:v>
              </c:pt>
              <c:pt idx="680">
                <c:v>59.551721211206292</c:v>
              </c:pt>
              <c:pt idx="681">
                <c:v>59.714312068823389</c:v>
              </c:pt>
              <c:pt idx="682">
                <c:v>59.87522553275015</c:v>
              </c:pt>
              <c:pt idx="683">
                <c:v>60.034485814717613</c:v>
              </c:pt>
              <c:pt idx="684">
                <c:v>60.192116705534652</c:v>
              </c:pt>
              <c:pt idx="685">
                <c:v>60.348141582879201</c:v>
              </c:pt>
              <c:pt idx="686">
                <c:v>60.502583418963845</c:v>
              </c:pt>
              <c:pt idx="687">
                <c:v>60.655464788080288</c:v>
              </c:pt>
              <c:pt idx="688">
                <c:v>60.80680787402153</c:v>
              </c:pt>
              <c:pt idx="689">
                <c:v>60.956634477379197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61.397227799707537</c:v>
              </c:pt>
              <c:pt idx="693">
                <c:v>61.541199063244846</c:v>
              </c:pt>
              <c:pt idx="694">
                <c:v>61.683757346058691</c:v>
              </c:pt>
              <c:pt idx="695">
                <c:v>61.824922295990149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62.240248632284931</c:v>
              </c:pt>
              <c:pt idx="699">
                <c:v>62.376030113441061</c:v>
              </c:pt>
              <c:pt idx="700">
                <c:v>62.510511593436469</c:v>
              </c:pt>
              <c:pt idx="701">
                <c:v>62.643710799890542</c:v>
              </c:pt>
              <c:pt idx="702">
                <c:v>62.775645161247567</c:v>
              </c:pt>
              <c:pt idx="703">
                <c:v>62.906331812442033</c:v>
              </c:pt>
              <c:pt idx="704">
                <c:v>63.035787600458782</c:v>
              </c:pt>
              <c:pt idx="705">
                <c:v>63.164029089783732</c:v>
              </c:pt>
              <c:pt idx="706">
                <c:v>63.291072567753396</c:v>
              </c:pt>
              <c:pt idx="707">
                <c:v>63.416934049798897</c:v>
              </c:pt>
              <c:pt idx="708">
                <c:v>63.541629284592645</c:v>
              </c:pt>
              <c:pt idx="709">
                <c:v>63.665173759090663</c:v>
              </c:pt>
              <c:pt idx="710">
                <c:v>63.787582703480538</c:v>
              </c:pt>
              <c:pt idx="711">
                <c:v>63.908871096030332</c:v>
              </c:pt>
              <c:pt idx="712">
                <c:v>64.029053667845304</c:v>
              </c:pt>
              <c:pt idx="713">
                <c:v>64.148144907527922</c:v>
              </c:pt>
              <c:pt idx="714">
                <c:v>64.266159065749704</c:v>
              </c:pt>
              <c:pt idx="715">
                <c:v>64.383110159729242</c:v>
              </c:pt>
              <c:pt idx="716">
                <c:v>64.499011977624917</c:v>
              </c:pt>
              <c:pt idx="717">
                <c:v>64.613878082838625</c:v>
              </c:pt>
              <c:pt idx="718">
                <c:v>64.727721818233704</c:v>
              </c:pt>
              <c:pt idx="719">
                <c:v>64.840556310272476</c:v>
              </c:pt>
              <c:pt idx="720">
                <c:v>64.952394473065652</c:v>
              </c:pt>
              <c:pt idx="721">
                <c:v>65.063249012345665</c:v>
              </c:pt>
              <c:pt idx="722">
                <c:v>65.173132429359413</c:v>
              </c:pt>
              <c:pt idx="723">
                <c:v>65.282057024680455</c:v>
              </c:pt>
              <c:pt idx="724">
                <c:v>65.390034901949292</c:v>
              </c:pt>
              <c:pt idx="725">
                <c:v>65.497077971536925</c:v>
              </c:pt>
              <c:pt idx="726">
                <c:v>65.603197954131844</c:v>
              </c:pt>
              <c:pt idx="727">
                <c:v>65.708406384260329</c:v>
              </c:pt>
              <c:pt idx="728">
                <c:v>65.812714613732354</c:v>
              </c:pt>
              <c:pt idx="729">
                <c:v>65.916133815019151</c:v>
              </c:pt>
              <c:pt idx="730">
                <c:v>66.018674984563532</c:v>
              </c:pt>
              <c:pt idx="731">
                <c:v>66.120348946023398</c:v>
              </c:pt>
              <c:pt idx="732">
                <c:v>66.221166353448751</c:v>
              </c:pt>
              <c:pt idx="733">
                <c:v>66.321137694398274</c:v>
              </c:pt>
              <c:pt idx="734">
                <c:v>66.420273292987474</c:v>
              </c:pt>
              <c:pt idx="735">
                <c:v>66.518583312881958</c:v>
              </c:pt>
              <c:pt idx="736">
                <c:v>66.616077760226986</c:v>
              </c:pt>
              <c:pt idx="737">
                <c:v>66.712766486517125</c:v>
              </c:pt>
              <c:pt idx="738">
                <c:v>66.808659191411564</c:v>
              </c:pt>
              <c:pt idx="739">
                <c:v>66.903765425490349</c:v>
              </c:pt>
              <c:pt idx="740">
                <c:v>66.998094592956463</c:v>
              </c:pt>
              <c:pt idx="741">
                <c:v>67.091655954283667</c:v>
              </c:pt>
              <c:pt idx="742">
                <c:v>67.184458628809622</c:v>
              </c:pt>
              <c:pt idx="743">
                <c:v>67.27651159727931</c:v>
              </c:pt>
              <c:pt idx="744">
                <c:v>67.367823704337695</c:v>
              </c:pt>
              <c:pt idx="745">
                <c:v>67.458403660969694</c:v>
              </c:pt>
              <c:pt idx="746">
                <c:v>67.548260046893006</c:v>
              </c:pt>
              <c:pt idx="747">
                <c:v>67.637401312904785</c:v>
              </c:pt>
              <c:pt idx="748">
                <c:v>67.725835783178908</c:v>
              </c:pt>
              <c:pt idx="749">
                <c:v>67.813571657518438</c:v>
              </c:pt>
              <c:pt idx="750">
                <c:v>67.900617013564187</c:v>
              </c:pt>
              <c:pt idx="751">
                <c:v>67.986979808956804</c:v>
              </c:pt>
              <c:pt idx="752">
                <c:v>68.072667883459687</c:v>
              </c:pt>
              <c:pt idx="753">
                <c:v>68.157688961035973</c:v>
              </c:pt>
              <c:pt idx="754">
                <c:v>68.24205065188562</c:v>
              </c:pt>
              <c:pt idx="755">
                <c:v>68.325760454445387</c:v>
              </c:pt>
              <c:pt idx="756">
                <c:v>68.408825757342854</c:v>
              </c:pt>
              <c:pt idx="757">
                <c:v>68.491253841317999</c:v>
              </c:pt>
              <c:pt idx="758">
                <c:v>68.573051881103154</c:v>
              </c:pt>
              <c:pt idx="759">
                <c:v>68.654226947267148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68.894083484990148</c:v>
              </c:pt>
              <c:pt idx="763">
                <c:v>68.972835341628169</c:v>
              </c:pt>
              <c:pt idx="764">
                <c:v>69.05099807708784</c:v>
              </c:pt>
              <c:pt idx="765">
                <c:v>69.128578173706771</c:v>
              </c:pt>
              <c:pt idx="766">
                <c:v>69.205582021594182</c:v>
              </c:pt>
              <c:pt idx="767">
                <c:v>69.282015920204927</c:v>
              </c:pt>
              <c:pt idx="768">
                <c:v>69.357886079883983</c:v>
              </c:pt>
              <c:pt idx="769">
                <c:v>69.433198623381784</c:v>
              </c:pt>
              <c:pt idx="770">
                <c:v>69.507959587336344</c:v>
              </c:pt>
              <c:pt idx="771">
                <c:v>69.5821749237316</c:v>
              </c:pt>
              <c:pt idx="772">
                <c:v>69.655850501323187</c:v>
              </c:pt>
              <c:pt idx="773">
                <c:v>69.728992107041336</c:v>
              </c:pt>
              <c:pt idx="774">
                <c:v>69.801605447362022</c:v>
              </c:pt>
              <c:pt idx="775">
                <c:v>69.873696149655842</c:v>
              </c:pt>
              <c:pt idx="776">
                <c:v>69.945269763508065</c:v>
              </c:pt>
              <c:pt idx="777">
                <c:v>70.016331762016293</c:v>
              </c:pt>
              <c:pt idx="778">
                <c:v>70.086887543060527</c:v>
              </c:pt>
              <c:pt idx="779">
                <c:v>70.156942430549933</c:v>
              </c:pt>
              <c:pt idx="780">
                <c:v>70.226501675648237</c:v>
              </c:pt>
              <c:pt idx="781">
                <c:v>70.295570457972246</c:v>
              </c:pt>
              <c:pt idx="782">
                <c:v>70.364153886769628</c:v>
              </c:pt>
              <c:pt idx="783">
                <c:v>70.432257002075076</c:v>
              </c:pt>
              <c:pt idx="784">
                <c:v>70.499884775842489</c:v>
              </c:pt>
              <c:pt idx="785">
                <c:v>70.567042113058434</c:v>
              </c:pt>
              <c:pt idx="786">
                <c:v>70.633733852831782</c:v>
              </c:pt>
              <c:pt idx="787">
                <c:v>70.699964769465808</c:v>
              </c:pt>
              <c:pt idx="788">
                <c:v>70.765739573508668</c:v>
              </c:pt>
              <c:pt idx="789">
                <c:v>70.831062912783466</c:v>
              </c:pt>
              <c:pt idx="790">
                <c:v>70.895939373402129</c:v>
              </c:pt>
              <c:pt idx="791">
                <c:v>70.960373480756303</c:v>
              </c:pt>
              <c:pt idx="792">
                <c:v>71.02436970049304</c:v>
              </c:pt>
              <c:pt idx="793">
                <c:v>71.087932439471388</c:v>
              </c:pt>
              <c:pt idx="794">
                <c:v>71.151066046701303</c:v>
              </c:pt>
              <c:pt idx="795">
                <c:v>71.213774814264738</c:v>
              </c:pt>
              <c:pt idx="796">
                <c:v>71.276062978220779</c:v>
              </c:pt>
              <c:pt idx="797">
                <c:v>71.337934719493205</c:v>
              </c:pt>
              <c:pt idx="798">
                <c:v>71.399394164742276</c:v>
              </c:pt>
              <c:pt idx="799">
                <c:v>71.460445387220858</c:v>
              </c:pt>
              <c:pt idx="800">
                <c:v>71.521092407613693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F63F-45B4-99C1-E33FEE672A60}"/>
            </c:ext>
          </c:extLst>
        </c:ser>
        <c:ser>
          <c:idx val="3"/>
          <c:order val="3"/>
          <c:tx>
            <c:v>0.9 MHz</c:v>
          </c:tx>
          <c:spPr>
            <a:ln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3-F63F-45B4-99C1-E33FEE672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0.01"/>
      </c:valAx>
      <c:spPr>
        <a:solidFill>
          <a:srgbClr val="FFFFFF"/>
        </a:solidFill>
        <a:ln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1050">
              <a:solidFill>
                <a:srgbClr val="18324D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C9D3DC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>
              <a:srgbClr val="3978B8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777777"/>
              </a:solidFill>
            </c:spPr>
            <c:extLst>
              <c:ext xmlns:c16="http://schemas.microsoft.com/office/drawing/2014/chart" uri="{C3380CC4-5D6E-409C-BE32-E72D297353CC}">
                <c16:uniqueId val="{00000001-2D53-4B5D-879C-969D1249F9C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D53-4B5D-879C-969D1249F9C6}"/>
              </c:ext>
            </c:extLst>
          </c:dPt>
          <c:dPt>
            <c:idx val="2"/>
            <c:invertIfNegative val="0"/>
            <c:bubble3D val="0"/>
            <c:spPr>
              <a:solidFill>
                <a:srgbClr val="B54343"/>
              </a:solidFill>
            </c:spPr>
            <c:extLst>
              <c:ext xmlns:c16="http://schemas.microsoft.com/office/drawing/2014/chart" uri="{C3380CC4-5D6E-409C-BE32-E72D297353CC}">
                <c16:uniqueId val="{00000005-2D53-4B5D-879C-969D1249F9C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>
                    <a:solidFill>
                      <a:srgbClr val="1F2933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固定</c:v>
              </c:pt>
              <c:pt idx="1">
                <c:v>周期扫频</c:v>
              </c:pt>
              <c:pt idx="2">
                <c:v>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95.5</c:v>
              </c:pt>
              <c:pt idx="2">
                <c:v>800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2D53-4B5D-879C-969D1249F9C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zh-CN" altLang="en-US"/>
                  <a:t>恢复时间代理 </a:t>
                </a:r>
                <a:r>
                  <a:rPr lang="en-US" altLang="zh-CN"/>
                  <a:t>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F6B7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F2933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>
              <a:srgbClr val="3978B8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777777"/>
              </a:solidFill>
            </c:spPr>
            <c:extLst>
              <c:ext xmlns:c16="http://schemas.microsoft.com/office/drawing/2014/chart" uri="{C3380CC4-5D6E-409C-BE32-E72D297353CC}">
                <c16:uniqueId val="{00000001-1F1E-4870-A208-E879A60286BA}"/>
              </c:ext>
            </c:extLst>
          </c:dPt>
          <c:dPt>
            <c:idx val="2"/>
            <c:invertIfNegative val="0"/>
            <c:bubble3D val="0"/>
            <c:spPr>
              <a:solidFill>
                <a:srgbClr val="B54343"/>
              </a:solidFill>
            </c:spPr>
            <c:extLst>
              <c:ext xmlns:c16="http://schemas.microsoft.com/office/drawing/2014/chart" uri="{C3380CC4-5D6E-409C-BE32-E72D297353CC}">
                <c16:uniqueId val="{00000003-1F1E-4870-A208-E879A60286BA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200" b="1">
                    <a:solidFill>
                      <a:srgbClr val="1F2933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固定</c:v>
              </c:pt>
              <c:pt idx="1">
                <c:v>周期扫频</c:v>
              </c:pt>
              <c:pt idx="2">
                <c:v>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95.5</c:v>
              </c:pt>
              <c:pt idx="2">
                <c:v>800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1F1E-4870-A208-E879A60286B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zh-CN" altLang="en-US"/>
                  <a:t>恢复时间代理 </a:t>
                </a:r>
                <a:r>
                  <a:rPr lang="en-US" altLang="zh-CN"/>
                  <a:t>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F6B7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F2933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开场只做边界定义：本月完成的是端口电学模型、匹配、扰动扫描和控制原型，不是CTO治疗效果验证。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这页回答项目在解决什么：负载或参数变化导致电学最优点移动，固定频率可能失配。随后引出参数必须先自洽。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教授最可能追问参数来源。先主动展示旧参数冲突，再强调v2.1只解决数学自洽，不代表器件真实性。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C:\Users\24739\Documents\Codex\2026-08-10\new-chat\outputs\v2_self_consistent_rebuild\report_evidence_final\01_项目口径与参数\v2_1_活动基线参数.csv</a:t>
            </a:r>
          </a:p>
          <a:p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强调比较使用同一Thevenin源，不在每个网络后重新校准端电压。32.8倍只描述P_Rm代理，不应称为效率。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C:\Users\24739\Documents\Codex\2026-08-10\new-chat\outputs\v2_self_consistent_rebuild\report_evidence_final\03_匹配网络\stage2_匹配前后特征汇总.csv</a:t>
            </a:r>
          </a:p>
          <a:p>
            <a:r>
              <a:rPr dirty="0"/>
              <a:t>- C:\Users\24739\Documents\Codex\2026-08-10\new-chat\outputs\v2_self_consistent_rebuild\report_evidence_final\03_匹配网络\stage2_LTspice_解析交叉验证.csv</a:t>
            </a:r>
          </a:p>
          <a:p>
            <a:r>
              <a:rPr dirty="0"/>
              <a:t>- C:\Users\24739\Documents\Codex\2026-08-10\new-chat\outputs\v2_self_consistent_rebuild\report_evidence_final\07_汇报截图\stage2_02_匹配前后功率与反射_RAW.png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讲述顺序：先看右表的0.9 MHz固定频点，再看左上匹配后|Zin|局部曲线，最后看左下相位变化。</a:t>
            </a:r>
          </a:p>
          <a:p>
            <a:r>
              <a:t>比较条件：同一个1 Vrms RMS戴维南源和50 Ω源阻抗；换能器BVD参数相同。</a:t>
            </a:r>
          </a:p>
          <a:p>
            <a:r>
              <a:t>0.9 MHz结果：匹配前Zin=6800.001−j1939.072 Ω；理想匹配Zin≈50−j0 Ω；有损匹配Zin=56.686−j1.067 Ω。</a:t>
            </a:r>
          </a:p>
          <a:p>
            <a:r>
              <a:t>理想网络同时接近50 Ω和0°。有损网络由于电感Q=100、电容Q=1000，并且优化目标是最大化P_Rm而不是强制Γ=0，因此保留小量失配。</a:t>
            </a:r>
          </a:p>
          <a:p>
            <a:r>
              <a:t>左上图不画匹配前曲线，是因为匹配前|Z|在局部窗口内约6.8 kΩ至96.8 kΩ，若与0–65 Ω的匹配后曲线共用线性坐标，匹配后曲线将不可读；匹配前数值已保留在右表。</a:t>
            </a:r>
          </a:p>
          <a:p>
            <a:r>
              <a:t>结论边界：结果来自假设BVD参数和线性AC模型，不是实测换能器参数。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C:\Users\24739\Documents\Codex\2026-08-10\new-chat\outputs\v2_self_consistent_rebuild\stage2_matching\stage2_LTspice逐频数据.csv</a:t>
            </a:r>
          </a:p>
          <a:p>
            <a:r>
              <a:t>- C:\Users\24739\Documents\Codex\2026-08-10\new-chat\outputs\v2_self_consistent_rebuild\stage2_matching\stage2_匹配前后特征汇总.csv</a:t>
            </a:r>
          </a:p>
          <a:p>
            <a:r>
              <a:t>- C:\Users\24739\Documents\Codex\2026-08-10\new-chat\outputs\v2_self_consistent_rebuild\stage2_matching\stage2_匹配设计参数.json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这页不是念完整扫描表，而是回答谁控制峰位、峰高和峰宽。重点指出fs漂移决定控制器的捕获范围。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C:\Users\24739\Documents\Codex\2026-08-10\new-chat\outputs\v2_self_consistent_rebuild\report_evidence_final\04_扰动与Qm\stage3_trend_table.csv</a:t>
            </a:r>
          </a:p>
          <a:p>
            <a:r>
              <a:t>- C:\Users\24739\Documents\Codex\2026-08-10\new-chat\outputs\v2_self_consistent_rebuild\report_evidence_final\04_扰动与Qm\stage3_scenario_registry_and_summary.csv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三组保持fs、Rm和C0固定，并重新推导Lm/Cm。峰高约0.17 W保持不变，峰宽随Qm增加而缩小。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C:\Users\24739\Documents\Codex\2026-08-10\new-chat\outputs\v2_self_consistent_rebuild\report_evidence_final\04_扰动与Qm\stage3_Qm_500_800_1000_summary.csv</a:t>
            </a:r>
          </a:p>
          <a:p>
            <a:r>
              <a:t>- C:\Users\24739\Documents\Codex\2026-08-10\new-chat\outputs\v2_self_consistent_rebuild\report_evidence_final\07_汇报截图\stage3_03_Qm_sensitivity.png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先看基准场景，再看fs-5%的反例。最大功率点与最小相位点相差49.5 kHz，说明零相位不能直接作为功率最大化目标。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C:\Users\24739\Documents\Codex\2026-08-10\new-chat\outputs\v2_self_consistent_rebuild\report_evidence_final\05_选频准则\stage3_initial_three_criteria.csv</a:t>
            </a:r>
          </a:p>
          <a:p>
            <a:r>
              <a:t>- C:\Users\24739\Documents\Codex\2026-08-10\new-chat\outputs\v2_self_consistent_rebuild\report_evidence_final\07_汇报截图\stage3_selection_01_criteria_examples.png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±20 kHz会漏掉部分漂移峰；±50 kHz可覆盖当前28场景。扫描时间按1.5 ms/点估算，只是准稳态代理。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C:\Users\24739\Documents\Codex\2026-08-10\new-chat\outputs\v2_self_consistent_rebuild\report_evidence_final\05_选频准则\stage3_window_step_aggregate.csv</a:t>
            </a:r>
          </a:p>
          <a:p>
            <a:r>
              <a:t>- C:\Users\24739\Documents\Codex\2026-08-10\new-chat\outputs\v2_self_consistent_rebuild\report_evidence_final\05_选频准则\stage3_selection_report.md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围绕约2.4 s真实触发窗口讲解。任何非NORMAL状态都先调幅并冻结频率，预测裁剪保证实际硬越限次数为0。阈值是仿真假设。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C:\Users\24739\Documents\Codex\2026-08-10\new-chat\outputs\v2_self_consistent_rebuild\report_evidence_final\06_控制与保护\stage4_control_timeline.csv</a:t>
            </a:r>
          </a:p>
          <a:p>
            <a:r>
              <a:t>- C:\Users\24739\Documents\Codex\2026-08-10\new-chat\outputs\v2_self_consistent_rebuild\report_evidence_final\06_控制与保护\stage4_5_control_report.md</a:t>
            </a:r>
          </a:p>
          <a:p>
            <a:r>
              <a:t>- C:\Users\24739\Documents\Codex\2026-08-10\new-chat\outputs\v2_self_consistent_rebuild\report_evidence_final\07_汇报截图\stage4_02_protection_state_machine.png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本页左侧三联图由Python/Matplotlib直接读取项目CSV生成，并以300 dpi PNG嵌入PPT；没有使用PowerPoint原生图表重绘，也没有人为平移数据。</a:t>
            </a:r>
          </a:p>
          <a:p>
            <a:r>
              <a:t>a图：CASE_000_BASELINE与CASE_FS_M5的离线安全功率扫描，峰值分别为0.9000 MHz/170.0 mW与0.8548 MHz/140.2 mW。</a:t>
            </a:r>
          </a:p>
          <a:p>
            <a:r>
              <a:t>b图：捕获率按当前扰动场景自身的安全最大功率归一化。100%不等于恢复基准绝对功率。</a:t>
            </a:r>
          </a:p>
          <a:p>
            <a:r>
              <a:t>c图：仅绘制CONTROL样本；扫描/试探导致的时间间隔不插值、不连线。fs−5%窗口严格截断在3.200 s之前，避免混入下一扰动场景。</a:t>
            </a:r>
          </a:p>
          <a:p>
            <a:r>
              <a:t>周期扫频在2.4965 s到达峰值并通过稳态验收；P&amp;O在2.4985 s首次到达同一峰位，但未通过连续稳态验收。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C:\Users\24739\Documents\Codex\2026-08-10\new-chat\outputs\v2_self_consistent_rebuild\active_stage3_5\stage3_disturbance\stage3_frequency_response_all_cases.csv</a:t>
            </a:r>
          </a:p>
          <a:p>
            <a:r>
              <a:t>- C:\Users\24739\Documents\Codex\2026-08-10\new-chat\outputs\v2_self_consistent_rebuild\report_evidence_final\06_控制与保护\stage4_control_timeline.csv</a:t>
            </a:r>
          </a:p>
          <a:p>
            <a:r>
              <a:t>- C:\Users\24739\Documents\Codex\2026-08-10\new-chat\outputs\v2_self_consistent_rebuild\report_evidence_final\06_控制与保护\stage5_per_segment_metrics.csv</a:t>
            </a:r>
          </a:p>
          <a:p>
            <a:r>
              <a:t>- C:\Users\24739\Documents\Codex\2026-08-10\new-chat\ppt_edit_slide11_python_20260828\figure\slide11_python_charts.png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这页给出正式验收结论。固定频率稳态误差高；周期扫频在所有扰动段满足验收；P&amp;O尾段可到最优，但7段未满足连续10样本确认。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C:\Users\24739\Documents\Codex\2026-08-10\new-chat\outputs\v2_self_consistent_rebuild\report_evidence_final\06_控制与保护\stage5_integrated_strategy_table.csv</a:t>
            </a:r>
          </a:p>
          <a:p>
            <a:r>
              <a:t>- C:\Users\24739\Documents\Codex\2026-08-10\new-chat\outputs\v2_self_consistent_rebuild\report_evidence_final\06_控制与保护\stage5_per_segment_metrics.csv</a:t>
            </a:r>
          </a:p>
          <a:p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这页给出正式验收结论。固定频率稳态误差高；周期扫频在所有扰动段满足验收；P&amp;O尾段可到最优，但7段未满足连续10样本确认。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C:\Users\24739\Documents\Codex\2026-08-10\new-chat\outputs\v2_self_consistent_rebuild\report_evidence_final\06_控制与保护\stage5_integrated_strategy_table.csv</a:t>
            </a:r>
          </a:p>
          <a:p>
            <a:r>
              <a:t>- C:\Users\24739\Documents\Codex\2026-08-10\new-chat\outputs\v2_self_consistent_rebuild\report_evidence_final\06_控制与保护\stage5_per_segment_metrics.csv</a:t>
            </a:r>
          </a:p>
          <a:p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文献可以支持CTO结构异质性及负载变化的物理背景，但不能直接给出病变类型到fs、Rm、C0的定量换算。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C:\Users\24739\Documents\Codex\2026-08-10\new-chat\outputs\v2_self_consistent_rebuild\report_evidence_final\08_结构声场未完成说明\literature_axisymmetric_reproduction_spec.md</a:t>
            </a:r>
          </a:p>
          <a:p>
            <a:r>
              <a:t>- 本项目文献补齐目录中的CTO、治疗超声和前视超声资料；具体DOI需在最终汇报备注中逐条核对。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结束时保持本页。用三列明确区分已完成、未证明和下一步，不以泛化结论收尾。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C:\Users\24739\Documents\Codex\2026-08-10\new-chat\outputs\v2_self_consistent_rebuild\report_evidence_final\FINAL_COMPLETION_AUDIT_2026-08-15.md</a:t>
            </a:r>
          </a:p>
          <a:p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答疑时用这页回答参数从哪里来。所有数值分成用户约束、假设基线和扫描变量，不能称为实测。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C:\Users\24739\Documents\Codex\2026-08-10\new-chat\outputs\v2_self_consistent_rebuild\report_evidence_final\01_项目口径与参数\v2_1_活动基线参数.csv</a:t>
            </a:r>
          </a:p>
          <a:p>
            <a:r>
              <a:t>- C:\Users\24739\Documents\Codex\2026-08-10\new-chat\outputs\v2_self_consistent_rebuild\report_evidence_final\01_项目口径与参数\v2_1_Qm敏感性参数.csv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用于回答扰动为何这样选、各场景是否可复现，以及基准0.9 MHz各指标。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C:\Users\24739\Documents\Codex\2026-08-10\new-chat\outputs\v2_self_consistent_rebuild\report_evidence_final\04_扰动与Qm\stage3_scenario_registry_and_summary.csv</a:t>
            </a:r>
          </a:p>
          <a:p>
            <a:r>
              <a:t>- C:\Users\24739\Documents\Codex\2026-08-10\new-chat\outputs\v2_self_consistent_rebuild\report_evidence_final\06_控制与保护\stage4_control_timeline.csv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用于回答为什么主控制目标选择最大功率，而相位和反射只作为对照。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C:\Users\24739\Documents\Codex\2026-08-10\new-chat\outputs\v2_self_consistent_rebuild\report_evidence_final\05_选频准则\stage3_initial_three_criteria.csv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相位目标不是0度，而是基准受约束最大功率点的相位。局部相位曲线斜率决定更新方向。高增益仍可能错误锁定。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C:\Users\24739\Documents\Codex\2026-08-10\new-chat\outputs\v2_self_consistent_rebuild\report_evidence_final\06_控制与保护\phase_gain_sweep_summary.csv</a:t>
            </a:r>
          </a:p>
          <a:p>
            <a:r>
              <a:t>- C:\Users\24739\Documents\Codex\2026-08-10\new-chat\outputs\v2_self_consistent_rebuild\report_evidence_final\07_汇报截图\phase_ablation_selected_gain.png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用于回应‘是否真的运行LTspice’。截图证明运行痕迹，RAW解析与误差CSV才证明结果一致，哈希用于追溯。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C:\Users\24739\Documents\Codex\2026-08-10\new-chat\outputs\v2_self_consistent_rebuild\report_evidence_final\02_LTspice真实运行</a:t>
            </a:r>
          </a:p>
          <a:p>
            <a:r>
              <a:t>- C:\Users\24739\Documents\Codex\2026-08-10\new-chat\outputs\v2_self_consistent_rebuild\report_evidence_final\SHA256_文件清单.csv</a:t>
            </a:r>
          </a:p>
          <a:p>
            <a:r>
              <a:t>- C:\Users\24739\Documents\Codex\2026-08-10\new-chat\outputs\v2_self_consistent_rebuild\report_evidence_final\07_汇报截图\LTspice_GUI_waveform_mag_phase.png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用于回答恢复时间、稳态误差和错误锁定如何定义。强调所有策略用相同定义。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C:\Users\24739\Documents\Codex\2026-08-10\new-chat\outputs\v2_self_consistent_rebuild\report_evidence_final\01_项目口径与参数\03_Codex任务说明_修订版_v2_1.md</a:t>
            </a:r>
          </a:p>
          <a:p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用于回答复现性和文件组织。展示从参数到图表的完整链条。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C:\Users\24739\Documents\Codex\2026-08-10\new-chat\outputs\v2_self_consistent_rebuild\report_evidence_final\README_汇报工作痕迹索引.md</a:t>
            </a:r>
          </a:p>
          <a:p>
            <a:r>
              <a:t>- C:\Users\24739\Documents\Codex\2026-08-10\new-chat\outputs\v2_self_consistent_rebuild\report_evidence_final\SHA256_文件清单.csv</a:t>
            </a:r>
          </a:p>
          <a:p>
            <a:r>
              <a:t>- C:\Users\24739\Documents\Codex\2026-08-10\new-chat\outputs\v2_self_consistent_rebuild\report_evidence_final\09_复现脚本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这页用于坦诚说明结构声场尚未完成，并列出下一阶段需要自己从ANSYS/COMSOL截图保存的证据。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C:\Users\24739\Documents\Codex\2026-08-10\new-chat\outputs\v2_self_consistent_rebuild\report_evidence_final\08_结构声场未完成说明\GUI_evidence_capture_checklist.md</a:t>
            </a:r>
          </a:p>
          <a:p>
            <a:r>
              <a:t>- C:\Users\24739\Documents\Codex\2026-08-10\new-chat\outputs\v2_self_consistent_rebuild\report_evidence_final\08_结构声场未完成说明\solver_input_requirements.csv</a:t>
            </a:r>
          </a:p>
          <a:p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A7F8E"/>
          </a:solidFill>
          <a:ln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7810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noGrp="1"/>
          </p:cNvSpPr>
          <p:nvPr/>
        </p:nvSpPr>
        <p:spPr>
          <a:xfrm>
            <a:off x="914400" y="316230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noGrp="1"/>
          </p:cNvSpPr>
          <p:nvPr/>
        </p:nvSpPr>
        <p:spPr>
          <a:xfrm>
            <a:off x="914400" y="3857625"/>
            <a:ext cx="1524000" cy="47625"/>
          </a:xfrm>
          <a:prstGeom prst="rect">
            <a:avLst/>
          </a:prstGeom>
          <a:solidFill>
            <a:srgbClr val="E69F00"/>
          </a:solidFill>
          <a:ln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noGrp="1"/>
          </p:cNvSpPr>
          <p:nvPr/>
        </p:nvSpPr>
        <p:spPr>
          <a:xfrm>
            <a:off x="914400" y="423862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  |  2026.08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noGrp="1"/>
          </p:cNvSpPr>
          <p:nvPr/>
        </p:nvSpPr>
        <p:spPr>
          <a:xfrm>
            <a:off x="914400" y="5829300"/>
            <a:ext cx="800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-2">
            <a:extLst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noGrp="1"/>
          </p:cNvSpPr>
          <p:nvPr/>
        </p:nvSpPr>
        <p:spPr>
          <a:xfrm>
            <a:off x="2324100" y="2514600"/>
            <a:ext cx="666750" cy="3238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noGrp="1"/>
          </p:cNvSpPr>
          <p:nvPr/>
        </p:nvSpPr>
        <p:spPr>
          <a:xfrm>
            <a:off x="4419600" y="2514600"/>
            <a:ext cx="666750" cy="3238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noGrp="1"/>
          </p:cNvSpPr>
          <p:nvPr/>
        </p:nvSpPr>
        <p:spPr>
          <a:xfrm>
            <a:off x="6515100" y="2514600"/>
            <a:ext cx="666750" cy="3238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noGrp="1"/>
          </p:cNvSpPr>
          <p:nvPr/>
        </p:nvSpPr>
        <p:spPr>
          <a:xfrm>
            <a:off x="8610600" y="2514600"/>
            <a:ext cx="666750" cy="3238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noGrp="1"/>
          </p:cNvSpPr>
          <p:nvPr/>
        </p:nvSpPr>
        <p:spPr>
          <a:xfrm>
            <a:off x="819150" y="2238375"/>
            <a:ext cx="1524000" cy="876300"/>
          </a:xfrm>
          <a:prstGeom prst="roundRect">
            <a:avLst>
              <a:gd name="adj" fmla="val 6522"/>
            </a:avLst>
          </a:prstGeom>
          <a:solidFill>
            <a:srgbClr val="EAF1F7"/>
          </a:solidFill>
          <a:ln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noGrp="1"/>
          </p:cNvSpPr>
          <p:nvPr/>
        </p:nvSpPr>
        <p:spPr>
          <a:xfrm>
            <a:off x="914400" y="23145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noGrp="1"/>
          </p:cNvSpPr>
          <p:nvPr/>
        </p:nvSpPr>
        <p:spPr>
          <a:xfrm>
            <a:off x="2914650" y="2238375"/>
            <a:ext cx="1524000" cy="876300"/>
          </a:xfrm>
          <a:prstGeom prst="roundRect">
            <a:avLst>
              <a:gd name="adj" fmla="val 6522"/>
            </a:avLst>
          </a:prstGeom>
          <a:solidFill>
            <a:srgbClr val="E8F3F3"/>
          </a:solidFill>
          <a:ln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noGrp="1"/>
          </p:cNvSpPr>
          <p:nvPr/>
        </p:nvSpPr>
        <p:spPr>
          <a:xfrm>
            <a:off x="3009900" y="23145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noGrp="1"/>
          </p:cNvSpPr>
          <p:nvPr/>
        </p:nvSpPr>
        <p:spPr>
          <a:xfrm>
            <a:off x="5010150" y="2238375"/>
            <a:ext cx="1524000" cy="876300"/>
          </a:xfrm>
          <a:prstGeom prst="roundRect">
            <a:avLst>
              <a:gd name="adj" fmla="val 6522"/>
            </a:avLst>
          </a:prstGeom>
          <a:solidFill>
            <a:srgbClr val="FFF4DD"/>
          </a:solidFill>
          <a:ln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noGrp="1"/>
          </p:cNvSpPr>
          <p:nvPr/>
        </p:nvSpPr>
        <p:spPr>
          <a:xfrm>
            <a:off x="5105400" y="23145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noGrp="1"/>
          </p:cNvSpPr>
          <p:nvPr/>
        </p:nvSpPr>
        <p:spPr>
          <a:xfrm>
            <a:off x="7105650" y="2238375"/>
            <a:ext cx="15240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noGrp="1"/>
          </p:cNvSpPr>
          <p:nvPr/>
        </p:nvSpPr>
        <p:spPr>
          <a:xfrm>
            <a:off x="7200900" y="23145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noGrp="1"/>
          </p:cNvSpPr>
          <p:nvPr/>
        </p:nvSpPr>
        <p:spPr>
          <a:xfrm>
            <a:off x="9201150" y="2238375"/>
            <a:ext cx="1809750" cy="876300"/>
          </a:xfrm>
          <a:prstGeom prst="roundRect">
            <a:avLst>
              <a:gd name="adj" fmla="val 6522"/>
            </a:avLst>
          </a:prstGeom>
          <a:solidFill>
            <a:srgbClr val="F9E7E7"/>
          </a:solidFill>
          <a:ln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noGrp="1"/>
          </p:cNvSpPr>
          <p:nvPr/>
        </p:nvSpPr>
        <p:spPr>
          <a:xfrm>
            <a:off x="9296400" y="2314575"/>
            <a:ext cx="1619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noGrp="1"/>
          </p:cNvSpPr>
          <p:nvPr/>
        </p:nvSpPr>
        <p:spPr>
          <a:xfrm>
            <a:off x="1028700" y="39052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noGrp="1"/>
          </p:cNvSpPr>
          <p:nvPr/>
        </p:nvSpPr>
        <p:spPr>
          <a:xfrm>
            <a:off x="4286250" y="39052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noGrp="1"/>
          </p:cNvSpPr>
          <p:nvPr/>
        </p:nvSpPr>
        <p:spPr>
          <a:xfrm>
            <a:off x="7848600" y="3905250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3">
            <a:extLst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4953000" cy="447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noGrp="1"/>
          </p:cNvSpPr>
          <p:nvPr/>
        </p:nvSpPr>
        <p:spPr>
          <a:xfrm>
            <a:off x="914400" y="146685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noGrp="1"/>
          </p:cNvSpPr>
          <p:nvPr/>
        </p:nvSpPr>
        <p:spPr>
          <a:xfrm>
            <a:off x="990600" y="209550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361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noGrp="1"/>
          </p:cNvSpPr>
          <p:nvPr/>
        </p:nvSpPr>
        <p:spPr>
          <a:xfrm>
            <a:off x="1181100" y="3943350"/>
            <a:ext cx="361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noGrp="1"/>
          </p:cNvSpPr>
          <p:nvPr/>
        </p:nvSpPr>
        <p:spPr>
          <a:xfrm>
            <a:off x="990600" y="48577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noGrp="1"/>
          </p:cNvSpPr>
          <p:nvPr/>
        </p:nvSpPr>
        <p:spPr>
          <a:xfrm>
            <a:off x="5905500" y="1238250"/>
            <a:ext cx="5600700" cy="4476750"/>
          </a:xfrm>
          <a:prstGeom prst="rect">
            <a:avLst/>
          </a:prstGeom>
          <a:solidFill>
            <a:srgbClr val="EAF1F7"/>
          </a:solidFill>
          <a:ln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noGrp="1"/>
          </p:cNvSpPr>
          <p:nvPr/>
        </p:nvSpPr>
        <p:spPr>
          <a:xfrm>
            <a:off x="6191250" y="14668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noGrp="1"/>
          </p:cNvSpPr>
          <p:nvPr/>
        </p:nvSpPr>
        <p:spPr>
          <a:xfrm>
            <a:off x="6362700" y="21907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noGrp="1"/>
          </p:cNvSpPr>
          <p:nvPr/>
        </p:nvSpPr>
        <p:spPr>
          <a:xfrm>
            <a:off x="8696325" y="21907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noGrp="1"/>
          </p:cNvSpPr>
          <p:nvPr/>
        </p:nvSpPr>
        <p:spPr>
          <a:xfrm>
            <a:off x="6362700" y="29718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noGrp="1"/>
          </p:cNvSpPr>
          <p:nvPr/>
        </p:nvSpPr>
        <p:spPr>
          <a:xfrm>
            <a:off x="8696325" y="29718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noGrp="1"/>
          </p:cNvSpPr>
          <p:nvPr/>
        </p:nvSpPr>
        <p:spPr>
          <a:xfrm>
            <a:off x="6362700" y="37528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noGrp="1"/>
          </p:cNvSpPr>
          <p:nvPr/>
        </p:nvSpPr>
        <p:spPr>
          <a:xfrm>
            <a:off x="8696325" y="37528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noGrp="1"/>
          </p:cNvSpPr>
          <p:nvPr/>
        </p:nvSpPr>
        <p:spPr>
          <a:xfrm>
            <a:off x="6191250" y="48196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4">
            <a:extLst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C0A57A7-762F-C89E-52FF-8F17B54CC6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04" b="4704"/>
          <a:stretch>
            <a:fillRect/>
          </a:stretch>
        </p:blipFill>
        <p:spPr>
          <a:xfrm>
            <a:off x="685800" y="1162050"/>
            <a:ext cx="7810500" cy="495300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noGrp="1"/>
          </p:cNvSpPr>
          <p:nvPr/>
        </p:nvSpPr>
        <p:spPr>
          <a:xfrm>
            <a:off x="8915400" y="12954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noGrp="1"/>
          </p:cNvSpPr>
          <p:nvPr/>
        </p:nvSpPr>
        <p:spPr>
          <a:xfrm>
            <a:off x="8915400" y="16954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noGrp="1"/>
          </p:cNvSpPr>
          <p:nvPr/>
        </p:nvSpPr>
        <p:spPr>
          <a:xfrm>
            <a:off x="8915400" y="22479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noGrp="1"/>
          </p:cNvSpPr>
          <p:nvPr/>
        </p:nvSpPr>
        <p:spPr>
          <a:xfrm>
            <a:off x="8915400" y="26479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noGrp="1"/>
          </p:cNvSpPr>
          <p:nvPr/>
        </p:nvSpPr>
        <p:spPr>
          <a:xfrm>
            <a:off x="8915400" y="31813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noGrp="1"/>
          </p:cNvSpPr>
          <p:nvPr/>
        </p:nvSpPr>
        <p:spPr>
          <a:xfrm>
            <a:off x="8915400" y="35814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noGrp="1"/>
          </p:cNvSpPr>
          <p:nvPr/>
        </p:nvSpPr>
        <p:spPr>
          <a:xfrm>
            <a:off x="8686800" y="4267200"/>
            <a:ext cx="26860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5">
            <a:extLst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同一源条件下，L型匹配将运动支路有功功率代理提高约32.8倍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739" b="739"/>
          <a:stretch>
            <a:fillRect/>
          </a:stretch>
        </p:blipFill>
        <p:spPr>
          <a:xfrm>
            <a:off x="685800" y="1181100"/>
            <a:ext cx="6905625" cy="4762500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noGrp="1"/>
          </p:cNvSpPr>
          <p:nvPr/>
        </p:nvSpPr>
        <p:spPr>
          <a:xfrm>
            <a:off x="8382615" y="2566987"/>
            <a:ext cx="3028950" cy="1428750"/>
          </a:xfrm>
          <a:prstGeom prst="roundRect">
            <a:avLst>
              <a:gd name="adj" fmla="val 4000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noGrp="1"/>
          </p:cNvSpPr>
          <p:nvPr/>
        </p:nvSpPr>
        <p:spPr>
          <a:xfrm>
            <a:off x="8630265" y="2776537"/>
            <a:ext cx="2571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 dirty="0" err="1">
                <a:solidFill>
                  <a:srgbClr val="17324D"/>
                </a:solidFill>
              </a:rPr>
              <a:t>Lmatch</a:t>
            </a:r>
            <a:r>
              <a:rPr sz="1575" b="1" dirty="0">
                <a:solidFill>
                  <a:srgbClr val="17324D"/>
                </a:solidFill>
              </a:rPr>
              <a:t> ≈ 106.726 </a:t>
            </a:r>
            <a:r>
              <a:rPr sz="1575" b="1" dirty="0" err="1">
                <a:solidFill>
                  <a:srgbClr val="17324D"/>
                </a:solidFill>
              </a:rPr>
              <a:t>μH</a:t>
            </a:r>
            <a:endParaRPr sz="1575" b="1" dirty="0">
              <a:solidFill>
                <a:srgbClr val="17324D"/>
              </a:solidFill>
            </a:endParaRP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 dirty="0" err="1">
                <a:solidFill>
                  <a:srgbClr val="17324D"/>
                </a:solidFill>
              </a:rPr>
              <a:t>Cmatch</a:t>
            </a:r>
            <a:r>
              <a:rPr sz="1575" b="1" dirty="0">
                <a:solidFill>
                  <a:srgbClr val="17324D"/>
                </a:solidFill>
              </a:rPr>
              <a:t> ≈ 283.599 pF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 dirty="0">
                <a:solidFill>
                  <a:srgbClr val="17324D"/>
                </a:solidFill>
              </a:rPr>
              <a:t>设计中心：0.9 MHz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noGrp="1"/>
          </p:cNvSpPr>
          <p:nvPr/>
        </p:nvSpPr>
        <p:spPr>
          <a:xfrm>
            <a:off x="8706465" y="4071937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P_Rm × 32.8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noGrp="1"/>
          </p:cNvSpPr>
          <p:nvPr/>
        </p:nvSpPr>
        <p:spPr>
          <a:xfrm>
            <a:off x="4529445" y="4617243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400" b="0" dirty="0">
                <a:solidFill>
                  <a:srgbClr val="B33A3A"/>
                </a:solidFill>
              </a:rPr>
              <a:t>电学功率传递改善，不等于电声效率提高32.8倍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5">
            <a:extLst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0.9 MHz处：理想匹配接近50 Ω，有损匹配保留小量失配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noGrp="1"/>
          </p:cNvSpPr>
          <p:nvPr/>
        </p:nvSpPr>
        <p:spPr>
          <a:xfrm>
            <a:off x="7791450" y="1200150"/>
            <a:ext cx="3714750" cy="3981450"/>
          </a:xfrm>
          <a:prstGeom prst="roundRect">
            <a:avLst>
              <a:gd name="adj" fmla="val 4000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noGrp="1"/>
          </p:cNvSpPr>
          <p:nvPr/>
        </p:nvSpPr>
        <p:spPr>
          <a:xfrm>
            <a:off x="7981950" y="1352550"/>
            <a:ext cx="333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0.9 MHz固定频点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同一1 Vrms Thevenin源｜Rs=50 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noGrp="1"/>
          </p:cNvSpPr>
          <p:nvPr/>
        </p:nvSpPr>
        <p:spPr>
          <a:xfrm>
            <a:off x="8001000" y="47053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noGrp="1"/>
          </p:cNvSpPr>
          <p:nvPr/>
        </p:nvSpPr>
        <p:spPr>
          <a:xfrm>
            <a:off x="952500" y="603885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理想匹配≈50 Ω纯电阻；考虑ESR后为56.686−j1.067 Ω｜完整0.8–1.0 MHz曲线见备份页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="685800" y="1200150"/>
          <a:ext cx="6858000" cy="21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="685800" y="3486150"/>
          <a:ext cx="6858000" cy="2305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表格 26"/>
          <p:cNvGraphicFramePr/>
          <p:nvPr/>
        </p:nvGraphicFramePr>
        <p:xfrm>
          <a:off x="7905750" y="1971675"/>
          <a:ext cx="3486150" cy="257175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anchor="ctr">
                    <a:solidFill>
                      <a:srgbClr val="18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8324D"/>
                          </a:solidFill>
                        </a:rPr>
                        <a:t>|Z| / Ω</a:t>
                      </a:r>
                    </a:p>
                  </a:txBody>
                  <a:tcPr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8324D"/>
                          </a:solidFill>
                        </a:rPr>
                        <a:t>ReZ / Ω</a:t>
                      </a:r>
                    </a:p>
                  </a:txBody>
                  <a:tcPr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8324D"/>
                          </a:solidFill>
                        </a:rPr>
                        <a:t>ImZ / Ω</a:t>
                      </a:r>
                    </a:p>
                  </a:txBody>
                  <a:tcPr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8324D"/>
                          </a:solidFill>
                        </a:rPr>
                        <a:t>相位 / °</a:t>
                      </a:r>
                    </a:p>
                  </a:txBody>
                  <a:tcPr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1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6">
            <a:extLst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685800" y="1352550"/>
          <a:ext cx="8096251" cy="4190998"/>
        </p:xfrm>
        <a:graphic>
          <a:graphicData uri="http://schemas.openxmlformats.org/drawingml/2006/table">
            <a:tbl>
              <a:tblPr firstRow="1"/>
              <a:tblGrid>
                <a:gridCol w="257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0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00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noGrp="1"/>
          </p:cNvSpPr>
          <p:nvPr/>
        </p:nvSpPr>
        <p:spPr>
          <a:xfrm>
            <a:off x="9201150" y="14478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noGrp="1"/>
          </p:cNvSpPr>
          <p:nvPr/>
        </p:nvSpPr>
        <p:spPr>
          <a:xfrm>
            <a:off x="9201150" y="2000250"/>
            <a:ext cx="2095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>
            <a:endParaRPr sz="1425" b="0">
              <a:solidFill>
                <a:srgbClr val="1F2933"/>
              </a:solidFill>
            </a:endParaRPr>
          </a:p>
          <a:p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>
            <a:endParaRPr sz="1425" b="0">
              <a:solidFill>
                <a:srgbClr val="1F2933"/>
              </a:solidFill>
            </a:endParaRPr>
          </a:p>
          <a:p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noGrp="1"/>
          </p:cNvSpPr>
          <p:nvPr/>
        </p:nvSpPr>
        <p:spPr>
          <a:xfrm>
            <a:off x="9201150" y="4457700"/>
            <a:ext cx="2076450" cy="819150"/>
          </a:xfrm>
          <a:prstGeom prst="roundRect">
            <a:avLst>
              <a:gd name="adj" fmla="val 6977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noGrp="1"/>
          </p:cNvSpPr>
          <p:nvPr/>
        </p:nvSpPr>
        <p:spPr>
          <a:xfrm>
            <a:off x="9391650" y="45910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-7">
            <a:extLst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5000"/>
          <a:stretch>
            <a:fillRect/>
          </a:stretch>
        </p:blipFill>
        <p:spPr>
          <a:xfrm>
            <a:off x="762000" y="1066800"/>
            <a:ext cx="6829425" cy="52387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noGrp="1"/>
          </p:cNvSpPr>
          <p:nvPr/>
        </p:nvSpPr>
        <p:spPr>
          <a:xfrm>
            <a:off x="8763000" y="14859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noGrp="1"/>
          </p:cNvSpPr>
          <p:nvPr/>
        </p:nvSpPr>
        <p:spPr>
          <a:xfrm>
            <a:off x="8477250" y="2095500"/>
            <a:ext cx="2667000" cy="590550"/>
          </a:xfrm>
          <a:prstGeom prst="roundRect">
            <a:avLst>
              <a:gd name="adj" fmla="val 8065"/>
            </a:avLst>
          </a:prstGeom>
          <a:solidFill>
            <a:srgbClr val="EAF1F7"/>
          </a:solidFill>
          <a:ln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noGrp="1"/>
          </p:cNvSpPr>
          <p:nvPr/>
        </p:nvSpPr>
        <p:spPr>
          <a:xfrm>
            <a:off x="8629650" y="21907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noGrp="1"/>
          </p:cNvSpPr>
          <p:nvPr/>
        </p:nvSpPr>
        <p:spPr>
          <a:xfrm>
            <a:off x="9772650" y="2190750"/>
            <a:ext cx="1200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noGrp="1"/>
          </p:cNvSpPr>
          <p:nvPr/>
        </p:nvSpPr>
        <p:spPr>
          <a:xfrm>
            <a:off x="8477250" y="3028950"/>
            <a:ext cx="2667000" cy="590550"/>
          </a:xfrm>
          <a:prstGeom prst="roundRect">
            <a:avLst>
              <a:gd name="adj" fmla="val 8065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noGrp="1"/>
          </p:cNvSpPr>
          <p:nvPr/>
        </p:nvSpPr>
        <p:spPr>
          <a:xfrm>
            <a:off x="8629650" y="312420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noGrp="1"/>
          </p:cNvSpPr>
          <p:nvPr/>
        </p:nvSpPr>
        <p:spPr>
          <a:xfrm>
            <a:off x="9772650" y="3124200"/>
            <a:ext cx="1200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noGrp="1"/>
          </p:cNvSpPr>
          <p:nvPr/>
        </p:nvSpPr>
        <p:spPr>
          <a:xfrm>
            <a:off x="8477250" y="3962400"/>
            <a:ext cx="2667000" cy="590550"/>
          </a:xfrm>
          <a:prstGeom prst="roundRect">
            <a:avLst>
              <a:gd name="adj" fmla="val 8065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noGrp="1"/>
          </p:cNvSpPr>
          <p:nvPr/>
        </p:nvSpPr>
        <p:spPr>
          <a:xfrm>
            <a:off x="8629650" y="40576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noGrp="1"/>
          </p:cNvSpPr>
          <p:nvPr/>
        </p:nvSpPr>
        <p:spPr>
          <a:xfrm>
            <a:off x="9772650" y="4057650"/>
            <a:ext cx="1200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noGrp="1"/>
          </p:cNvSpPr>
          <p:nvPr/>
        </p:nvSpPr>
        <p:spPr>
          <a:xfrm>
            <a:off x="8705850" y="512445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-8">
            <a:extLst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8899" y="1428750"/>
            <a:ext cx="8035803" cy="195262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34708" y="3667125"/>
            <a:ext cx="7884184" cy="195262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noGrp="1"/>
          </p:cNvSpPr>
          <p:nvPr/>
        </p:nvSpPr>
        <p:spPr>
          <a:xfrm>
            <a:off x="857250" y="12573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noGrp="1"/>
          </p:cNvSpPr>
          <p:nvPr/>
        </p:nvSpPr>
        <p:spPr>
          <a:xfrm>
            <a:off x="857250" y="34956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noGrp="1"/>
          </p:cNvSpPr>
          <p:nvPr/>
        </p:nvSpPr>
        <p:spPr>
          <a:xfrm>
            <a:off x="9334500" y="2095500"/>
            <a:ext cx="2095500" cy="1543050"/>
          </a:xfrm>
          <a:prstGeom prst="roundRect">
            <a:avLst>
              <a:gd name="adj" fmla="val 3704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noGrp="1"/>
          </p:cNvSpPr>
          <p:nvPr/>
        </p:nvSpPr>
        <p:spPr>
          <a:xfrm>
            <a:off x="9525000" y="2247900"/>
            <a:ext cx="1714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>
            <a:endParaRPr sz="1500" b="1">
              <a:solidFill>
                <a:srgbClr val="E69F00"/>
              </a:solidFill>
            </a:endParaRPr>
          </a:p>
          <a:p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noGrp="1"/>
          </p:cNvSpPr>
          <p:nvPr/>
        </p:nvSpPr>
        <p:spPr>
          <a:xfrm>
            <a:off x="9334500" y="4000500"/>
            <a:ext cx="2095500" cy="876300"/>
          </a:xfrm>
          <a:prstGeom prst="roundRect">
            <a:avLst>
              <a:gd name="adj" fmla="val 6522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noGrp="1"/>
          </p:cNvSpPr>
          <p:nvPr/>
        </p:nvSpPr>
        <p:spPr>
          <a:xfrm>
            <a:off x="9525000" y="4143375"/>
            <a:ext cx="171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noGrp="1"/>
          </p:cNvSpPr>
          <p:nvPr/>
        </p:nvSpPr>
        <p:spPr>
          <a:xfrm>
            <a:off x="9239250" y="5219700"/>
            <a:ext cx="228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3BD82B-8C00-9D45-A760-EA60BF602545}"/>
              </a:ext>
            </a:extLst>
          </p:cNvPr>
          <p:cNvSpPr txBox="1"/>
          <p:nvPr/>
        </p:nvSpPr>
        <p:spPr>
          <a:xfrm>
            <a:off x="2381250" y="20060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最大功率点 ≈ 最小反射点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9">
            <a:extLst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noGrp="1"/>
          </p:cNvSpPr>
          <p:nvPr/>
        </p:nvSpPr>
        <p:spPr>
          <a:xfrm>
            <a:off x="7753350" y="4972050"/>
            <a:ext cx="3429000" cy="876300"/>
          </a:xfrm>
          <a:prstGeom prst="roundRect">
            <a:avLst>
              <a:gd name="adj" fmla="val 6522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noGrp="1"/>
          </p:cNvSpPr>
          <p:nvPr/>
        </p:nvSpPr>
        <p:spPr>
          <a:xfrm>
            <a:off x="7981950" y="5086350"/>
            <a:ext cx="2971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 dirty="0" err="1">
                <a:solidFill>
                  <a:srgbClr val="17324D"/>
                </a:solidFill>
              </a:rPr>
              <a:t>推荐离线组合</a:t>
            </a:r>
            <a:endParaRPr sz="1500" b="1" dirty="0">
              <a:solidFill>
                <a:srgbClr val="17324D"/>
              </a:solidFill>
            </a:endParaRP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 dirty="0">
                <a:solidFill>
                  <a:srgbClr val="17324D"/>
                </a:solidFill>
              </a:rPr>
              <a:t>±50 kHz、1 </a:t>
            </a:r>
            <a:r>
              <a:rPr sz="1500" b="1" dirty="0" err="1">
                <a:solidFill>
                  <a:srgbClr val="17324D"/>
                </a:solidFill>
              </a:rPr>
              <a:t>kHz步长</a:t>
            </a:r>
            <a:endParaRPr sz="1500" b="1" dirty="0">
              <a:solidFill>
                <a:srgbClr val="17324D"/>
              </a:solidFill>
            </a:endParaRP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 dirty="0">
                <a:solidFill>
                  <a:srgbClr val="17324D"/>
                </a:solidFill>
              </a:rPr>
              <a:t>101点，15</a:t>
            </a:r>
            <a:r>
              <a:rPr lang="en-US" sz="1500" b="1" dirty="0">
                <a:solidFill>
                  <a:srgbClr val="17324D"/>
                </a:solidFill>
              </a:rPr>
              <a:t>2</a:t>
            </a:r>
            <a:r>
              <a:rPr sz="1500" b="1" dirty="0">
                <a:solidFill>
                  <a:srgbClr val="17324D"/>
                </a:solidFill>
              </a:rPr>
              <a:t>ms代理时间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noGrp="1"/>
          </p:cNvSpPr>
          <p:nvPr/>
        </p:nvSpPr>
        <p:spPr>
          <a:xfrm>
            <a:off x="819150" y="514350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noGrp="1"/>
          </p:cNvSpPr>
          <p:nvPr/>
        </p:nvSpPr>
        <p:spPr>
          <a:xfrm>
            <a:off x="819150" y="5543550"/>
            <a:ext cx="581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  <p:pic>
        <p:nvPicPr>
          <p:cNvPr id="6" name="图片 5" descr="重新生成的热力图">
            <a:extLst>
              <a:ext uri="{FF2B5EF4-FFF2-40B4-BE49-F238E27FC236}">
                <a16:creationId xmlns:a16="http://schemas.microsoft.com/office/drawing/2014/main" id="{C0703941-8477-82F8-6263-9E031C2A2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1284709"/>
            <a:ext cx="9851600" cy="343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-10">
            <a:extLst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保护状态机先调幅并冻结频率，稳定后才恢复追踪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noGrp="1"/>
          </p:cNvSpPr>
          <p:nvPr/>
        </p:nvSpPr>
        <p:spPr>
          <a:xfrm>
            <a:off x="1485900" y="2000250"/>
            <a:ext cx="304800" cy="2095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noGrp="1"/>
          </p:cNvSpPr>
          <p:nvPr/>
        </p:nvSpPr>
        <p:spPr>
          <a:xfrm>
            <a:off x="1485900" y="2952750"/>
            <a:ext cx="304800" cy="2095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noGrp="1"/>
          </p:cNvSpPr>
          <p:nvPr/>
        </p:nvSpPr>
        <p:spPr>
          <a:xfrm>
            <a:off x="1485900" y="3905250"/>
            <a:ext cx="304800" cy="2095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noGrp="1"/>
          </p:cNvSpPr>
          <p:nvPr/>
        </p:nvSpPr>
        <p:spPr>
          <a:xfrm>
            <a:off x="1485900" y="4857750"/>
            <a:ext cx="304800" cy="2095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1381125" cy="590550"/>
          </a:xfrm>
          <a:prstGeom prst="roundRect">
            <a:avLst>
              <a:gd name="adj" fmla="val 9677"/>
            </a:avLst>
          </a:prstGeom>
          <a:solidFill>
            <a:srgbClr val="EAF1F7"/>
          </a:solidFill>
          <a:ln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noGrp="1"/>
          </p:cNvSpPr>
          <p:nvPr/>
        </p:nvSpPr>
        <p:spPr>
          <a:xfrm>
            <a:off x="876300" y="1581150"/>
            <a:ext cx="1190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NORMAL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1381125" cy="590550"/>
          </a:xfrm>
          <a:prstGeom prst="roundRect">
            <a:avLst>
              <a:gd name="adj" fmla="val 9677"/>
            </a:avLst>
          </a:prstGeom>
          <a:solidFill>
            <a:srgbClr val="FFF4DD"/>
          </a:solidFill>
          <a:ln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noGrp="1"/>
          </p:cNvSpPr>
          <p:nvPr/>
        </p:nvSpPr>
        <p:spPr>
          <a:xfrm>
            <a:off x="876300" y="2533650"/>
            <a:ext cx="1190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FOLDBACK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noGrp="1"/>
          </p:cNvSpPr>
          <p:nvPr/>
        </p:nvSpPr>
        <p:spPr>
          <a:xfrm>
            <a:off x="781050" y="3409950"/>
            <a:ext cx="1381125" cy="590550"/>
          </a:xfrm>
          <a:prstGeom prst="roundRect">
            <a:avLst>
              <a:gd name="adj" fmla="val 9677"/>
            </a:avLst>
          </a:prstGeom>
          <a:solidFill>
            <a:srgbClr val="F9E7E7"/>
          </a:solidFill>
          <a:ln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noGrp="1"/>
          </p:cNvSpPr>
          <p:nvPr/>
        </p:nvSpPr>
        <p:spPr>
          <a:xfrm>
            <a:off x="876300" y="3486150"/>
            <a:ext cx="1190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HOLD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noGrp="1"/>
          </p:cNvSpPr>
          <p:nvPr/>
        </p:nvSpPr>
        <p:spPr>
          <a:xfrm>
            <a:off x="781050" y="4362450"/>
            <a:ext cx="1381125" cy="590550"/>
          </a:xfrm>
          <a:prstGeom prst="roundRect">
            <a:avLst>
              <a:gd name="adj" fmla="val 9677"/>
            </a:avLst>
          </a:prstGeom>
          <a:solidFill>
            <a:srgbClr val="E8F3F3"/>
          </a:solidFill>
          <a:ln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noGrp="1"/>
          </p:cNvSpPr>
          <p:nvPr/>
        </p:nvSpPr>
        <p:spPr>
          <a:xfrm>
            <a:off x="876300" y="4438650"/>
            <a:ext cx="1190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RAMP UP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noGrp="1"/>
          </p:cNvSpPr>
          <p:nvPr/>
        </p:nvSpPr>
        <p:spPr>
          <a:xfrm>
            <a:off x="628650" y="527685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B33A3A"/>
                </a:solidFill>
              </a:defRPr>
            </a:pPr>
            <a:r>
              <a:rPr sz="1050" b="1">
                <a:solidFill>
                  <a:srgbClr val="B33A3A"/>
                </a:solidFill>
              </a:rPr>
              <a:t>硬触发：HARD TRIP</a:t>
            </a: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rcRect t="11987" b="11987"/>
          <a:stretch>
            <a:fillRect/>
          </a:stretch>
        </p:blipFill>
        <p:spPr>
          <a:xfrm>
            <a:off x="2552700" y="1181100"/>
            <a:ext cx="8858250" cy="4905375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noGrp="1"/>
          </p:cNvSpPr>
          <p:nvPr/>
        </p:nvSpPr>
        <p:spPr>
          <a:xfrm>
            <a:off x="3238500" y="6096000"/>
            <a:ext cx="752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B33A3A"/>
                </a:solidFill>
              </a:defRPr>
            </a:pPr>
            <a:r>
              <a:rPr sz="1200" b="1">
                <a:solidFill>
                  <a:srgbClr val="B33A3A"/>
                </a:solidFill>
              </a:rPr>
              <a:t>软触发：130 Vpp / 5.5 mA RMS    硬上限：160 Vpp / 6 mA RMS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-11">
            <a:extLst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峰值由0.9000 MHz移至0.8548 MHz，自适应策略成功定位新峰值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noGrp="1"/>
          </p:cNvSpPr>
          <p:nvPr/>
        </p:nvSpPr>
        <p:spPr>
          <a:xfrm>
            <a:off x="8763000" y="11430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定位结果与验收边界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noGrp="1"/>
          </p:cNvSpPr>
          <p:nvPr/>
        </p:nvSpPr>
        <p:spPr>
          <a:xfrm>
            <a:off x="8763000" y="1485900"/>
            <a:ext cx="27432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基准峰值  0.9000 MHz｜170.0 mW</a:t>
            </a:r>
          </a:p>
          <a:p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fs−5%峰值  0.8548 MHz｜140.2 mW</a:t>
            </a:r>
          </a:p>
          <a:p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峰位变化  −45.2 kHz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noGrp="1"/>
          </p:cNvSpPr>
          <p:nvPr/>
        </p:nvSpPr>
        <p:spPr>
          <a:xfrm>
            <a:off x="8763000" y="27813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2F73B7"/>
                </a:solidFill>
              </a:defRPr>
            </a:pPr>
            <a:r>
              <a:rPr sz="1425" b="1">
                <a:solidFill>
                  <a:srgbClr val="2F73B7"/>
                </a:solidFill>
              </a:rPr>
              <a:t>周期扫频：通过稳态验收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noGrp="1"/>
          </p:cNvSpPr>
          <p:nvPr/>
        </p:nvSpPr>
        <p:spPr>
          <a:xfrm>
            <a:off x="8763000" y="3095625"/>
            <a:ext cx="2743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 dirty="0">
                <a:solidFill>
                  <a:srgbClr val="5F6B76"/>
                </a:solidFill>
              </a:rPr>
              <a:t>稳定锁定0.8548 MHz；捕获率100%</a:t>
            </a:r>
          </a:p>
          <a:p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 dirty="0">
                <a:solidFill>
                  <a:srgbClr val="5F6B76"/>
                </a:solidFill>
              </a:rPr>
              <a:t>约96.5 ms满足连续10样本判据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noGrp="1"/>
          </p:cNvSpPr>
          <p:nvPr/>
        </p:nvSpPr>
        <p:spPr>
          <a:xfrm>
            <a:off x="8763000" y="40005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C84444"/>
                </a:solidFill>
              </a:defRPr>
            </a:pPr>
            <a:r>
              <a:rPr sz="1350" b="1">
                <a:solidFill>
                  <a:srgbClr val="C84444"/>
                </a:solidFill>
              </a:rPr>
              <a:t>P&amp;O：到达峰位但未通过验收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noGrp="1"/>
          </p:cNvSpPr>
          <p:nvPr/>
        </p:nvSpPr>
        <p:spPr>
          <a:xfrm>
            <a:off x="8763000" y="4314825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到达0.8548 MHz、捕获率100%</a:t>
            </a:r>
          </a:p>
          <a:p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但周期性参考/试探使其未满足</a:t>
            </a:r>
          </a:p>
          <a:p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连续10个控制样本保持窗口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noGrp="1"/>
          </p:cNvSpPr>
          <p:nvPr/>
        </p:nvSpPr>
        <p:spPr>
          <a:xfrm>
            <a:off x="8763000" y="5410200"/>
            <a:ext cx="2743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ηP＝P当前 / P安全最大,当前场景</a:t>
            </a:r>
          </a:p>
          <a:p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100%表示找到该场景自身安全峰值</a:t>
            </a:r>
          </a:p>
          <a:p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不等于恢复基准绝对功率170.0 mW</a:t>
            </a:r>
          </a:p>
        </p:txBody>
      </p:sp>
      <p:pic>
        <p:nvPicPr>
          <p:cNvPr id="6" name="图片 5" descr="无重叠修订图">
            <a:extLst>
              <a:ext uri="{FF2B5EF4-FFF2-40B4-BE49-F238E27FC236}">
                <a16:creationId xmlns:a16="http://schemas.microsoft.com/office/drawing/2014/main" id="{04A3C830-F392-2C82-64A0-238BC8293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" y="1047750"/>
            <a:ext cx="734785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-12">
            <a:extLst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685800" y="1619250"/>
          <a:ext cx="6191249" cy="2762252"/>
        </p:xfrm>
        <a:graphic>
          <a:graphicData uri="http://schemas.openxmlformats.org/drawingml/2006/table">
            <a:tbl>
              <a:tblPr firstRow="1"/>
              <a:tblGrid>
                <a:gridCol w="1752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4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硬越限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95.5 ms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P&amp;O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="7334250" y="1524000"/>
          <a:ext cx="40005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: 圆角 7">
            <a:extLst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10648950" cy="1066800"/>
          </a:xfrm>
          <a:prstGeom prst="roundRect">
            <a:avLst>
              <a:gd name="adj" fmla="val 5357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noGrp="1"/>
          </p:cNvSpPr>
          <p:nvPr/>
        </p:nvSpPr>
        <p:spPr>
          <a:xfrm>
            <a:off x="952500" y="50482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0%只表示尾段达到离线参考点；P&amp;O的800 ms包含7段未收敛惩罚。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结果排序只对当前线性模型、扰动时窗、驻留时间和控制参数成立。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-12">
            <a:extLst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685800" y="1619250"/>
          <a:ext cx="6191249" cy="2762252"/>
        </p:xfrm>
        <a:graphic>
          <a:graphicData uri="http://schemas.openxmlformats.org/drawingml/2006/table">
            <a:tbl>
              <a:tblPr firstRow="1"/>
              <a:tblGrid>
                <a:gridCol w="1752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4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50" b="1" dirty="0">
                          <a:solidFill>
                            <a:srgbClr val="FFFFFF"/>
                          </a:solidFill>
                        </a:rPr>
                        <a:t>尾段正常控制样本</a:t>
                      </a:r>
                      <a:r>
                        <a:rPr sz="1350" b="1" dirty="0" err="1">
                          <a:solidFill>
                            <a:srgbClr val="FFFFFF"/>
                          </a:solidFill>
                        </a:rPr>
                        <a:t>误差</a:t>
                      </a:r>
                      <a:endParaRPr sz="135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50" b="1" dirty="0">
                          <a:solidFill>
                            <a:srgbClr val="FFFFFF"/>
                          </a:solidFill>
                        </a:rPr>
                        <a:t>实际</a:t>
                      </a:r>
                      <a:r>
                        <a:rPr sz="1350" b="1" dirty="0" err="1">
                          <a:solidFill>
                            <a:srgbClr val="FFFFFF"/>
                          </a:solidFill>
                        </a:rPr>
                        <a:t>硬越限</a:t>
                      </a:r>
                      <a:endParaRPr sz="135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95.5 ms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P&amp;O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="7334250" y="1524000"/>
          <a:ext cx="40005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: 圆角 7">
            <a:extLst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10648950" cy="1066800"/>
          </a:xfrm>
          <a:prstGeom prst="roundRect">
            <a:avLst>
              <a:gd name="adj" fmla="val 5357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noGrp="1"/>
          </p:cNvSpPr>
          <p:nvPr/>
        </p:nvSpPr>
        <p:spPr>
          <a:xfrm>
            <a:off x="952500" y="50482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0%只表示尾段达到离线参考点；P&amp;O的800 ms包含7段未收敛惩罚。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结果排序只对当前线性模型、扰动时窗、驻留时间和控制参数成立。</a:t>
            </a:r>
          </a:p>
        </p:txBody>
      </p:sp>
    </p:spTree>
    <p:extLst>
      <p:ext uri="{BB962C8B-B14F-4D97-AF65-F5344CB8AC3E}">
        <p14:creationId xmlns:p14="http://schemas.microsoft.com/office/powerpoint/2010/main" val="1868219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13">
            <a:extLst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noGrp="1"/>
          </p:cNvSpPr>
          <p:nvPr/>
        </p:nvSpPr>
        <p:spPr>
          <a:xfrm>
            <a:off x="2247900" y="2209800"/>
            <a:ext cx="45720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noGrp="1"/>
          </p:cNvSpPr>
          <p:nvPr/>
        </p:nvSpPr>
        <p:spPr>
          <a:xfrm>
            <a:off x="5010150" y="2209800"/>
            <a:ext cx="45720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2095500" cy="1238250"/>
          </a:xfrm>
          <a:prstGeom prst="roundRect">
            <a:avLst>
              <a:gd name="adj" fmla="val 4615"/>
            </a:avLst>
          </a:prstGeom>
          <a:solidFill>
            <a:srgbClr val="EAF1F7"/>
          </a:solidFill>
          <a:ln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noGrp="1"/>
          </p:cNvSpPr>
          <p:nvPr/>
        </p:nvSpPr>
        <p:spPr>
          <a:xfrm>
            <a:off x="876300" y="1771650"/>
            <a:ext cx="19050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>
            <a:endParaRPr sz="1500" b="1">
              <a:solidFill>
                <a:srgbClr val="17324D"/>
              </a:solidFill>
            </a:endParaRP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noGrp="1"/>
          </p:cNvSpPr>
          <p:nvPr/>
        </p:nvSpPr>
        <p:spPr>
          <a:xfrm>
            <a:off x="3333750" y="1695450"/>
            <a:ext cx="2095500" cy="1238250"/>
          </a:xfrm>
          <a:prstGeom prst="roundRect">
            <a:avLst>
              <a:gd name="adj" fmla="val 4615"/>
            </a:avLst>
          </a:prstGeom>
          <a:solidFill>
            <a:srgbClr val="FFF4DD"/>
          </a:solidFill>
          <a:ln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noGrp="1"/>
          </p:cNvSpPr>
          <p:nvPr/>
        </p:nvSpPr>
        <p:spPr>
          <a:xfrm>
            <a:off x="3429000" y="1771650"/>
            <a:ext cx="19050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>
            <a:endParaRPr sz="1500" b="1">
              <a:solidFill>
                <a:srgbClr val="17324D"/>
              </a:solidFill>
            </a:endParaRP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noGrp="1"/>
          </p:cNvSpPr>
          <p:nvPr/>
        </p:nvSpPr>
        <p:spPr>
          <a:xfrm>
            <a:off x="5886450" y="1695450"/>
            <a:ext cx="2095500" cy="1238250"/>
          </a:xfrm>
          <a:prstGeom prst="roundRect">
            <a:avLst>
              <a:gd name="adj" fmla="val 4615"/>
            </a:avLst>
          </a:prstGeom>
          <a:solidFill>
            <a:srgbClr val="F9E7E7"/>
          </a:solidFill>
          <a:ln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noGrp="1"/>
          </p:cNvSpPr>
          <p:nvPr/>
        </p:nvSpPr>
        <p:spPr>
          <a:xfrm>
            <a:off x="5981700" y="1771650"/>
            <a:ext cx="19050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>
            <a:endParaRPr sz="1500" b="1">
              <a:solidFill>
                <a:srgbClr val="17324D"/>
              </a:solidFill>
            </a:endParaRP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noGrp="1"/>
          </p:cNvSpPr>
          <p:nvPr/>
        </p:nvSpPr>
        <p:spPr>
          <a:xfrm>
            <a:off x="8496300" y="1447800"/>
            <a:ext cx="272415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noGrp="1"/>
          </p:cNvSpPr>
          <p:nvPr/>
        </p:nvSpPr>
        <p:spPr>
          <a:xfrm>
            <a:off x="8743950" y="169545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noGrp="1"/>
          </p:cNvSpPr>
          <p:nvPr/>
        </p:nvSpPr>
        <p:spPr>
          <a:xfrm>
            <a:off x="8877300" y="2209800"/>
            <a:ext cx="19812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noGrp="1"/>
          </p:cNvSpPr>
          <p:nvPr/>
        </p:nvSpPr>
        <p:spPr>
          <a:xfrm>
            <a:off x="1123950" y="3752850"/>
            <a:ext cx="647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noGrp="1"/>
          </p:cNvSpPr>
          <p:nvPr/>
        </p:nvSpPr>
        <p:spPr>
          <a:xfrm>
            <a:off x="1123950" y="4514850"/>
            <a:ext cx="647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-14">
            <a:extLst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电学链条已闭环，真实参数、P&amp;O整定和结构声场仍需继续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noGrp="1"/>
          </p:cNvSpPr>
          <p:nvPr/>
        </p:nvSpPr>
        <p:spPr>
          <a:xfrm>
            <a:off x="4171950" y="1428750"/>
            <a:ext cx="19050" cy="4095750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noGrp="1"/>
          </p:cNvSpPr>
          <p:nvPr/>
        </p:nvSpPr>
        <p:spPr>
          <a:xfrm>
            <a:off x="8096250" y="1428750"/>
            <a:ext cx="19050" cy="4095750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已经证明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2857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v2.1数量级自洽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Python/LTspice实现一致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单因素与组合扰动已完成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选频与保护原型可复现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noGrp="1"/>
          </p:cNvSpPr>
          <p:nvPr/>
        </p:nvSpPr>
        <p:spPr>
          <a:xfrm>
            <a:off x="4514850" y="152400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尚未证明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noGrp="1"/>
          </p:cNvSpPr>
          <p:nvPr/>
        </p:nvSpPr>
        <p:spPr>
          <a:xfrm>
            <a:off x="4686300" y="2190750"/>
            <a:ext cx="28956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假设参数代表真实换能器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任何CTO治疗效果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noGrp="1"/>
          </p:cNvSpPr>
          <p:nvPr/>
        </p:nvSpPr>
        <p:spPr>
          <a:xfrm>
            <a:off x="8458200" y="15240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noGrp="1"/>
          </p:cNvSpPr>
          <p:nvPr/>
        </p:nvSpPr>
        <p:spPr>
          <a:xfrm>
            <a:off x="8496300" y="2190750"/>
            <a:ext cx="25908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整定P&amp;O并重新验收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保留相位控制作消融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获取实测阻抗并拟合BVD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建立结构—声场模型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noGrp="1"/>
          </p:cNvSpPr>
          <p:nvPr/>
        </p:nvSpPr>
        <p:spPr>
          <a:xfrm>
            <a:off x="990600" y="5238750"/>
            <a:ext cx="10191750" cy="609600"/>
          </a:xfrm>
          <a:prstGeom prst="roundRect">
            <a:avLst>
              <a:gd name="adj" fmla="val 6250"/>
            </a:avLst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noGrp="1"/>
          </p:cNvSpPr>
          <p:nvPr/>
        </p:nvSpPr>
        <p:spPr>
          <a:xfrm>
            <a:off x="1333500" y="5381625"/>
            <a:ext cx="952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当前结论仅适用于特定假设BVD模型与设定扰动范围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15">
            <a:extLst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1238250" y="1333500"/>
          <a:ext cx="9715500" cy="4619630"/>
        </p:xfrm>
        <a:graphic>
          <a:graphicData uri="http://schemas.openxmlformats.org/drawingml/2006/table">
            <a:tbl>
              <a:tblPr firstRow="1"/>
              <a:tblGrid>
                <a:gridCol w="2323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5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96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68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16">
            <a:extLst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noGrp="1"/>
          </p:cNvSpPr>
          <p:nvPr/>
        </p:nvSpPr>
        <p:spPr>
          <a:xfrm>
            <a:off x="838200" y="13335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="838200" y="1790700"/>
          <a:ext cx="4000500" cy="3428999"/>
        </p:xfrm>
        <a:graphic>
          <a:graphicData uri="http://schemas.openxmlformats.org/drawingml/2006/table">
            <a:tbl>
              <a:tblPr firstRow="1"/>
              <a:tblGrid>
                <a:gridCol w="2261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noGrp="1"/>
          </p:cNvSpPr>
          <p:nvPr/>
        </p:nvSpPr>
        <p:spPr>
          <a:xfrm>
            <a:off x="5676900" y="13335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noGrp="1"/>
          </p:cNvSpPr>
          <p:nvPr/>
        </p:nvSpPr>
        <p:spPr>
          <a:xfrm>
            <a:off x="5676900" y="1866900"/>
            <a:ext cx="5429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noGrp="1"/>
          </p:cNvSpPr>
          <p:nvPr/>
        </p:nvSpPr>
        <p:spPr>
          <a:xfrm>
            <a:off x="5676900" y="3200400"/>
            <a:ext cx="5429250" cy="1790700"/>
          </a:xfrm>
          <a:prstGeom prst="roundRect">
            <a:avLst>
              <a:gd name="adj" fmla="val 3191"/>
            </a:avLst>
          </a:prstGeom>
          <a:solidFill>
            <a:srgbClr val="EAF1F7"/>
          </a:solidFill>
          <a:ln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noGrp="1"/>
          </p:cNvSpPr>
          <p:nvPr/>
        </p:nvSpPr>
        <p:spPr>
          <a:xfrm>
            <a:off x="5981700" y="3429000"/>
            <a:ext cx="481012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MHz固定点基线</a:t>
            </a:r>
          </a:p>
          <a:p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|Z| ≈ 7.071 kΩ   相位 ≈ −15.916°</a:t>
            </a:r>
          </a:p>
          <a:p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-17">
            <a:extLst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819150" y="1466850"/>
          <a:ext cx="10477500" cy="2571752"/>
        </p:xfrm>
        <a:graphic>
          <a:graphicData uri="http://schemas.openxmlformats.org/drawingml/2006/table">
            <a:tbl>
              <a:tblPr firstRow="1"/>
              <a:tblGrid>
                <a:gridCol w="1976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2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9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83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noGrp="1"/>
          </p:cNvSpPr>
          <p:nvPr/>
        </p:nvSpPr>
        <p:spPr>
          <a:xfrm>
            <a:off x="1409700" y="4572000"/>
            <a:ext cx="9239250" cy="952500"/>
          </a:xfrm>
          <a:prstGeom prst="roundRect">
            <a:avLst>
              <a:gd name="adj" fmla="val 6000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noGrp="1"/>
          </p:cNvSpPr>
          <p:nvPr/>
        </p:nvSpPr>
        <p:spPr>
          <a:xfrm>
            <a:off x="1676400" y="4857750"/>
            <a:ext cx="8705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18">
            <a:extLst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33899" y="1257300"/>
            <a:ext cx="6142802" cy="47625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noGrp="1"/>
          </p:cNvSpPr>
          <p:nvPr/>
        </p:nvSpPr>
        <p:spPr>
          <a:xfrm>
            <a:off x="8382000" y="1504950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 = arg(Vport / Iport)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noGrp="1"/>
          </p:cNvSpPr>
          <p:nvPr/>
        </p:nvSpPr>
        <p:spPr>
          <a:xfrm>
            <a:off x="8572500" y="2190750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noGrp="1"/>
          </p:cNvSpPr>
          <p:nvPr/>
        </p:nvSpPr>
        <p:spPr>
          <a:xfrm>
            <a:off x="8286750" y="32385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noGrp="1"/>
          </p:cNvSpPr>
          <p:nvPr/>
        </p:nvSpPr>
        <p:spPr>
          <a:xfrm>
            <a:off x="8096250" y="4000500"/>
            <a:ext cx="3238500" cy="1238250"/>
          </a:xfrm>
          <a:prstGeom prst="roundRect">
            <a:avLst>
              <a:gd name="adj" fmla="val 4615"/>
            </a:avLst>
          </a:prstGeom>
          <a:solidFill>
            <a:srgbClr val="F9E7E7"/>
          </a:solidFill>
          <a:ln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noGrp="1"/>
          </p:cNvSpPr>
          <p:nvPr/>
        </p:nvSpPr>
        <p:spPr>
          <a:xfrm>
            <a:off x="8305800" y="4267200"/>
            <a:ext cx="2819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19">
            <a:extLst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02326"/>
            <a:ext cx="6858000" cy="36723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05750" y="1404100"/>
            <a:ext cx="3333750" cy="1535201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noGrp="1"/>
          </p:cNvSpPr>
          <p:nvPr/>
        </p:nvSpPr>
        <p:spPr>
          <a:xfrm>
            <a:off x="7905750" y="3352800"/>
            <a:ext cx="3333750" cy="1885950"/>
          </a:xfrm>
          <a:prstGeom prst="roundRect">
            <a:avLst>
              <a:gd name="adj" fmla="val 3030"/>
            </a:avLst>
          </a:prstGeom>
          <a:solidFill>
            <a:srgbClr val="EAF1F7"/>
          </a:solidFill>
          <a:ln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noGrp="1"/>
          </p:cNvSpPr>
          <p:nvPr/>
        </p:nvSpPr>
        <p:spPr>
          <a:xfrm>
            <a:off x="8191500" y="3562350"/>
            <a:ext cx="2762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noGrp="1"/>
          </p:cNvSpPr>
          <p:nvPr/>
        </p:nvSpPr>
        <p:spPr>
          <a:xfrm>
            <a:off x="3143250" y="5572125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-20">
            <a:extLst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876300" y="1352550"/>
          <a:ext cx="10382250" cy="4000500"/>
        </p:xfrm>
        <a:graphic>
          <a:graphicData uri="http://schemas.openxmlformats.org/drawingml/2006/table">
            <a:tbl>
              <a:tblPr firstRow="1"/>
              <a:tblGrid>
                <a:gridCol w="2537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4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noGrp="1"/>
          </p:cNvSpPr>
          <p:nvPr/>
        </p:nvSpPr>
        <p:spPr>
          <a:xfrm>
            <a:off x="1123950" y="567690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-21">
            <a:extLst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noGrp="1"/>
          </p:cNvSpPr>
          <p:nvPr/>
        </p:nvSpPr>
        <p:spPr>
          <a:xfrm>
            <a:off x="247650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noGrp="1"/>
          </p:cNvSpPr>
          <p:nvPr/>
        </p:nvSpPr>
        <p:spPr>
          <a:xfrm>
            <a:off x="462915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noGrp="1"/>
          </p:cNvSpPr>
          <p:nvPr/>
        </p:nvSpPr>
        <p:spPr>
          <a:xfrm>
            <a:off x="678180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noGrp="1"/>
          </p:cNvSpPr>
          <p:nvPr/>
        </p:nvSpPr>
        <p:spPr>
          <a:xfrm>
            <a:off x="893445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EAF1F7"/>
          </a:solidFill>
          <a:ln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noGrp="1"/>
          </p:cNvSpPr>
          <p:nvPr/>
        </p:nvSpPr>
        <p:spPr>
          <a:xfrm>
            <a:off x="299085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E8F3F3"/>
          </a:solidFill>
          <a:ln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noGrp="1"/>
          </p:cNvSpPr>
          <p:nvPr/>
        </p:nvSpPr>
        <p:spPr>
          <a:xfrm>
            <a:off x="308610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noGrp="1"/>
          </p:cNvSpPr>
          <p:nvPr/>
        </p:nvSpPr>
        <p:spPr>
          <a:xfrm>
            <a:off x="514350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noGrp="1"/>
          </p:cNvSpPr>
          <p:nvPr/>
        </p:nvSpPr>
        <p:spPr>
          <a:xfrm>
            <a:off x="523875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noGrp="1"/>
          </p:cNvSpPr>
          <p:nvPr/>
        </p:nvSpPr>
        <p:spPr>
          <a:xfrm>
            <a:off x="729615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FFF4DD"/>
          </a:solidFill>
          <a:ln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noGrp="1"/>
          </p:cNvSpPr>
          <p:nvPr/>
        </p:nvSpPr>
        <p:spPr>
          <a:xfrm>
            <a:off x="739140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noGrp="1"/>
          </p:cNvSpPr>
          <p:nvPr/>
        </p:nvSpPr>
        <p:spPr>
          <a:xfrm>
            <a:off x="944880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F9E7E7"/>
          </a:solidFill>
          <a:ln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noGrp="1"/>
          </p:cNvSpPr>
          <p:nvPr/>
        </p:nvSpPr>
        <p:spPr>
          <a:xfrm>
            <a:off x="954405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noGrp="1"/>
          </p:cNvSpPr>
          <p:nvPr/>
        </p:nvSpPr>
        <p:spPr>
          <a:xfrm>
            <a:off x="2381250" y="4000500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noGrp="1"/>
          </p:cNvSpPr>
          <p:nvPr/>
        </p:nvSpPr>
        <p:spPr>
          <a:xfrm>
            <a:off x="3695700" y="462915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noGrp="1"/>
          </p:cNvSpPr>
          <p:nvPr/>
        </p:nvSpPr>
        <p:spPr>
          <a:xfrm>
            <a:off x="2533650" y="533400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-22">
            <a:extLst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noGrp="1"/>
          </p:cNvSpPr>
          <p:nvPr/>
        </p:nvSpPr>
        <p:spPr>
          <a:xfrm>
            <a:off x="1181100" y="142875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noGrp="1"/>
          </p:cNvSpPr>
          <p:nvPr/>
        </p:nvSpPr>
        <p:spPr>
          <a:xfrm>
            <a:off x="1104900" y="2038350"/>
            <a:ext cx="42862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noGrp="1"/>
          </p:cNvSpPr>
          <p:nvPr/>
        </p:nvSpPr>
        <p:spPr>
          <a:xfrm>
            <a:off x="6000750" y="1352550"/>
            <a:ext cx="19050" cy="4191000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noGrp="1"/>
          </p:cNvSpPr>
          <p:nvPr/>
        </p:nvSpPr>
        <p:spPr>
          <a:xfrm>
            <a:off x="6667500" y="142875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noGrp="1"/>
          </p:cNvSpPr>
          <p:nvPr/>
        </p:nvSpPr>
        <p:spPr>
          <a:xfrm>
            <a:off x="6591300" y="2038350"/>
            <a:ext cx="43815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noGrp="1"/>
          </p:cNvSpPr>
          <p:nvPr/>
        </p:nvSpPr>
        <p:spPr>
          <a:xfrm>
            <a:off x="1562100" y="5619750"/>
            <a:ext cx="9048750" cy="476250"/>
          </a:xfrm>
          <a:prstGeom prst="roundRect">
            <a:avLst>
              <a:gd name="adj" fmla="val 12000"/>
            </a:avLst>
          </a:prstGeom>
          <a:solidFill>
            <a:srgbClr val="F9E7E7"/>
          </a:solidFill>
          <a:ln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noGrp="1"/>
          </p:cNvSpPr>
          <p:nvPr/>
        </p:nvSpPr>
        <p:spPr>
          <a:xfrm>
            <a:off x="1885950" y="5715000"/>
            <a:ext cx="838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3348</TotalTime>
  <Words>4168</Words>
  <Application>Microsoft Office PowerPoint</Application>
  <DocSecurity>0</DocSecurity>
  <PresentationFormat>宽屏</PresentationFormat>
  <Paragraphs>579</Paragraphs>
  <Slides>24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6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永嘉 吴</cp:lastModifiedBy>
  <cp:revision>3</cp:revision>
  <dcterms:created xsi:type="dcterms:W3CDTF">2026-08-24T05:52:36Z</dcterms:created>
  <dcterms:modified xsi:type="dcterms:W3CDTF">2026-08-28T09:48:41Z</dcterms:modified>
</cp:coreProperties>
</file>