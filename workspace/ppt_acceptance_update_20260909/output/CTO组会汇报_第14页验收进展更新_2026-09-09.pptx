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【本页结论】两种自适应策略的所选尾段误差为0%，但仍各有未通过连续稳态验收的扰动段，不能仅凭尾段误差作总体优劣判断。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与前两页使用同一份控制运行数据。综合评价包含初始基准之后的7个时间段，每段0.8秒。固定频率的平均尾段功率误差为30.14%，3段未通过。周期扫频和扫描辅助P&amp;O的平均尾段误差均为0%，但分别有2段和3段未通过。这里特别需要区分：尾段误差取选定样本的平均值，连续稳态验收还要求NORMAL状态下连续10个样本达到98%。右侧恢复指标包含未通过惩罚，未通过段计800毫秒，再与其他段取平均，所以345.7、409.0和458.9毫秒不能读成每段都已经成功恢复。当前这些指标不足以支持某个策略总体最优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计窗口】尾段功率优先选本段最后25%时间内的NORMAL且频率未冻结CONTROL样本。如果没有，依次退回本段最后5个NORMAL样本，再退回最后5个CONTROL样本。原始CSV字段仍名为steady_error_pct，本页用“尾段误差”避免将其误解为连续验收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【恢复指标口径】对通过的段，当前代码记录合格连续序列起点相对扰动起点的延迟，而不是第10个样本的确认时刻。对未通过的段记800 ms。之后对初始基准后的7段取平均。此项是含惩罚的综合指标，不是全部场景的实测恢复时间。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【安全口径】表中零越限指保存的保护处理后准稳态样本，没有包括采样间瞬态。三策略均接入同一保护逻辑，固定策略指固定频率和固定名义幅度，不表示幅度在保护期间保持不变。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【教授可能追问】为什么周期扫频有2段未通过，尾段误差还能为0？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【建议回答】fs−5%段末已有达到场景峰值的样本，因样本数不足10个而未通过。另一个未通过段为匹配电感+10%。尾段均值不会自动检查连续样本数，也不体现扫描和降幅过程的电能损失。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【进一步评价边界】若要对总体效果排名，还应同时评价全时段功率损失、扫描成本和不同扰动驻留时间。本页不以最短柱或零尾段误差单独判定最优。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【模糊推测】真实噪声、不同驻留时间或控制参数整定可能改变结果，当前尚未验证。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/><Relationship Type="http://schemas.openxmlformats.org/officeDocument/2006/relationships/image" Target="/ppt/media/slide5_matching_calibrated_20260906.png" Id="Rcd4612bbf60b4e24"/><Relationship Type="http://schemas.openxmlformats.org/officeDocument/2006/relationships/notesSlide" Target="/ppt/notesSlides/notesSlide5.xml" Id="R8c105034bce94632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/><Relationship Type="http://schemas.openxmlformats.org/officeDocument/2006/relationships/image" Target="/ppt/media/control_revision_slide12_a734eca013.png" Id="Rac1be6b81572415f"/><Relationship Type="http://schemas.openxmlformats.org/officeDocument/2006/relationships/notesSlide" Target="/ppt/notesSlides/notesSlide12.xml" Id="R4953cc2ad78d45d1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/><Relationship Type="http://schemas.openxmlformats.org/officeDocument/2006/relationships/image" Target="/ppt/media/acceptance_candidate_20260909.png" Id="R5467ee2e553a41cd"/><Relationship Type="http://schemas.openxmlformats.org/officeDocument/2006/relationships/notesSlide" Target="/ppt/notesSlides/notesSlide14.xml" Id="R58eb8d6825fe4f36"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 /><Relationship Type="http://schemas.openxmlformats.org/officeDocument/2006/relationships/chart" Target="/ppt/slides/charts/chart3.xml" Id="Rafe4dd6489d649c6" /><Relationship Type="http://schemas.openxmlformats.org/officeDocument/2006/relationships/notesSlide" Target="/ppt/notesSlides/notesSlide15.xml" Id="R68e6971b4ea545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同一扰动序列下，尾段误差与连续稳态验收结果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恢复指标*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(ms)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保护后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409.0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4dd6489d649c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10150"/>
            <a:ext cx="1009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尾段误差0%仅描述所选样本，不代表全程功率无损失或连续验收通过。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恢复指标：成功段取合格序列起点延迟，未通过段计800 ms，再求均值。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评价初始基准之后的7段，每段0.8 s，三种策略均接入共同保护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