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6e1744b15df4fa4"/><Relationship Type="http://schemas.openxmlformats.org/officeDocument/2006/relationships/extended-properties" Target="/docProps/app.xml" Id="Rd604111a637e4fc9"/><Relationship Type="http://schemas.openxmlformats.org/officeDocument/2006/relationships/officeDocument" Target="/ppt/presentation.xml" Id="R2111942bdace49d7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69" r:id="Rea8bbf9ae74846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a97bbaf308e04b7a"/><Relationship Type="http://schemas.openxmlformats.org/officeDocument/2006/relationships/slideMaster" Target="/ppt/slideMasters/slideMaster1.xml" Id="R5ab0b0ccb71e429c"/><Relationship Type="http://schemas.openxmlformats.org/officeDocument/2006/relationships/notesMaster" Target="/ppt/notesMasters/notesMaster1.xml" Id="R6e378c9156eb41e3"/><Relationship Type="http://schemas.openxmlformats.org/officeDocument/2006/relationships/presProps" Target="/ppt/presProps.xml" Id="R427522ee34804183"/><Relationship Type="http://schemas.openxmlformats.org/officeDocument/2006/relationships/viewProps" Target="/ppt/viewProps.xml" Id="R94e0edf79d8d4942"/><Relationship Type="http://schemas.openxmlformats.org/officeDocument/2006/relationships/tableStyles" Target="/ppt/tableStyles.xml" Id="R5fe010b6b5d34191"/><Relationship Type="http://schemas.openxmlformats.org/officeDocument/2006/relationships/slide" Target="/ppt/slides/slide14.xml" Id="Rea8bbf9ae7484685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【建议讲解时间】约90秒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【版本关系】本页更新为第三轮固定无PI候选的后续实验。完整版中的第12、15页仍保留此前同一次运行的历史对照，不能与本页拼成同一次运行的综合成绩。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讲稿】前面的版本已经找到了新的功率峰，但没有留下足够的连续合格样本。本页展示时序修正后的一个简单候选，采用扫描辅助P&amp;O，不加独立PI。等待参数为500毫秒，P&amp;O试探幅度上限0.9，重捕获扫描仍为0.4。图中保留全部保护、扫描和恢复动作。fs降低5%后，控制器在2.962秒出现首次合格NORMAL样本，在3.142秒确认第10个合格样本，本段最长连续12个，所以这一次满足原稳态窗口标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【讲稿续】但本段能量捕获率只有45.4%，因为前面的保护、搜索和恢复占用了输出时间。下面的电压图把负载切换发生在采样之间时，旧指令继续保持的区间也算进来，重放峰值188.2 Vpp，超过160 Vpp约1毫秒。这个结果说明稳态窗口通过了，但电学能量损失和硬限问题还没有解决。下一步固定这个候选，分别处理恢复余量与采样间隙风险，不继续叠加更多算法。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【冻结条件】本段保持2.4至3.2秒，即0.8秒。门槛保持功率捕获率至少98%，CONTROL、NORMAL、频率未冻结、连续10个合格样本，相邻CONTROL间隔不超过30毫秒。硬限160 Vpp/6 mA RMS、异常检测与原保护保持时间不修改。6 mA RMS为本项目假设硬限，160 Vpp来自用户要求。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【指标定义】742毫秒是3.142减2.4，是第10个样本的确认延迟。10个20毫秒等间隔样本的首末跨度为180毫秒。本段最长连续12个，不表示全程保持高功率。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【能量定义】本段能量捕获率为实际P_Rm在整个0.8秒区间的积分，除以本段安全最优P_Rm乘0.8秒。分母约140.2 mW，尾段100%不代表恢复到基准170.0 mW。积分包含所有保护、扫描、试探与恢复，也包含重放越限区间，不能称为完全安全的收益或源到负载效率。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候选】B0_T500_A90_R2，第三轮0.8秒/段。T500是等待参数，不是实际两次试探起点间隔。R2是在原调度条件外，要求恢复后的正常等待和10个稳定样本，不读取离线最佳功率作为触发答案。该候选全序列稳态7/7不是全序列硬安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真实性与限制】本次只读取已经保存的数据、重建保持指令及更新PPT，没有重新运行控制器或LTspice。图为假设线性BVD离散准稳态结果，不是示波器、LTspice瞬态或实测器件波形。模型重放不能预测真实储能振铃，当前保护还利用准确模型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【模糊推测内容】下一轮通过安全裕量或恢复时序调整能否消除越限、提高能量尚未验证，本页没有把这些计划写成已实现结果。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【数据出处】时序SHA256：cdde9dab61a50f443c783d25f5fb87014214290ad71c1f9950de99ad5bb560a9。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C:\Users\24739\Documents\Codex\2026-08-10\new-chat\po_scheduling_20260909\results\B0_T500_A90_R2_dwell_0.8s\config.json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C:\Users\24739\Documents\Codex\2026-08-10\new-chat\po_scheduling_20260909\results\B0_T500_A90_R2_dwell_0.8s\acceptance_and_energy.csv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/><Relationship Type="http://schemas.openxmlformats.org/officeDocument/2006/relationships/image" Target="/ppt/media/acceptance_candidate_20260909.png" Id="R5467ee2e553a41cd"/><Relationship Type="http://schemas.openxmlformats.org/officeDocument/2006/relationships/notesSlide" Target="/ppt/notesSlides/notesSlide14.xml" Id="R58eb8d6825fe4f36"/></Relationships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时序修正已使部分版本通过谐振漂移段的连续稳态验收，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但全过程能量损失及采样间隙越限尚未解决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    第三轮时序 cdde9dab61    第12/15页仍为旧批次对照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后续实验：固定无PI候选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/>
        </p:blipFill>
        <p:spPr>
          <a:xfrm xmlns:a="http://schemas.openxmlformats.org/drawingml/2006/main">
            <a:off x="685800" y="1257311"/>
            <a:ext cx="7715250" cy="4992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