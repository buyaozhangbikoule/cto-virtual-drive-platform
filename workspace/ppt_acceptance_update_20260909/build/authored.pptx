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fde82f65e14173" /><Relationship Type="http://schemas.openxmlformats.org/officeDocument/2006/relationships/extended-properties" Target="/docProps/app.xml" Id="Rce94a57afb2442b9" /><Relationship Type="http://schemas.openxmlformats.org/officeDocument/2006/relationships/officeDocument" Target="/ppt/presentation.xml" Id="R9038205a9bed46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218ef5dcd240a1"/>
  </p:sldMasterIdLst>
  <p:notesMasterIdLst>
    <p:notesMasterId xmlns:r="http://schemas.openxmlformats.org/officeDocument/2006/relationships" r:id="Ra7919e9fb3d74ce0"/>
  </p:notesMasterIdLst>
  <p:sldIdLst>
    <p:sldId xmlns:r="http://schemas.openxmlformats.org/officeDocument/2006/relationships" id="256" r:id="Rd094db5c86984b7c"/>
    <p:sldId xmlns:r="http://schemas.openxmlformats.org/officeDocument/2006/relationships" id="257" r:id="Re60fb0d0eac3452f"/>
    <p:sldId xmlns:r="http://schemas.openxmlformats.org/officeDocument/2006/relationships" id="258" r:id="Rc80e54d55ea34e1d"/>
    <p:sldId xmlns:r="http://schemas.openxmlformats.org/officeDocument/2006/relationships" id="259" r:id="R23c5b0b28a5d486d"/>
    <p:sldId xmlns:r="http://schemas.openxmlformats.org/officeDocument/2006/relationships" id="260" r:id="R4462424aa86e4074"/>
    <p:sldId xmlns:r="http://schemas.openxmlformats.org/officeDocument/2006/relationships" id="261" r:id="R4f015181dbb7434c"/>
    <p:sldId xmlns:r="http://schemas.openxmlformats.org/officeDocument/2006/relationships" id="262" r:id="R9cc4e670b3744c47"/>
    <p:sldId xmlns:r="http://schemas.openxmlformats.org/officeDocument/2006/relationships" id="263" r:id="R9de2a26c5f4346aa"/>
    <p:sldId xmlns:r="http://schemas.openxmlformats.org/officeDocument/2006/relationships" id="264" r:id="R8961bb373dee45b1"/>
    <p:sldId xmlns:r="http://schemas.openxmlformats.org/officeDocument/2006/relationships" id="265" r:id="Rb945d3593c1b42c5"/>
    <p:sldId xmlns:r="http://schemas.openxmlformats.org/officeDocument/2006/relationships" id="266" r:id="Raffd46cd3ecc4626"/>
    <p:sldId xmlns:r="http://schemas.openxmlformats.org/officeDocument/2006/relationships" id="267" r:id="R772358b86a7646ed"/>
    <p:sldId xmlns:r="http://schemas.openxmlformats.org/officeDocument/2006/relationships" id="268" r:id="R6aa5979d3a6c4db6"/>
    <p:sldId xmlns:r="http://schemas.openxmlformats.org/officeDocument/2006/relationships" id="269" r:id="Ra9d53bb7065d40f1"/>
    <p:sldId xmlns:r="http://schemas.openxmlformats.org/officeDocument/2006/relationships" id="270" r:id="R4e4c4b7f05c84a6e"/>
    <p:sldId xmlns:r="http://schemas.openxmlformats.org/officeDocument/2006/relationships" id="271" r:id="R4d696e2c9a3446fe"/>
    <p:sldId xmlns:r="http://schemas.openxmlformats.org/officeDocument/2006/relationships" id="272" r:id="R9b142688f9bc4def"/>
    <p:sldId xmlns:r="http://schemas.openxmlformats.org/officeDocument/2006/relationships" id="273" r:id="R0e3911f6f80b41e6"/>
    <p:sldId xmlns:r="http://schemas.openxmlformats.org/officeDocument/2006/relationships" id="274" r:id="Rbec53352390942f7"/>
    <p:sldId xmlns:r="http://schemas.openxmlformats.org/officeDocument/2006/relationships" id="275" r:id="R3b9f10bededb4817"/>
    <p:sldId xmlns:r="http://schemas.openxmlformats.org/officeDocument/2006/relationships" id="276" r:id="Re89c664123da4067"/>
    <p:sldId xmlns:r="http://schemas.openxmlformats.org/officeDocument/2006/relationships" id="277" r:id="Re333fb63fb8c428e"/>
    <p:sldId xmlns:r="http://schemas.openxmlformats.org/officeDocument/2006/relationships" id="278" r:id="Rb46b711d96b6467b"/>
    <p:sldId xmlns:r="http://schemas.openxmlformats.org/officeDocument/2006/relationships" id="279" r:id="R4956df7d9c4e4b5e"/>
    <p:sldId xmlns:r="http://schemas.openxmlformats.org/officeDocument/2006/relationships" id="280" r:id="R377119dc66c943a7"/>
    <p:sldId xmlns:r="http://schemas.openxmlformats.org/officeDocument/2006/relationships" id="281" r:id="R5f3cd4fe7d5543fb"/>
    <p:sldId xmlns:r="http://schemas.openxmlformats.org/officeDocument/2006/relationships" id="282" r:id="R77e1bb7633004ead"/>
    <p:sldId xmlns:r="http://schemas.openxmlformats.org/officeDocument/2006/relationships" id="283" r:id="Rd892e21755e04d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8ac6d3df284eca" /><Relationship Type="http://schemas.openxmlformats.org/officeDocument/2006/relationships/slideMaster" Target="/ppt/slideMasters/slideMaster1.xml" Id="R9a218ef5dcd240a1" /><Relationship Type="http://schemas.openxmlformats.org/officeDocument/2006/relationships/notesMaster" Target="/ppt/notesMasters/notesMaster1.xml" Id="Ra7919e9fb3d74ce0" /><Relationship Type="http://schemas.openxmlformats.org/officeDocument/2006/relationships/presProps" Target="/ppt/presProps.xml" Id="Rd63f0dabc03946bc" /><Relationship Type="http://schemas.openxmlformats.org/officeDocument/2006/relationships/viewProps" Target="/ppt/viewProps.xml" Id="R040afad91d914c70" /><Relationship Type="http://schemas.openxmlformats.org/officeDocument/2006/relationships/tableStyles" Target="/ppt/tableStyles.xml" Id="R07bd9a149f0641ba" /><Relationship Type="http://schemas.openxmlformats.org/officeDocument/2006/relationships/slide" Target="/ppt/slides/slide1.xml" Id="Rd094db5c86984b7c" /><Relationship Type="http://schemas.openxmlformats.org/officeDocument/2006/relationships/slide" Target="/ppt/slides/slide2.xml" Id="Re60fb0d0eac3452f" /><Relationship Type="http://schemas.openxmlformats.org/officeDocument/2006/relationships/slide" Target="/ppt/slides/slide3.xml" Id="Rc80e54d55ea34e1d" /><Relationship Type="http://schemas.openxmlformats.org/officeDocument/2006/relationships/slide" Target="/ppt/slides/slide4.xml" Id="R23c5b0b28a5d486d" /><Relationship Type="http://schemas.openxmlformats.org/officeDocument/2006/relationships/slide" Target="/ppt/slides/slide5.xml" Id="R4462424aa86e4074" /><Relationship Type="http://schemas.openxmlformats.org/officeDocument/2006/relationships/slide" Target="/ppt/slides/slide6.xml" Id="R4f015181dbb7434c" /><Relationship Type="http://schemas.openxmlformats.org/officeDocument/2006/relationships/slide" Target="/ppt/slides/slide7.xml" Id="R9cc4e670b3744c47" /><Relationship Type="http://schemas.openxmlformats.org/officeDocument/2006/relationships/slide" Target="/ppt/slides/slide8.xml" Id="R9de2a26c5f4346aa" /><Relationship Type="http://schemas.openxmlformats.org/officeDocument/2006/relationships/slide" Target="/ppt/slides/slide9.xml" Id="R8961bb373dee45b1" /><Relationship Type="http://schemas.openxmlformats.org/officeDocument/2006/relationships/slide" Target="/ppt/slides/slide10.xml" Id="Rb945d3593c1b42c5" /><Relationship Type="http://schemas.openxmlformats.org/officeDocument/2006/relationships/slide" Target="/ppt/slides/slide11.xml" Id="Raffd46cd3ecc4626" /><Relationship Type="http://schemas.openxmlformats.org/officeDocument/2006/relationships/slide" Target="/ppt/slides/slide12.xml" Id="R772358b86a7646ed" /><Relationship Type="http://schemas.openxmlformats.org/officeDocument/2006/relationships/slide" Target="/ppt/slides/slide13.xml" Id="R6aa5979d3a6c4db6" /><Relationship Type="http://schemas.openxmlformats.org/officeDocument/2006/relationships/slide" Target="/ppt/slides/slide14.xml" Id="Ra9d53bb7065d40f1" /><Relationship Type="http://schemas.openxmlformats.org/officeDocument/2006/relationships/slide" Target="/ppt/slides/slide15.xml" Id="R4e4c4b7f05c84a6e" /><Relationship Type="http://schemas.openxmlformats.org/officeDocument/2006/relationships/slide" Target="/ppt/slides/slide16.xml" Id="R4d696e2c9a3446fe" /><Relationship Type="http://schemas.openxmlformats.org/officeDocument/2006/relationships/slide" Target="/ppt/slides/slide17.xml" Id="R9b142688f9bc4def" /><Relationship Type="http://schemas.openxmlformats.org/officeDocument/2006/relationships/slide" Target="/ppt/slides/slide18.xml" Id="R0e3911f6f80b41e6" /><Relationship Type="http://schemas.openxmlformats.org/officeDocument/2006/relationships/slide" Target="/ppt/slides/slide19.xml" Id="Rbec53352390942f7" /><Relationship Type="http://schemas.openxmlformats.org/officeDocument/2006/relationships/slide" Target="/ppt/slides/slide20.xml" Id="R3b9f10bededb4817" /><Relationship Type="http://schemas.openxmlformats.org/officeDocument/2006/relationships/slide" Target="/ppt/slides/slide21.xml" Id="Re89c664123da4067" /><Relationship Type="http://schemas.openxmlformats.org/officeDocument/2006/relationships/slide" Target="/ppt/slides/slide22.xml" Id="Re333fb63fb8c428e" /><Relationship Type="http://schemas.openxmlformats.org/officeDocument/2006/relationships/slide" Target="/ppt/slides/slide23.xml" Id="Rb46b711d96b6467b" /><Relationship Type="http://schemas.openxmlformats.org/officeDocument/2006/relationships/slide" Target="/ppt/slides/slide24.xml" Id="R4956df7d9c4e4b5e" /><Relationship Type="http://schemas.openxmlformats.org/officeDocument/2006/relationships/slide" Target="/ppt/slides/slide25.xml" Id="R377119dc66c943a7" /><Relationship Type="http://schemas.openxmlformats.org/officeDocument/2006/relationships/slide" Target="/ppt/slides/slide26.xml" Id="R5f3cd4fe7d5543fb" /><Relationship Type="http://schemas.openxmlformats.org/officeDocument/2006/relationships/slide" Target="/ppt/slides/slide27.xml" Id="R77e1bb7633004ead" /><Relationship Type="http://schemas.openxmlformats.org/officeDocument/2006/relationships/slide" Target="/ppt/slides/slide28.xml" Id="Rd892e21755e0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926efd6593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6aee37fa184611" /><Relationship Type="http://schemas.openxmlformats.org/officeDocument/2006/relationships/notesMaster" Target="/ppt/notesMasters/notesMaster1.xml" Id="R00932daf3de244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e10c8833834a85" /><Relationship Type="http://schemas.openxmlformats.org/officeDocument/2006/relationships/notesMaster" Target="/ppt/notesMasters/notesMaster1.xml" Id="R3ebf433f73dc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fe1be848444786" /><Relationship Type="http://schemas.openxmlformats.org/officeDocument/2006/relationships/notesMaster" Target="/ppt/notesMasters/notesMaster1.xml" Id="R98ea462a3ea043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a9bc3c84d146c0" /><Relationship Type="http://schemas.openxmlformats.org/officeDocument/2006/relationships/notesMaster" Target="/ppt/notesMasters/notesMaster1.xml" Id="R18c5801c937546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e42cb50db64a0d" /><Relationship Type="http://schemas.openxmlformats.org/officeDocument/2006/relationships/notesMaster" Target="/ppt/notesMasters/notesMaster1.xml" Id="R03ef0608ccdc44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c20980633d428d" /><Relationship Type="http://schemas.openxmlformats.org/officeDocument/2006/relationships/notesMaster" Target="/ppt/notesMasters/notesMaster1.xml" Id="Ra009c118168a46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9fc3d204a9489c" /><Relationship Type="http://schemas.openxmlformats.org/officeDocument/2006/relationships/notesMaster" Target="/ppt/notesMasters/notesMaster1.xml" Id="R3d043dd103374b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57cbea57824a45" /><Relationship Type="http://schemas.openxmlformats.org/officeDocument/2006/relationships/notesMaster" Target="/ppt/notesMasters/notesMaster1.xml" Id="R21b848c9139a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298a3169bc4f3d" /><Relationship Type="http://schemas.openxmlformats.org/officeDocument/2006/relationships/notesMaster" Target="/ppt/notesMasters/notesMaster1.xml" Id="Rd5f1568614204e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6fac30ecb54530" /><Relationship Type="http://schemas.openxmlformats.org/officeDocument/2006/relationships/notesMaster" Target="/ppt/notesMasters/notesMaster1.xml" Id="R823d183fbcc24e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53aba3d08b4dd1" /><Relationship Type="http://schemas.openxmlformats.org/officeDocument/2006/relationships/notesMaster" Target="/ppt/notesMasters/notesMaster1.xml" Id="R4171e80c536c46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5b36adbed64702" /><Relationship Type="http://schemas.openxmlformats.org/officeDocument/2006/relationships/notesMaster" Target="/ppt/notesMasters/notesMaster1.xml" Id="R6a94aa9237ac4c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9b47d769904a86" /><Relationship Type="http://schemas.openxmlformats.org/officeDocument/2006/relationships/notesMaster" Target="/ppt/notesMasters/notesMaster1.xml" Id="R3071b04343084f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eb286fcb8b4e63" /><Relationship Type="http://schemas.openxmlformats.org/officeDocument/2006/relationships/notesMaster" Target="/ppt/notesMasters/notesMaster1.xml" Id="R694ea7aa7f5842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7124fb37d148e9" /><Relationship Type="http://schemas.openxmlformats.org/officeDocument/2006/relationships/notesMaster" Target="/ppt/notesMasters/notesMaster1.xml" Id="R2f7b9a4b669b41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55abe1d6ad4ada" /><Relationship Type="http://schemas.openxmlformats.org/officeDocument/2006/relationships/notesMaster" Target="/ppt/notesMasters/notesMaster1.xml" Id="R05c06904bdd548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52e9f480f14f62" /><Relationship Type="http://schemas.openxmlformats.org/officeDocument/2006/relationships/notesMaster" Target="/ppt/notesMasters/notesMaster1.xml" Id="R27ba2ca92c3f48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0e3d1b7c6c4c2e" /><Relationship Type="http://schemas.openxmlformats.org/officeDocument/2006/relationships/notesMaster" Target="/ppt/notesMasters/notesMaster1.xml" Id="Rd5fdbd56fd6946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96fab829ac45ac" /><Relationship Type="http://schemas.openxmlformats.org/officeDocument/2006/relationships/notesMaster" Target="/ppt/notesMasters/notesMaster1.xml" Id="R6b22567e926b45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8ccefc6bd54286" /><Relationship Type="http://schemas.openxmlformats.org/officeDocument/2006/relationships/notesMaster" Target="/ppt/notesMasters/notesMaster1.xml" Id="R50b31960abf943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1ef8292eab4fec" /><Relationship Type="http://schemas.openxmlformats.org/officeDocument/2006/relationships/notesMaster" Target="/ppt/notesMasters/notesMaster1.xml" Id="R9116a97718ca4f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86dec823dd446a" /><Relationship Type="http://schemas.openxmlformats.org/officeDocument/2006/relationships/notesMaster" Target="/ppt/notesMasters/notesMaster1.xml" Id="R5da3bf1c144743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97ac14ee2404176" /><Relationship Type="http://schemas.openxmlformats.org/officeDocument/2006/relationships/notesMaster" Target="/ppt/notesMasters/notesMaster1.xml" Id="Rc90e2fbeab7a46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038d63799449c1" /><Relationship Type="http://schemas.openxmlformats.org/officeDocument/2006/relationships/notesMaster" Target="/ppt/notesMasters/notesMaster1.xml" Id="R68954cb345434d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94259eb87624715" /><Relationship Type="http://schemas.openxmlformats.org/officeDocument/2006/relationships/notesMaster" Target="/ppt/notesMasters/notesMaster1.xml" Id="Rf35b5b5a432d49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c3560f6b474a82" /><Relationship Type="http://schemas.openxmlformats.org/officeDocument/2006/relationships/notesMaster" Target="/ppt/notesMasters/notesMaster1.xml" Id="R7039a9b99f044d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99c870d6df84830" /><Relationship Type="http://schemas.openxmlformats.org/officeDocument/2006/relationships/notesMaster" Target="/ppt/notesMasters/notesMaster1.xml" Id="R26f8e06b62a144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9c8736f71846dd" /><Relationship Type="http://schemas.openxmlformats.org/officeDocument/2006/relationships/notesMaster" Target="/ppt/notesMasters/notesMaster1.xml" Id="R9ba95d5d77df40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页与后两页使用同一份保存的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【版本关系】本页更新为第三轮固定无PI候选的后续实验。完整版中的第12、15页仍保留此前同一次运行的历史对照，不能与本页拼成同一次运行的综合成绩。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【指标定义】742毫秒是3.142减2.4，是第10个样本的确认延迟。10个20毫秒等间隔样本的首末跨度为180毫秒。本段最长连续12个，不表示全程保持高功率。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【模糊推测内容】下一轮通过安全裕量或恢复时序调整能否消除越限、提高能量尚未验证，本页没有把这些计划写成已实现结果。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【数据出处】时序SHA256：cdde9dab61a50f443c783d25f5fb87014214290ad71c1f9950de99ad5bb560a9。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C:\Users\24739\Documents\Codex\2026-08-10\new-chat\po_scheduling_20260909\results\B0_T500_A90_R2_dwell_0.8s\config.json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C:\Users\24739\Documents\Codex\2026-08-10\new-chat\po_scheduling_20260909\results\B0_T500_A90_R2_dwell_0.8s\acceptance_and_energy.csv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【建议时长】约70秒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【本页结论】两种自适应策略的所选尾段误差为0%，但仍各有未通过连续稳态验收的扰动段，不能仅凭尾段误差作总体优劣判断。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与前两页使用同一份控制运行数据。综合评价包含初始基准之后的7个时间段，每段0.8秒。固定频率的平均尾段功率误差为30.14%，3段未通过。周期扫频和扫描辅助P&amp;O的平均尾段误差均为0%，但分别有2段和3段未通过。这里特别需要区分：尾段误差取选定样本的平均值，连续稳态验收还要求NORMAL状态下连续10个样本达到98%。右侧恢复指标包含未通过惩罚，未通过段计800毫秒，再与其他段取平均，所以345.7、409.0和458.9毫秒不能读成每段都已经成功恢复。当前这些指标不足以支持某个策略总体最优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统计窗口】尾段功率优先选本段最后25%时间内的NORMAL且频率未冻结CONTROL样本。如果没有，依次退回本段最后5个NORMAL样本，再退回最后5个CONTROL样本。原始CSV字段仍名为steady_error_pct，本页用“尾段误差”避免将其误解为连续验收已经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【恢复指标口径】对通过的段，当前代码记录合格连续序列起点相对扰动起点的延迟，而不是第10个样本的确认时刻。对未通过的段记800 ms。之后对初始基准后的7段取平均。此项是含惩罚的综合指标，不是全部场景的实测恢复时间。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【安全口径】表中零越限指保存的保护处理后准稳态样本，没有包括采样间瞬态。三策略均接入同一保护逻辑，固定策略指固定频率和固定名义幅度，不表示幅度在保护期间保持不变。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【教授可能追问】为什么周期扫频有2段未通过，尾段误差还能为0？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【建议回答】fs−5%段末已有达到场景峰值的样本，因样本数不足10个而未通过。另一个未通过段为匹配电感+10%。尾段均值不会自动检查连续样本数，也不体现扫描和降幅过程的电能损失。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【进一步评价边界】若要对总体效果排名，还应同时评价全时段功率损失、扫描成本和不同扰动驻留时间。本页不以最短柱或零尾段误差单独判定最优。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【模糊推测】真实噪声、不同驻留时间或控制参数整定可能改变结果，当前尚未验证。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227e7b336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dc6a2b1d11451b" /><Relationship Type="http://schemas.openxmlformats.org/officeDocument/2006/relationships/slideLayout" Target="/ppt/slideLayouts/slideLayout1.xml" Id="R2a2127feaffa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2127feaffa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70a7b1e2847fc" /><Relationship Type="http://schemas.openxmlformats.org/officeDocument/2006/relationships/notesSlide" Target="/ppt/notesSlides/notesSlide1.xml" Id="Rd9b52afe668f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04b7829b149d5" /><Relationship Type="http://schemas.openxmlformats.org/officeDocument/2006/relationships/notesSlide" Target="/ppt/notesSlides/notesSlide2.xml" Id="R747558eacd3c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1d4bf5df438b" /><Relationship Type="http://schemas.openxmlformats.org/officeDocument/2006/relationships/notesSlide" Target="/ppt/notesSlides/notesSlide3.xml" Id="R17d9ad1835d344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e92cf328c4969" /><Relationship Type="http://schemas.openxmlformats.org/officeDocument/2006/relationships/image" Target="/ppt/media/image.png" Id="Rafa1b8d17ab24028" /><Relationship Type="http://schemas.openxmlformats.org/officeDocument/2006/relationships/notesSlide" Target="/ppt/notesSlides/notesSlide4.xml" Id="R400e79e7c8754a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9e11a2ee44f8f" /><Relationship Type="http://schemas.openxmlformats.org/officeDocument/2006/relationships/image" Target="/ppt/media/image2.png" Id="Rf42cba0558ba467b" /><Relationship Type="http://schemas.openxmlformats.org/officeDocument/2006/relationships/notesSlide" Target="/ppt/notesSlides/notesSlide5.xml" Id="R409991c81c1045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459b0c77843aa" /><Relationship Type="http://schemas.openxmlformats.org/officeDocument/2006/relationships/chart" Target="/ppt/slides/charts/chart1.xml" Id="R75ab5f1ebdaa4a63" /><Relationship Type="http://schemas.openxmlformats.org/officeDocument/2006/relationships/chart" Target="/ppt/slides/charts/chart2.xml" Id="R4acbf92cb87f4ed0" /><Relationship Type="http://schemas.openxmlformats.org/officeDocument/2006/relationships/notesSlide" Target="/ppt/notesSlides/notesSlide6.xml" Id="Rf1f62c61f6d843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9f21dcf54452e" /><Relationship Type="http://schemas.openxmlformats.org/officeDocument/2006/relationships/notesSlide" Target="/ppt/notesSlides/notesSlide7.xml" Id="Rcafc625e86244a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0c33c960f4872" /><Relationship Type="http://schemas.openxmlformats.org/officeDocument/2006/relationships/image" Target="/ppt/media/image3.png" Id="Rd7f7bfb7bf164768" /><Relationship Type="http://schemas.openxmlformats.org/officeDocument/2006/relationships/notesSlide" Target="/ppt/notesSlides/notesSlide8.xml" Id="R487ac72864f843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cd7db25ad4ad5" /><Relationship Type="http://schemas.openxmlformats.org/officeDocument/2006/relationships/image" Target="/ppt/media/image4.png" Id="Rc1bee011dc5a49e9" /><Relationship Type="http://schemas.openxmlformats.org/officeDocument/2006/relationships/notesSlide" Target="/ppt/notesSlides/notesSlide9.xml" Id="R7d451987635d4c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51a5533548cb" /><Relationship Type="http://schemas.openxmlformats.org/officeDocument/2006/relationships/image" Target="/ppt/media/image5.png" Id="Rd72502aa40b44602" /><Relationship Type="http://schemas.openxmlformats.org/officeDocument/2006/relationships/image" Target="/ppt/media/image6.png" Id="Rdc226071617241df" /><Relationship Type="http://schemas.openxmlformats.org/officeDocument/2006/relationships/notesSlide" Target="/ppt/notesSlides/notesSlide10.xml" Id="R59968d1d3bc54d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d5d2f913f4b6b" /><Relationship Type="http://schemas.openxmlformats.org/officeDocument/2006/relationships/image" Target="/ppt/media/image7.png" Id="R0f896349067b4235" /><Relationship Type="http://schemas.openxmlformats.org/officeDocument/2006/relationships/notesSlide" Target="/ppt/notesSlides/notesSlide11.xml" Id="R7cecee560b8942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451e7afdf427e" /><Relationship Type="http://schemas.openxmlformats.org/officeDocument/2006/relationships/image" Target="/ppt/media/image8.png" Id="R9b858a49d7a945cd" /><Relationship Type="http://schemas.openxmlformats.org/officeDocument/2006/relationships/notesSlide" Target="/ppt/notesSlides/notesSlide12.xml" Id="R3622da065ab844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108eb421f463f" /><Relationship Type="http://schemas.openxmlformats.org/officeDocument/2006/relationships/notesSlide" Target="/ppt/notesSlides/notesSlide13.xml" Id="R995d393cb7b54c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7cf7a34f84b2f" /><Relationship Type="http://schemas.openxmlformats.org/officeDocument/2006/relationships/image" Target="/ppt/media/image9.png" Id="R72315e3a7cb04452" /><Relationship Type="http://schemas.openxmlformats.org/officeDocument/2006/relationships/notesSlide" Target="/ppt/notesSlides/notesSlide14.xml" Id="R8fe67ce3fd2e47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d95fb8b3f4af5" /><Relationship Type="http://schemas.openxmlformats.org/officeDocument/2006/relationships/chart" Target="/ppt/slides/charts/chart3.xml" Id="Ra2f7f6ff7d5141c7" /><Relationship Type="http://schemas.openxmlformats.org/officeDocument/2006/relationships/notesSlide" Target="/ppt/notesSlides/notesSlide15.xml" Id="Rc58ab0d691034f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efbb619684fcd" /><Relationship Type="http://schemas.openxmlformats.org/officeDocument/2006/relationships/notesSlide" Target="/ppt/notesSlides/notesSlide16.xml" Id="R90baab2fb5184e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6d0dcbfe34b6d" /><Relationship Type="http://schemas.openxmlformats.org/officeDocument/2006/relationships/notesSlide" Target="/ppt/notesSlides/notesSlide17.xml" Id="R15e50978caa94c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70b128f484eba" /><Relationship Type="http://schemas.openxmlformats.org/officeDocument/2006/relationships/notesSlide" Target="/ppt/notesSlides/notesSlide18.xml" Id="R7f7c64bf4cb848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3fa0f6bd54d34" /><Relationship Type="http://schemas.openxmlformats.org/officeDocument/2006/relationships/notesSlide" Target="/ppt/notesSlides/notesSlide19.xml" Id="R431a5061c72041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f44fd7dfc4095" /><Relationship Type="http://schemas.openxmlformats.org/officeDocument/2006/relationships/notesSlide" Target="/ppt/notesSlides/notesSlide20.xml" Id="Rfd01ae8396924a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bc6bec0494d83" /><Relationship Type="http://schemas.openxmlformats.org/officeDocument/2006/relationships/notesSlide" Target="/ppt/notesSlides/notesSlide21.xml" Id="Rc200279ac6624e3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e6544d2024328" /><Relationship Type="http://schemas.openxmlformats.org/officeDocument/2006/relationships/notesSlide" Target="/ppt/notesSlides/notesSlide22.xml" Id="R6597206a92ca4be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8340c4023441d" /><Relationship Type="http://schemas.openxmlformats.org/officeDocument/2006/relationships/image" Target="/ppt/media/image10.png" Id="R90eac998c47d44d2" /><Relationship Type="http://schemas.openxmlformats.org/officeDocument/2006/relationships/notesSlide" Target="/ppt/notesSlides/notesSlide23.xml" Id="R567fb3f1bd674d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9b69bb2734f08" /><Relationship Type="http://schemas.openxmlformats.org/officeDocument/2006/relationships/chart" Target="/ppt/slides/charts/chart4.xml" Id="R413f3d5aec564a9e" /><Relationship Type="http://schemas.openxmlformats.org/officeDocument/2006/relationships/notesSlide" Target="/ppt/notesSlides/notesSlide24.xml" Id="Reba2ef5452b44c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4182e5acb46c2" /><Relationship Type="http://schemas.openxmlformats.org/officeDocument/2006/relationships/image" Target="/ppt/media/image11.png" Id="Rda4d753e2f304fcb" /><Relationship Type="http://schemas.openxmlformats.org/officeDocument/2006/relationships/image" Target="/ppt/media/image12.png" Id="Rbdcce14b53f74caa" /><Relationship Type="http://schemas.openxmlformats.org/officeDocument/2006/relationships/notesSlide" Target="/ppt/notesSlides/notesSlide25.xml" Id="Rf94b064fe07d4c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9f1f571264475" /><Relationship Type="http://schemas.openxmlformats.org/officeDocument/2006/relationships/notesSlide" Target="/ppt/notesSlides/notesSlide26.xml" Id="R47bad30f50ab48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892a0392f4724" /><Relationship Type="http://schemas.openxmlformats.org/officeDocument/2006/relationships/notesSlide" Target="/ppt/notesSlides/notesSlide27.xml" Id="Rce0186e8dd0d41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1ed9d5b104bea" /><Relationship Type="http://schemas.openxmlformats.org/officeDocument/2006/relationships/notesSlide" Target="/ppt/notesSlides/notesSlide28.xml" Id="R008ec73c49594162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恢复指标（含未通过惩罚，ms）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24D"/>
              </a:solidFill>
              <a:latin typeface="Calibri"/>
              <a:ea typeface="Calibri"/>
              <a:cs typeface="Calibri"/>
            </a:defRPr>
          </a:pPr>
        </a:p>
      </c:txPr>
    </c:title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1b8d17ab24028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cba0558ba467b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ab5f1ebdaa4a63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cbf92cb87f4ed0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7bfb7bf164768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ee011dc5a49e9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502aa40b44602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26071617241df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96349067b4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fs−5%扰动下的电压、电流与保护调幅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限幅稳定后低幅重扫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选频后再渐升幅度</a:t>
            </a:r>
          </a:p>
        </p:txBody>
      </p:sp>
      <p:pic>
        <p:nvPicPr>
          <p:cNvPr id="43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58a49d7a945cd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第三轮时序 cdde9dab61    第12/15页仍为旧批次对照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15e3a7cb04452"/>
          <a:stretch xmlns:a="http://schemas.openxmlformats.org/drawingml/2006/main"/>
        </p:blipFill>
        <p:spPr>
          <a:xfrm xmlns:a="http://schemas.openxmlformats.org/drawingml/2006/main">
            <a:off x="685800" y="1257311"/>
            <a:ext cx="7715250" cy="499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同一扰动序列下，尾段误差与连续稳态验收结果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21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恢复指标*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(ms)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保护后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345.7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409.0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f7f6ff7d5141c7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10150"/>
            <a:ext cx="1009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尾段误差0%仅描述所选样本，不代表全程功率无损失或连续验收通过。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恢复指标：成功段取合格序列起点延迟，未通过段计800 ms，再求均值。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评价初始基准之后的7段，每段0.8 s，三种策略均接入共同保护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ac998c47d44d2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f3d5aec564a9e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d753e2f304fcb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ce14b53f74caa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2026-09-09T13:00:24.1170000Z</dcterms:created>
  <dcterms:modified xsi:type="dcterms:W3CDTF">2026-09-09T13:00:24.1170000Z</dcterms:modified>
</coreProperties>
</file>