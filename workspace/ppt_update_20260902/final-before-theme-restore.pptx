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134daa64b4ee8" /><Relationship Type="http://schemas.openxmlformats.org/officeDocument/2006/relationships/extended-properties" Target="/docProps/app.xml" Id="Rdbbfac9b4a8c4688" /><Relationship Type="http://schemas.openxmlformats.org/officeDocument/2006/relationships/officeDocument" Target="/ppt/presentation.xml" Id="Rff9e7b1c944f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1e4296f3294dd5"/>
  </p:sldMasterIdLst>
  <p:notesMasterIdLst>
    <p:notesMasterId xmlns:r="http://schemas.openxmlformats.org/officeDocument/2006/relationships" r:id="R838a2120237649e4"/>
  </p:notesMasterIdLst>
  <p:sldIdLst>
    <p:sldId xmlns:r="http://schemas.openxmlformats.org/officeDocument/2006/relationships" id="256" r:id="R034b61e53de644e7"/>
    <p:sldId xmlns:r="http://schemas.openxmlformats.org/officeDocument/2006/relationships" id="257" r:id="Rcb22676518474cb8"/>
    <p:sldId xmlns:r="http://schemas.openxmlformats.org/officeDocument/2006/relationships" id="258" r:id="R3a74a1d35e574512"/>
    <p:sldId xmlns:r="http://schemas.openxmlformats.org/officeDocument/2006/relationships" id="259" r:id="R1b7a93c578094255"/>
    <p:sldId xmlns:r="http://schemas.openxmlformats.org/officeDocument/2006/relationships" id="260" r:id="R473a4f844b234f9b"/>
    <p:sldId xmlns:r="http://schemas.openxmlformats.org/officeDocument/2006/relationships" id="261" r:id="Ra3676b1623fa4d99"/>
    <p:sldId xmlns:r="http://schemas.openxmlformats.org/officeDocument/2006/relationships" id="262" r:id="R1322ee75b2074cc2"/>
    <p:sldId xmlns:r="http://schemas.openxmlformats.org/officeDocument/2006/relationships" id="263" r:id="R9f847ed138644d43"/>
    <p:sldId xmlns:r="http://schemas.openxmlformats.org/officeDocument/2006/relationships" id="264" r:id="Rc6057c8b7a364c4b"/>
    <p:sldId xmlns:r="http://schemas.openxmlformats.org/officeDocument/2006/relationships" id="265" r:id="R8b1d5d76a993435a"/>
    <p:sldId xmlns:r="http://schemas.openxmlformats.org/officeDocument/2006/relationships" id="266" r:id="Rccb3bc3f0ae34140"/>
    <p:sldId xmlns:r="http://schemas.openxmlformats.org/officeDocument/2006/relationships" id="267" r:id="R14c0ac681d004c4a"/>
    <p:sldId xmlns:r="http://schemas.openxmlformats.org/officeDocument/2006/relationships" id="268" r:id="Rd66e11359ec3496a"/>
    <p:sldId xmlns:r="http://schemas.openxmlformats.org/officeDocument/2006/relationships" id="269" r:id="Re801066061a747a4"/>
    <p:sldId xmlns:r="http://schemas.openxmlformats.org/officeDocument/2006/relationships" id="270" r:id="Rd8335bcc9f374c3d"/>
    <p:sldId xmlns:r="http://schemas.openxmlformats.org/officeDocument/2006/relationships" id="271" r:id="R64cf0c1189ff48ee"/>
    <p:sldId xmlns:r="http://schemas.openxmlformats.org/officeDocument/2006/relationships" id="272" r:id="R4634e35887dd4e78"/>
    <p:sldId xmlns:r="http://schemas.openxmlformats.org/officeDocument/2006/relationships" id="273" r:id="R8ac5baab6d0a4e4a"/>
    <p:sldId xmlns:r="http://schemas.openxmlformats.org/officeDocument/2006/relationships" id="274" r:id="Rd258a49484da447a"/>
    <p:sldId xmlns:r="http://schemas.openxmlformats.org/officeDocument/2006/relationships" id="275" r:id="R06211eda6c7146ea"/>
    <p:sldId xmlns:r="http://schemas.openxmlformats.org/officeDocument/2006/relationships" id="276" r:id="Rced731aa77134383"/>
    <p:sldId xmlns:r="http://schemas.openxmlformats.org/officeDocument/2006/relationships" id="277" r:id="Rccb669a9332846ed"/>
    <p:sldId xmlns:r="http://schemas.openxmlformats.org/officeDocument/2006/relationships" id="278" r:id="R32fbf31a67024018"/>
    <p:sldId xmlns:r="http://schemas.openxmlformats.org/officeDocument/2006/relationships" id="279" r:id="Rc85abe5a3a2a496b"/>
    <p:sldId xmlns:r="http://schemas.openxmlformats.org/officeDocument/2006/relationships" id="280" r:id="R69504b9438e44da6"/>
    <p:sldId xmlns:r="http://schemas.openxmlformats.org/officeDocument/2006/relationships" id="281" r:id="R670307dc304741da"/>
    <p:sldId xmlns:r="http://schemas.openxmlformats.org/officeDocument/2006/relationships" id="282" r:id="Rfb0725726429492b"/>
    <p:sldId xmlns:r="http://schemas.openxmlformats.org/officeDocument/2006/relationships" id="283" r:id="Rb04951c0e02b43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1cf75854f485b" /><Relationship Type="http://schemas.openxmlformats.org/officeDocument/2006/relationships/slideMaster" Target="/ppt/slideMasters/slideMaster1.xml" Id="R081e4296f3294dd5" /><Relationship Type="http://schemas.openxmlformats.org/officeDocument/2006/relationships/notesMaster" Target="/ppt/notesMasters/notesMaster1.xml" Id="R838a2120237649e4" /><Relationship Type="http://schemas.openxmlformats.org/officeDocument/2006/relationships/presProps" Target="/ppt/presProps.xml" Id="R1e7510c7e5344c9e" /><Relationship Type="http://schemas.openxmlformats.org/officeDocument/2006/relationships/viewProps" Target="/ppt/viewProps.xml" Id="Rb199c31eb4a04f42" /><Relationship Type="http://schemas.openxmlformats.org/officeDocument/2006/relationships/tableStyles" Target="/ppt/tableStyles.xml" Id="Raf2c934022a74b72" /><Relationship Type="http://schemas.openxmlformats.org/officeDocument/2006/relationships/slide" Target="/ppt/slides/slide1.xml" Id="R034b61e53de644e7" /><Relationship Type="http://schemas.openxmlformats.org/officeDocument/2006/relationships/slide" Target="/ppt/slides/slide2.xml" Id="Rcb22676518474cb8" /><Relationship Type="http://schemas.openxmlformats.org/officeDocument/2006/relationships/slide" Target="/ppt/slides/slide3.xml" Id="R3a74a1d35e574512" /><Relationship Type="http://schemas.openxmlformats.org/officeDocument/2006/relationships/slide" Target="/ppt/slides/slide4.xml" Id="R1b7a93c578094255" /><Relationship Type="http://schemas.openxmlformats.org/officeDocument/2006/relationships/slide" Target="/ppt/slides/slide5.xml" Id="R473a4f844b234f9b" /><Relationship Type="http://schemas.openxmlformats.org/officeDocument/2006/relationships/slide" Target="/ppt/slides/slide6.xml" Id="Ra3676b1623fa4d99" /><Relationship Type="http://schemas.openxmlformats.org/officeDocument/2006/relationships/slide" Target="/ppt/slides/slide7.xml" Id="R1322ee75b2074cc2" /><Relationship Type="http://schemas.openxmlformats.org/officeDocument/2006/relationships/slide" Target="/ppt/slides/slide8.xml" Id="R9f847ed138644d43" /><Relationship Type="http://schemas.openxmlformats.org/officeDocument/2006/relationships/slide" Target="/ppt/slides/slide9.xml" Id="Rc6057c8b7a364c4b" /><Relationship Type="http://schemas.openxmlformats.org/officeDocument/2006/relationships/slide" Target="/ppt/slides/slide10.xml" Id="R8b1d5d76a993435a" /><Relationship Type="http://schemas.openxmlformats.org/officeDocument/2006/relationships/slide" Target="/ppt/slides/slide11.xml" Id="Rccb3bc3f0ae34140" /><Relationship Type="http://schemas.openxmlformats.org/officeDocument/2006/relationships/slide" Target="/ppt/slides/slide12.xml" Id="R14c0ac681d004c4a" /><Relationship Type="http://schemas.openxmlformats.org/officeDocument/2006/relationships/slide" Target="/ppt/slides/slide13.xml" Id="Rd66e11359ec3496a" /><Relationship Type="http://schemas.openxmlformats.org/officeDocument/2006/relationships/slide" Target="/ppt/slides/slide14.xml" Id="Re801066061a747a4" /><Relationship Type="http://schemas.openxmlformats.org/officeDocument/2006/relationships/slide" Target="/ppt/slides/slide15.xml" Id="Rd8335bcc9f374c3d" /><Relationship Type="http://schemas.openxmlformats.org/officeDocument/2006/relationships/slide" Target="/ppt/slides/slide16.xml" Id="R64cf0c1189ff48ee" /><Relationship Type="http://schemas.openxmlformats.org/officeDocument/2006/relationships/slide" Target="/ppt/slides/slide17.xml" Id="R4634e35887dd4e78" /><Relationship Type="http://schemas.openxmlformats.org/officeDocument/2006/relationships/slide" Target="/ppt/slides/slide18.xml" Id="R8ac5baab6d0a4e4a" /><Relationship Type="http://schemas.openxmlformats.org/officeDocument/2006/relationships/slide" Target="/ppt/slides/slide19.xml" Id="Rd258a49484da447a" /><Relationship Type="http://schemas.openxmlformats.org/officeDocument/2006/relationships/slide" Target="/ppt/slides/slide20.xml" Id="R06211eda6c7146ea" /><Relationship Type="http://schemas.openxmlformats.org/officeDocument/2006/relationships/slide" Target="/ppt/slides/slide21.xml" Id="Rced731aa77134383" /><Relationship Type="http://schemas.openxmlformats.org/officeDocument/2006/relationships/slide" Target="/ppt/slides/slide22.xml" Id="Rccb669a9332846ed" /><Relationship Type="http://schemas.openxmlformats.org/officeDocument/2006/relationships/slide" Target="/ppt/slides/slide23.xml" Id="R32fbf31a67024018" /><Relationship Type="http://schemas.openxmlformats.org/officeDocument/2006/relationships/slide" Target="/ppt/slides/slide24.xml" Id="Rc85abe5a3a2a496b" /><Relationship Type="http://schemas.openxmlformats.org/officeDocument/2006/relationships/slide" Target="/ppt/slides/slide25.xml" Id="R69504b9438e44da6" /><Relationship Type="http://schemas.openxmlformats.org/officeDocument/2006/relationships/slide" Target="/ppt/slides/slide26.xml" Id="R670307dc304741da" /><Relationship Type="http://schemas.openxmlformats.org/officeDocument/2006/relationships/slide" Target="/ppt/slides/slide27.xml" Id="Rfb0725726429492b" /><Relationship Type="http://schemas.openxmlformats.org/officeDocument/2006/relationships/slide" Target="/ppt/slides/slide28.xml" Id="Rb04951c0e02b43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645442461647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650cd169c4efa" /><Relationship Type="http://schemas.openxmlformats.org/officeDocument/2006/relationships/notesMaster" Target="/ppt/notesMasters/notesMaster1.xml" Id="Rae9a69684f32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331f63f474401f" /><Relationship Type="http://schemas.openxmlformats.org/officeDocument/2006/relationships/notesMaster" Target="/ppt/notesMasters/notesMaster1.xml" Id="Re3281dbdf27b4e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b16eefd4364839" /><Relationship Type="http://schemas.openxmlformats.org/officeDocument/2006/relationships/notesMaster" Target="/ppt/notesMasters/notesMaster1.xml" Id="R750cf031de674f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021e2ec31d4c11" /><Relationship Type="http://schemas.openxmlformats.org/officeDocument/2006/relationships/notesMaster" Target="/ppt/notesMasters/notesMaster1.xml" Id="Rb81b2060940149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0a1fdc82c74bff" /><Relationship Type="http://schemas.openxmlformats.org/officeDocument/2006/relationships/notesMaster" Target="/ppt/notesMasters/notesMaster1.xml" Id="R61c6368883b848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30a9cdd9c34b01" /><Relationship Type="http://schemas.openxmlformats.org/officeDocument/2006/relationships/notesMaster" Target="/ppt/notesMasters/notesMaster1.xml" Id="Rbb958c60038040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08b01b26814d7a" /><Relationship Type="http://schemas.openxmlformats.org/officeDocument/2006/relationships/notesMaster" Target="/ppt/notesMasters/notesMaster1.xml" Id="R156ff52de08340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acedf9a52e41c1" /><Relationship Type="http://schemas.openxmlformats.org/officeDocument/2006/relationships/notesMaster" Target="/ppt/notesMasters/notesMaster1.xml" Id="Rfb235c63dc9343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97b673476241fd" /><Relationship Type="http://schemas.openxmlformats.org/officeDocument/2006/relationships/notesMaster" Target="/ppt/notesMasters/notesMaster1.xml" Id="Rcf7effbdd3e7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354c6cd0154aac" /><Relationship Type="http://schemas.openxmlformats.org/officeDocument/2006/relationships/notesMaster" Target="/ppt/notesMasters/notesMaster1.xml" Id="R3f91d3f49c994b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dfb5a1ee3449db" /><Relationship Type="http://schemas.openxmlformats.org/officeDocument/2006/relationships/notesMaster" Target="/ppt/notesMasters/notesMaster1.xml" Id="Rba7e85334bc348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21fcd3fd2140b1" /><Relationship Type="http://schemas.openxmlformats.org/officeDocument/2006/relationships/notesMaster" Target="/ppt/notesMasters/notesMaster1.xml" Id="Rc8ac87b318714e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59c21ef47e437e" /><Relationship Type="http://schemas.openxmlformats.org/officeDocument/2006/relationships/notesMaster" Target="/ppt/notesMasters/notesMaster1.xml" Id="R05b4fc7eb1a746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e69bf2d2eb46d5" /><Relationship Type="http://schemas.openxmlformats.org/officeDocument/2006/relationships/notesMaster" Target="/ppt/notesMasters/notesMaster1.xml" Id="R791a1cd7909144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83638d262a4d38" /><Relationship Type="http://schemas.openxmlformats.org/officeDocument/2006/relationships/notesMaster" Target="/ppt/notesMasters/notesMaster1.xml" Id="R9f02978f69e64a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3cd3cd4e5f4a75" /><Relationship Type="http://schemas.openxmlformats.org/officeDocument/2006/relationships/notesMaster" Target="/ppt/notesMasters/notesMaster1.xml" Id="Rdbe19acddcca4c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a1699a0dbd4837" /><Relationship Type="http://schemas.openxmlformats.org/officeDocument/2006/relationships/notesMaster" Target="/ppt/notesMasters/notesMaster1.xml" Id="Rd0a6231ca1b045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43469b74744a4c" /><Relationship Type="http://schemas.openxmlformats.org/officeDocument/2006/relationships/notesMaster" Target="/ppt/notesMasters/notesMaster1.xml" Id="Rd187a5b71f8643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cce53683db495f" /><Relationship Type="http://schemas.openxmlformats.org/officeDocument/2006/relationships/notesMaster" Target="/ppt/notesMasters/notesMaster1.xml" Id="R6599e110904840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a738dbfb894cf8" /><Relationship Type="http://schemas.openxmlformats.org/officeDocument/2006/relationships/notesMaster" Target="/ppt/notesMasters/notesMaster1.xml" Id="R81f57d13aa684a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4e90f3b4f5431b" /><Relationship Type="http://schemas.openxmlformats.org/officeDocument/2006/relationships/notesMaster" Target="/ppt/notesMasters/notesMaster1.xml" Id="Rc7826a8ef52344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f81e41465154e21" /><Relationship Type="http://schemas.openxmlformats.org/officeDocument/2006/relationships/notesMaster" Target="/ppt/notesMasters/notesMaster1.xml" Id="R46384abed0ab4e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5812a08adde45b1" /><Relationship Type="http://schemas.openxmlformats.org/officeDocument/2006/relationships/notesMaster" Target="/ppt/notesMasters/notesMaster1.xml" Id="Rb0ddbf4da66f48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d3b184d57b4d7b" /><Relationship Type="http://schemas.openxmlformats.org/officeDocument/2006/relationships/notesMaster" Target="/ppt/notesMasters/notesMaster1.xml" Id="R5f60cf10d1b843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01447c2f5ba4006" /><Relationship Type="http://schemas.openxmlformats.org/officeDocument/2006/relationships/notesMaster" Target="/ppt/notesMasters/notesMaster1.xml" Id="R7ad74e19a3b547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3a4b7f41a04d1e" /><Relationship Type="http://schemas.openxmlformats.org/officeDocument/2006/relationships/notesMaster" Target="/ppt/notesMasters/notesMaster1.xml" Id="Rd6109b154f404a4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c8d1a82aa3c429e" /><Relationship Type="http://schemas.openxmlformats.org/officeDocument/2006/relationships/notesMaster" Target="/ppt/notesMasters/notesMaster1.xml" Id="R5fe4e002492c4ac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a9c0cfc4194c74" /><Relationship Type="http://schemas.openxmlformats.org/officeDocument/2006/relationships/notesMaster" Target="/ppt/notesMasters/notesMaster1.xml" Id="Ra2ee945b1bbb44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讲述顺序：先看右表的0.9 MHz固定频点，再看左上匹配后|Zin|局部曲线，最后看左下相位变化。</a:t>
            </a:r>
          </a:p>
          <a:p xmlns:a="http://schemas.openxmlformats.org/drawingml/2006/main">
            <a:r>
              <a:t>比较条件：同一个1 Vrms RMS戴维南源和50 Ω源阻抗；换能器BVD参数相同。</a:t>
            </a:r>
          </a:p>
          <a:p xmlns:a="http://schemas.openxmlformats.org/drawingml/2006/main">
            <a:r>
              <a:t>0.9 MHz结果：匹配前Zin=6800.001−j1939.072 Ω；理想匹配Zin≈50−j0 Ω；有损匹配Zin=56.686−j1.067 Ω。</a:t>
            </a:r>
          </a:p>
          <a:p xmlns:a="http://schemas.openxmlformats.org/drawingml/2006/main">
            <a:r>
              <a:t>理想网络同时接近50 Ω和0°。有损网络由于电感Q=100、电容Q=1000，并且优化目标是最大化P_Rm而不是强制Γ=0，因此保留小量失配。</a:t>
            </a:r>
          </a:p>
          <a:p xmlns:a="http://schemas.openxmlformats.org/drawingml/2006/main">
            <a:r>
              <a:t>左上图不画匹配前曲线，是因为匹配前|Z|在局部窗口内约6.8 kΩ至96.8 kΩ，若与0–65 Ω的匹配后曲线共用线性坐标，匹配后曲线将不可读；匹配前数值已保留在右表。</a:t>
            </a:r>
          </a:p>
          <a:p xmlns:a="http://schemas.openxmlformats.org/drawingml/2006/main">
            <a:r>
              <a:t>结论边界：结果来自假设BVD参数和线性AC模型，不是实测换能器参数。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C:\Users\24739\Documents\Codex\2026-08-10\new-chat\outputs\v2_self_consistent_rebuild\stage2_matching\stage2_LTspice逐频数据.csv</a:t>
            </a:r>
          </a:p>
          <a:p xmlns:a="http://schemas.openxmlformats.org/drawingml/2006/main">
            <a:r>
              <a:t>- C:\Users\24739\Documents\Codex\2026-08-10\new-chat\outputs\v2_self_consistent_rebuild\stage2_matching\stage2_匹配前后特征汇总.csv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C:\Users\24739\Documents\Codex\2026-08-10\new-chat\outputs\v2_self_consistent_rebuild\stage2_matching\stage2_匹配设计参数.json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这页补齐机械支路电容Cm-only正式扫描。峰位由0.9000 MHz移至0.8214 MHz，方向和数量级与1/√Cm一致；峰高由170.0 mW降至96.4 mW。</a:t>
            </a:r>
          </a:p>
          <a:p xmlns:a="http://schemas.openxmlformats.org/drawingml/2006/main">
            <a:r>
              <a:t>功率峰点未超过假设硬限，但a=1全频未保护扫描存在Vpp超过160 V的区间，因此不能把离线扫频曲线当成受保护控制时序。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这页回答控制是否仍是单纯找峰值。频率、幅度、软硬电压电流限制和保护状态都进入保存时序；三种策略实际硬越限均为0。</a:t>
            </a:r>
          </a:p>
          <a:p xmlns:a="http://schemas.openxmlformats.org/drawingml/2006/main">
            <a:r>
              <a:t>反射代理目前只用于异常投票和重捕获触发，没有独立硬工作上限，因此仍是明确限制。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本页左侧三联图由Python/Matplotlib直接读取项目CSV生成，并以300 dpi PNG嵌入PPT；没有使用PowerPoint原生图表重绘，也没有人为平移数据。</a:t>
            </a:r>
          </a:p>
          <a:p xmlns:a="http://schemas.openxmlformats.org/drawingml/2006/main">
            <a:r>
              <a:t>a图：CASE_000_BASELINE与CASE_FS_M5的离线安全功率扫描，峰值分别为0.9000 MHz/170.0 mW与0.8548 MHz/140.2 mW。</a:t>
            </a:r>
          </a:p>
          <a:p xmlns:a="http://schemas.openxmlformats.org/drawingml/2006/main">
            <a:r>
              <a:t>b图：捕获率按当前扰动场景自身的安全最大功率归一化。100%不等于恢复基准绝对功率。</a:t>
            </a:r>
          </a:p>
          <a:p xmlns:a="http://schemas.openxmlformats.org/drawingml/2006/main">
            <a:r>
              <a:t>c图：仅绘制CONTROL样本；扫描/试探导致的时间间隔不插值、不连线。fs−5%窗口严格截断在3.200 s之前，避免混入下一扰动场景。</a:t>
            </a:r>
          </a:p>
          <a:p xmlns:a="http://schemas.openxmlformats.org/drawingml/2006/main">
            <a:r>
              <a:t>周期扫频在2.4965 s到达峰值并通过稳态验收；P&amp;O在2.4985 s首次到达同一峰位，但未通过连续稳态验收。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C:\Users\24739\Documents\Codex\2026-08-10\new-chat\outputs\v2_self_consistent_rebuild\active_stage3_5\stage3_disturbance\stage3_frequency_response_all_cases.csv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C:\Users\24739\Documents\Codex\2026-08-10\new-chat\ppt_edit_slide11_python_20260828\figure\slide11_python_charts.png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电—声接口已经完成字段定义和4条代表性电学工作点导出。COMSOL未运行，因此相对声学效率、靶区和壁面压力代理保持空值。</a:t>
            </a:r>
          </a:p>
          <a:p xmlns:a="http://schemas.openxmlformats.org/drawingml/2006/main">
            <a:r>
              <a:t>复端口电压按RMS、exp(+jωt)约定作为FEM激励；预测电流只用于交叉校核。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收尾时明确：计划逐条审核为8项完成、1项部分完成、1项因无COMSOL输入未开始。</a:t>
            </a:r>
          </a:p>
          <a:p xmlns:a="http://schemas.openxmlformats.org/drawingml/2006/main">
            <a:r>
              <a:t>已完成的是电学模型、匹配、扰动、选频、保护、相位消融和接口合同；未完成的是实物参数验证、独立反射硬限以及结构声场结果。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此前只有高组合完成交叉验证；现在低、中、高组合均已有真实LTspice批处理输出和Python对照。</a:t>
            </a:r>
          </a:p>
          <a:p xmlns:a="http://schemas.openxmlformats.org/drawingml/2006/main">
            <a:r>
              <a:t>最大输入阻抗相对误差分别约0.01461%、0.00751%和0.00295%。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这页按计划书原始三策略口径给出固定、周期扫频和相位闭环的补充比较。正式综合排名仍使用固定、周期扫频和扫描辅助P&amp;O。</a:t>
            </a:r>
          </a:p>
          <a:p xmlns:a="http://schemas.openxmlformats.org/drawingml/2006/main">
            <a:r>
              <a:t>相位闭环在当前代表时间表中平均稳态误差较高，因此只保留为消融，不能把零相位当成最大功率的通用替代。</a:t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3a8407d2742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76683a8b0435e" /><Relationship Type="http://schemas.openxmlformats.org/officeDocument/2006/relationships/slideLayout" Target="/ppt/slideLayouts/slideLayout1.xml" Id="R1ba03ec6675f41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a03ec6675f41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911426bd44453" /><Relationship Type="http://schemas.openxmlformats.org/officeDocument/2006/relationships/notesSlide" Target="/ppt/notesSlides/notesSlide1.xml" Id="R35677f6bc3c846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92e5e64a84fe7" /><Relationship Type="http://schemas.openxmlformats.org/officeDocument/2006/relationships/notesSlide" Target="/ppt/notesSlides/notesSlide2.xml" Id="Rf518c1afd23047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84f838ee44e5e" /><Relationship Type="http://schemas.openxmlformats.org/officeDocument/2006/relationships/notesSlide" Target="/ppt/notesSlides/notesSlide3.xml" Id="Rc1871db3f8bc4f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fb29e9c38446a" /><Relationship Type="http://schemas.openxmlformats.org/officeDocument/2006/relationships/image" Target="/ppt/media/image.png" Id="Rcf4549456dc844d7" /><Relationship Type="http://schemas.openxmlformats.org/officeDocument/2006/relationships/notesSlide" Target="/ppt/notesSlides/notesSlide4.xml" Id="R8c4de8a0abe243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597cce8024e3e" /><Relationship Type="http://schemas.openxmlformats.org/officeDocument/2006/relationships/image" Target="/ppt/media/image2.png" Id="Rda979e8219624a14" /><Relationship Type="http://schemas.openxmlformats.org/officeDocument/2006/relationships/notesSlide" Target="/ppt/notesSlides/notesSlide5.xml" Id="R055d2280cd364a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aa0d74b604845" /><Relationship Type="http://schemas.openxmlformats.org/officeDocument/2006/relationships/chart" Target="/ppt/slides/charts/chart1.xml" Id="Ra2cee39f79b74ee5" /><Relationship Type="http://schemas.openxmlformats.org/officeDocument/2006/relationships/chart" Target="/ppt/slides/charts/chart2.xml" Id="Rcfb1e0cc02c64ab4" /><Relationship Type="http://schemas.openxmlformats.org/officeDocument/2006/relationships/notesSlide" Target="/ppt/notesSlides/notesSlide6.xml" Id="Rfb1c6f1d03f049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9245bbdf54f4b" /><Relationship Type="http://schemas.openxmlformats.org/officeDocument/2006/relationships/notesSlide" Target="/ppt/notesSlides/notesSlide7.xml" Id="R83d08d54d7c041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ee8803d740d1" /><Relationship Type="http://schemas.openxmlformats.org/officeDocument/2006/relationships/image" Target="/ppt/media/image3.png" Id="R8937538d679d43c9" /><Relationship Type="http://schemas.openxmlformats.org/officeDocument/2006/relationships/notesSlide" Target="/ppt/notesSlides/notesSlide8.xml" Id="Rb6a7bc2861a742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3e1503a0942c1" /><Relationship Type="http://schemas.openxmlformats.org/officeDocument/2006/relationships/image" Target="/ppt/media/image4.png" Id="Rd696459003d248f8" /><Relationship Type="http://schemas.openxmlformats.org/officeDocument/2006/relationships/notesSlide" Target="/ppt/notesSlides/notesSlide9.xml" Id="Ra1db08a0974548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b39fc86854908" /><Relationship Type="http://schemas.openxmlformats.org/officeDocument/2006/relationships/image" Target="/ppt/media/image5.png" Id="R11eb0825de084086" /><Relationship Type="http://schemas.openxmlformats.org/officeDocument/2006/relationships/image" Target="/ppt/media/image6.png" Id="Rb5e58107daff4450" /><Relationship Type="http://schemas.openxmlformats.org/officeDocument/2006/relationships/notesSlide" Target="/ppt/notesSlides/notesSlide10.xml" Id="Rd9ac971a769c4d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19afaabe0408f" /><Relationship Type="http://schemas.openxmlformats.org/officeDocument/2006/relationships/image" Target="/ppt/media/image7.png" Id="R11032c2823ca4af1" /><Relationship Type="http://schemas.openxmlformats.org/officeDocument/2006/relationships/notesSlide" Target="/ppt/notesSlides/notesSlide11.xml" Id="R3219b5c1da6f41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1654d26884dbc" /><Relationship Type="http://schemas.openxmlformats.org/officeDocument/2006/relationships/image" Target="/ppt/media/image8.png" Id="Rab48b2d069034ba3" /><Relationship Type="http://schemas.openxmlformats.org/officeDocument/2006/relationships/notesSlide" Target="/ppt/notesSlides/notesSlide12.xml" Id="R172411cddfde40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ebe7fb3ea456d" /><Relationship Type="http://schemas.openxmlformats.org/officeDocument/2006/relationships/notesSlide" Target="/ppt/notesSlides/notesSlide13.xml" Id="Raa1f7aeefedf41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1d81adb8343ac" /><Relationship Type="http://schemas.openxmlformats.org/officeDocument/2006/relationships/image" Target="/ppt/media/image9.png" Id="R2d3d8ce5f7f74777" /><Relationship Type="http://schemas.openxmlformats.org/officeDocument/2006/relationships/notesSlide" Target="/ppt/notesSlides/notesSlide14.xml" Id="Rc0f6fe0ee77140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8b19ae8c141b4" /><Relationship Type="http://schemas.openxmlformats.org/officeDocument/2006/relationships/chart" Target="/ppt/slides/charts/chart3.xml" Id="R3252688ce995432a" /><Relationship Type="http://schemas.openxmlformats.org/officeDocument/2006/relationships/notesSlide" Target="/ppt/notesSlides/notesSlide15.xml" Id="R8088005349294d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4f94079ba4bf8" /><Relationship Type="http://schemas.openxmlformats.org/officeDocument/2006/relationships/notesSlide" Target="/ppt/notesSlides/notesSlide16.xml" Id="Ra33d8be452104d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a17074dda4303" /><Relationship Type="http://schemas.openxmlformats.org/officeDocument/2006/relationships/notesSlide" Target="/ppt/notesSlides/notesSlide17.xml" Id="Rf59c591bafa347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6a122c92845d5" /><Relationship Type="http://schemas.openxmlformats.org/officeDocument/2006/relationships/notesSlide" Target="/ppt/notesSlides/notesSlide18.xml" Id="Re49586f2c93743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0b8f5248447ee" /><Relationship Type="http://schemas.openxmlformats.org/officeDocument/2006/relationships/notesSlide" Target="/ppt/notesSlides/notesSlide19.xml" Id="R2ee764b110d941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3af4b785d4e9b" /><Relationship Type="http://schemas.openxmlformats.org/officeDocument/2006/relationships/notesSlide" Target="/ppt/notesSlides/notesSlide20.xml" Id="R83dfbab8130946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e3ef728ba47ab" /><Relationship Type="http://schemas.openxmlformats.org/officeDocument/2006/relationships/notesSlide" Target="/ppt/notesSlides/notesSlide21.xml" Id="Rc979264f34b648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14e0f5aaa4234" /><Relationship Type="http://schemas.openxmlformats.org/officeDocument/2006/relationships/notesSlide" Target="/ppt/notesSlides/notesSlide22.xml" Id="R75a44a9f0f0a46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1acdc95834e70" /><Relationship Type="http://schemas.openxmlformats.org/officeDocument/2006/relationships/image" Target="/ppt/media/image10.png" Id="R51585f5ee8194ad7" /><Relationship Type="http://schemas.openxmlformats.org/officeDocument/2006/relationships/notesSlide" Target="/ppt/notesSlides/notesSlide23.xml" Id="R697ff3b8eb6c47e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e556a7ff94670" /><Relationship Type="http://schemas.openxmlformats.org/officeDocument/2006/relationships/chart" Target="/ppt/slides/charts/chart4.xml" Id="R90fc4ce98053470b" /><Relationship Type="http://schemas.openxmlformats.org/officeDocument/2006/relationships/notesSlide" Target="/ppt/notesSlides/notesSlide24.xml" Id="R9318678f6c4e42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4a9381d624ebd" /><Relationship Type="http://schemas.openxmlformats.org/officeDocument/2006/relationships/image" Target="/ppt/media/image11.png" Id="R9b21725ddf8744cb" /><Relationship Type="http://schemas.openxmlformats.org/officeDocument/2006/relationships/image" Target="/ppt/media/image12.png" Id="R8d2c3010cbbb42f4" /><Relationship Type="http://schemas.openxmlformats.org/officeDocument/2006/relationships/notesSlide" Target="/ppt/notesSlides/notesSlide25.xml" Id="R9e23e57b999a49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7342184f34dec" /><Relationship Type="http://schemas.openxmlformats.org/officeDocument/2006/relationships/notesSlide" Target="/ppt/notesSlides/notesSlide26.xml" Id="Rf589437bd73c42c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7d14935a48bb" /><Relationship Type="http://schemas.openxmlformats.org/officeDocument/2006/relationships/notesSlide" Target="/ppt/notesSlides/notesSlide27.xml" Id="R9d5147935b4e494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7cb8daf3941c2" /><Relationship Type="http://schemas.openxmlformats.org/officeDocument/2006/relationships/notesSlide" Target="/ppt/notesSlides/notesSlide28.xml" Id="R33eeb19603c54c4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549456dc844d7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1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79e8219624a14"/>
          <a:srcRect xmlns:a="http://schemas.openxmlformats.org/drawingml/2006/main" l="0" t="739" r="0" b="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81100"/>
            <a:ext cx="690562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615" y="2566987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265" y="2776537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</a:t>
            </a:r>
            <a:r>
              <a:rPr sz="1575" b="1">
                <a:solidFill>
                  <a:srgbClr val="17324D"/>
                </a:solidFill>
              </a:rPr>
              <a:t> ≈ 106.726 </a:t>
            </a:r>
            <a:r>
              <a:rPr sz="1575" b="1">
                <a:solidFill>
                  <a:srgbClr val="17324D"/>
                </a:solidFill>
              </a:rPr>
              <a:t>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</a:t>
            </a:r>
            <a:r>
              <a:rPr sz="1575" b="1">
                <a:solidFill>
                  <a:srgbClr val="17324D"/>
                </a:solidFill>
              </a:rPr>
              <a:t>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465" y="4071937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445" y="4617243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400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cee39f79b74ee5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b1e0cc02c64ab4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7538d679d43c9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6459003d248f8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b0825de084086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58107daff4450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32c2823ca4a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8b2d069034ba3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d8ce5f7f7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" y="1047750"/>
            <a:ext cx="7347857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52688ce995432a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85f5ee8194ad7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fc4ce98053470b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1725ddf8744cb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c3010cbbb42f4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2026-09-02T08:26:15.3240000Z</dcterms:created>
  <dcterms:modified xsi:type="dcterms:W3CDTF">2026-09-02T08:26:15.3240000Z</dcterms:modified>
</coreProperties>
</file>