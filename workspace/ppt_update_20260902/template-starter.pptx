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f8a73eae3b434a" /><Relationship Type="http://schemas.openxmlformats.org/officeDocument/2006/relationships/extended-properties" Target="/docProps/app.xml" Id="R2813193b89f348fa" /><Relationship Type="http://schemas.openxmlformats.org/officeDocument/2006/relationships/officeDocument" Target="/ppt/presentation.xml" Id="R07409b51e1504f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939386cdc34ca6"/>
  </p:sldMasterIdLst>
  <p:notesMasterIdLst>
    <p:notesMasterId xmlns:r="http://schemas.openxmlformats.org/officeDocument/2006/relationships" r:id="Rf368db17fca94202"/>
  </p:notesMasterIdLst>
  <p:sldIdLst>
    <p:sldId xmlns:r="http://schemas.openxmlformats.org/officeDocument/2006/relationships" id="256" r:id="Rf6d721ec48b14073"/>
    <p:sldId xmlns:r="http://schemas.openxmlformats.org/officeDocument/2006/relationships" id="257" r:id="Rda559d8f759747d0"/>
    <p:sldId xmlns:r="http://schemas.openxmlformats.org/officeDocument/2006/relationships" id="258" r:id="R4ac15ce2b63443c1"/>
    <p:sldId xmlns:r="http://schemas.openxmlformats.org/officeDocument/2006/relationships" id="259" r:id="R95b419af82b14f4e"/>
    <p:sldId xmlns:r="http://schemas.openxmlformats.org/officeDocument/2006/relationships" id="260" r:id="Ra1d125e6fa67443b"/>
    <p:sldId xmlns:r="http://schemas.openxmlformats.org/officeDocument/2006/relationships" id="261" r:id="R2ab1a4279b3b48cc"/>
    <p:sldId xmlns:r="http://schemas.openxmlformats.org/officeDocument/2006/relationships" id="262" r:id="R4f2fc5b919bf47bc"/>
    <p:sldId xmlns:r="http://schemas.openxmlformats.org/officeDocument/2006/relationships" id="263" r:id="Re63439e6b2624dd5"/>
    <p:sldId xmlns:r="http://schemas.openxmlformats.org/officeDocument/2006/relationships" id="264" r:id="Rf4129cfe39dd4756"/>
    <p:sldId xmlns:r="http://schemas.openxmlformats.org/officeDocument/2006/relationships" id="265" r:id="R7278d623cb61451d"/>
    <p:sldId xmlns:r="http://schemas.openxmlformats.org/officeDocument/2006/relationships" id="266" r:id="R649f270b2bf74594"/>
    <p:sldId xmlns:r="http://schemas.openxmlformats.org/officeDocument/2006/relationships" id="267" r:id="R179f88e82f3346d5"/>
    <p:sldId xmlns:r="http://schemas.openxmlformats.org/officeDocument/2006/relationships" id="268" r:id="R1476d4098142401b"/>
    <p:sldId xmlns:r="http://schemas.openxmlformats.org/officeDocument/2006/relationships" id="269" r:id="R6224a371c646459d"/>
    <p:sldId xmlns:r="http://schemas.openxmlformats.org/officeDocument/2006/relationships" id="270" r:id="R06bba08db39443cb"/>
    <p:sldId xmlns:r="http://schemas.openxmlformats.org/officeDocument/2006/relationships" id="271" r:id="R828c37fbfd434695"/>
    <p:sldId xmlns:r="http://schemas.openxmlformats.org/officeDocument/2006/relationships" id="272" r:id="R13424790b7b34c4a"/>
    <p:sldId xmlns:r="http://schemas.openxmlformats.org/officeDocument/2006/relationships" id="273" r:id="Rfea48e36e06a4731"/>
    <p:sldId xmlns:r="http://schemas.openxmlformats.org/officeDocument/2006/relationships" id="274" r:id="R60023f2979414325"/>
    <p:sldId xmlns:r="http://schemas.openxmlformats.org/officeDocument/2006/relationships" id="275" r:id="R8f0a667ca52e4b18"/>
    <p:sldId xmlns:r="http://schemas.openxmlformats.org/officeDocument/2006/relationships" id="276" r:id="R164cf0d160c643ca"/>
    <p:sldId xmlns:r="http://schemas.openxmlformats.org/officeDocument/2006/relationships" id="277" r:id="R7052fd20ef024139"/>
    <p:sldId xmlns:r="http://schemas.openxmlformats.org/officeDocument/2006/relationships" id="278" r:id="R64b22018c95243eb"/>
    <p:sldId xmlns:r="http://schemas.openxmlformats.org/officeDocument/2006/relationships" id="279" r:id="Rb5ed62dc8a4b41b6"/>
    <p:sldId xmlns:r="http://schemas.openxmlformats.org/officeDocument/2006/relationships" id="280" r:id="R046f6f54583c408e"/>
    <p:sldId xmlns:r="http://schemas.openxmlformats.org/officeDocument/2006/relationships" id="281" r:id="Rf94667a30f444d1b"/>
    <p:sldId xmlns:r="http://schemas.openxmlformats.org/officeDocument/2006/relationships" id="282" r:id="Re71dffa8d1954b5e"/>
    <p:sldId xmlns:r="http://schemas.openxmlformats.org/officeDocument/2006/relationships" id="283" r:id="R1c306ff3ae2b4f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e88ca30a44bd1" /><Relationship Type="http://schemas.openxmlformats.org/officeDocument/2006/relationships/slideMaster" Target="/ppt/slideMasters/slideMaster1.xml" Id="Rbd939386cdc34ca6" /><Relationship Type="http://schemas.openxmlformats.org/officeDocument/2006/relationships/notesMaster" Target="/ppt/notesMasters/notesMaster1.xml" Id="Rf368db17fca94202" /><Relationship Type="http://schemas.openxmlformats.org/officeDocument/2006/relationships/presProps" Target="/ppt/presProps.xml" Id="R133054925f65483f" /><Relationship Type="http://schemas.openxmlformats.org/officeDocument/2006/relationships/viewProps" Target="/ppt/viewProps.xml" Id="R1d7164fb6481498e" /><Relationship Type="http://schemas.openxmlformats.org/officeDocument/2006/relationships/tableStyles" Target="/ppt/tableStyles.xml" Id="Re571ba7b95c34706" /><Relationship Type="http://schemas.openxmlformats.org/officeDocument/2006/relationships/slide" Target="/ppt/slides/slide1.xml" Id="Rf6d721ec48b14073" /><Relationship Type="http://schemas.openxmlformats.org/officeDocument/2006/relationships/slide" Target="/ppt/slides/slide2.xml" Id="Rda559d8f759747d0" /><Relationship Type="http://schemas.openxmlformats.org/officeDocument/2006/relationships/slide" Target="/ppt/slides/slide3.xml" Id="R4ac15ce2b63443c1" /><Relationship Type="http://schemas.openxmlformats.org/officeDocument/2006/relationships/slide" Target="/ppt/slides/slide4.xml" Id="R95b419af82b14f4e" /><Relationship Type="http://schemas.openxmlformats.org/officeDocument/2006/relationships/slide" Target="/ppt/slides/slide5.xml" Id="Ra1d125e6fa67443b" /><Relationship Type="http://schemas.openxmlformats.org/officeDocument/2006/relationships/slide" Target="/ppt/slides/slide6.xml" Id="R2ab1a4279b3b48cc" /><Relationship Type="http://schemas.openxmlformats.org/officeDocument/2006/relationships/slide" Target="/ppt/slides/slide7.xml" Id="R4f2fc5b919bf47bc" /><Relationship Type="http://schemas.openxmlformats.org/officeDocument/2006/relationships/slide" Target="/ppt/slides/slide8.xml" Id="Re63439e6b2624dd5" /><Relationship Type="http://schemas.openxmlformats.org/officeDocument/2006/relationships/slide" Target="/ppt/slides/slide9.xml" Id="Rf4129cfe39dd4756" /><Relationship Type="http://schemas.openxmlformats.org/officeDocument/2006/relationships/slide" Target="/ppt/slides/slide10.xml" Id="R7278d623cb61451d" /><Relationship Type="http://schemas.openxmlformats.org/officeDocument/2006/relationships/slide" Target="/ppt/slides/slide11.xml" Id="R649f270b2bf74594" /><Relationship Type="http://schemas.openxmlformats.org/officeDocument/2006/relationships/slide" Target="/ppt/slides/slide12.xml" Id="R179f88e82f3346d5" /><Relationship Type="http://schemas.openxmlformats.org/officeDocument/2006/relationships/slide" Target="/ppt/slides/slide13.xml" Id="R1476d4098142401b" /><Relationship Type="http://schemas.openxmlformats.org/officeDocument/2006/relationships/slide" Target="/ppt/slides/slide14.xml" Id="R6224a371c646459d" /><Relationship Type="http://schemas.openxmlformats.org/officeDocument/2006/relationships/slide" Target="/ppt/slides/slide15.xml" Id="R06bba08db39443cb" /><Relationship Type="http://schemas.openxmlformats.org/officeDocument/2006/relationships/slide" Target="/ppt/slides/slide16.xml" Id="R828c37fbfd434695" /><Relationship Type="http://schemas.openxmlformats.org/officeDocument/2006/relationships/slide" Target="/ppt/slides/slide17.xml" Id="R13424790b7b34c4a" /><Relationship Type="http://schemas.openxmlformats.org/officeDocument/2006/relationships/slide" Target="/ppt/slides/slide18.xml" Id="Rfea48e36e06a4731" /><Relationship Type="http://schemas.openxmlformats.org/officeDocument/2006/relationships/slide" Target="/ppt/slides/slide19.xml" Id="R60023f2979414325" /><Relationship Type="http://schemas.openxmlformats.org/officeDocument/2006/relationships/slide" Target="/ppt/slides/slide20.xml" Id="R8f0a667ca52e4b18" /><Relationship Type="http://schemas.openxmlformats.org/officeDocument/2006/relationships/slide" Target="/ppt/slides/slide21.xml" Id="R164cf0d160c643ca" /><Relationship Type="http://schemas.openxmlformats.org/officeDocument/2006/relationships/slide" Target="/ppt/slides/slide22.xml" Id="R7052fd20ef024139" /><Relationship Type="http://schemas.openxmlformats.org/officeDocument/2006/relationships/slide" Target="/ppt/slides/slide23.xml" Id="R64b22018c95243eb" /><Relationship Type="http://schemas.openxmlformats.org/officeDocument/2006/relationships/slide" Target="/ppt/slides/slide24.xml" Id="Rb5ed62dc8a4b41b6" /><Relationship Type="http://schemas.openxmlformats.org/officeDocument/2006/relationships/slide" Target="/ppt/slides/slide25.xml" Id="R046f6f54583c408e" /><Relationship Type="http://schemas.openxmlformats.org/officeDocument/2006/relationships/slide" Target="/ppt/slides/slide26.xml" Id="Rf94667a30f444d1b" /><Relationship Type="http://schemas.openxmlformats.org/officeDocument/2006/relationships/slide" Target="/ppt/slides/slide27.xml" Id="Re71dffa8d1954b5e" /><Relationship Type="http://schemas.openxmlformats.org/officeDocument/2006/relationships/slide" Target="/ppt/slides/slide28.xml" Id="R1c306ff3ae2b4f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d8d92fdab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68e62150c4a9c" /><Relationship Type="http://schemas.openxmlformats.org/officeDocument/2006/relationships/notesMaster" Target="/ppt/notesMasters/notesMaster1.xml" Id="R5b953b78544c44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03ca6f548d493a" /><Relationship Type="http://schemas.openxmlformats.org/officeDocument/2006/relationships/notesMaster" Target="/ppt/notesMasters/notesMaster1.xml" Id="R753c9d2d15c548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a99c0ba6a24d1c" /><Relationship Type="http://schemas.openxmlformats.org/officeDocument/2006/relationships/notesMaster" Target="/ppt/notesMasters/notesMaster1.xml" Id="R0138d56a79f64c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6c920297845e0" /><Relationship Type="http://schemas.openxmlformats.org/officeDocument/2006/relationships/notesMaster" Target="/ppt/notesMasters/notesMaster1.xml" Id="R1be4f8e73b884a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0d4be1199d461f" /><Relationship Type="http://schemas.openxmlformats.org/officeDocument/2006/relationships/notesMaster" Target="/ppt/notesMasters/notesMaster1.xml" Id="R4a6303d67d204b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a42e23a81e4514" /><Relationship Type="http://schemas.openxmlformats.org/officeDocument/2006/relationships/notesMaster" Target="/ppt/notesMasters/notesMaster1.xml" Id="R94156de413e14e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ebe6d79cc0412f" /><Relationship Type="http://schemas.openxmlformats.org/officeDocument/2006/relationships/notesMaster" Target="/ppt/notesMasters/notesMaster1.xml" Id="R61550683c7c546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14907be9564276" /><Relationship Type="http://schemas.openxmlformats.org/officeDocument/2006/relationships/notesMaster" Target="/ppt/notesMasters/notesMaster1.xml" Id="Rcc0e2518d11142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642b4754964ac5" /><Relationship Type="http://schemas.openxmlformats.org/officeDocument/2006/relationships/notesMaster" Target="/ppt/notesMasters/notesMaster1.xml" Id="Rc96c9c36da1b4f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72ea6d2dbd4356" /><Relationship Type="http://schemas.openxmlformats.org/officeDocument/2006/relationships/notesMaster" Target="/ppt/notesMasters/notesMaster1.xml" Id="Rb90158614cb64c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2f8daf4edb4108" /><Relationship Type="http://schemas.openxmlformats.org/officeDocument/2006/relationships/notesMaster" Target="/ppt/notesMasters/notesMaster1.xml" Id="Re9cc6a6995da42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5a69a99c544ded" /><Relationship Type="http://schemas.openxmlformats.org/officeDocument/2006/relationships/notesMaster" Target="/ppt/notesMasters/notesMaster1.xml" Id="R7bdec1c0e6fb4b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80dddcfdf34b0b" /><Relationship Type="http://schemas.openxmlformats.org/officeDocument/2006/relationships/notesMaster" Target="/ppt/notesMasters/notesMaster1.xml" Id="R4a57e8f20b4843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5e5764cb874f53" /><Relationship Type="http://schemas.openxmlformats.org/officeDocument/2006/relationships/notesMaster" Target="/ppt/notesMasters/notesMaster1.xml" Id="R756f2a50fe434d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97372db53b4166" /><Relationship Type="http://schemas.openxmlformats.org/officeDocument/2006/relationships/notesMaster" Target="/ppt/notesMasters/notesMaster1.xml" Id="R6d48e5aaece943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c7c090d7104f1b" /><Relationship Type="http://schemas.openxmlformats.org/officeDocument/2006/relationships/notesMaster" Target="/ppt/notesMasters/notesMaster1.xml" Id="Ra67b203d18064c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42508a70224535" /><Relationship Type="http://schemas.openxmlformats.org/officeDocument/2006/relationships/notesMaster" Target="/ppt/notesMasters/notesMaster1.xml" Id="R3e4819123be445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f17445e4054bdd" /><Relationship Type="http://schemas.openxmlformats.org/officeDocument/2006/relationships/notesMaster" Target="/ppt/notesMasters/notesMaster1.xml" Id="Rd244ea2626a94e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07bcb2f8984e49" /><Relationship Type="http://schemas.openxmlformats.org/officeDocument/2006/relationships/notesMaster" Target="/ppt/notesMasters/notesMaster1.xml" Id="R9fc6f0379c914d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10bd8da7fc46f6" /><Relationship Type="http://schemas.openxmlformats.org/officeDocument/2006/relationships/notesMaster" Target="/ppt/notesMasters/notesMaster1.xml" Id="Rbf386f2e54f240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329596d3974669" /><Relationship Type="http://schemas.openxmlformats.org/officeDocument/2006/relationships/notesMaster" Target="/ppt/notesMasters/notesMaster1.xml" Id="R1e57a79d42fe41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e717a7306d4576" /><Relationship Type="http://schemas.openxmlformats.org/officeDocument/2006/relationships/notesMaster" Target="/ppt/notesMasters/notesMaster1.xml" Id="R72d63db01eda40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2dd68e5f87a4e7d" /><Relationship Type="http://schemas.openxmlformats.org/officeDocument/2006/relationships/notesMaster" Target="/ppt/notesMasters/notesMaster1.xml" Id="Rde3531d1439245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d636b96c6949b4" /><Relationship Type="http://schemas.openxmlformats.org/officeDocument/2006/relationships/notesMaster" Target="/ppt/notesMasters/notesMaster1.xml" Id="Ra9dcd3b6170547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fab5275cde42b9" /><Relationship Type="http://schemas.openxmlformats.org/officeDocument/2006/relationships/notesMaster" Target="/ppt/notesMasters/notesMaster1.xml" Id="R77d6efe370384fd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eaa8eb45b444cec" /><Relationship Type="http://schemas.openxmlformats.org/officeDocument/2006/relationships/notesMaster" Target="/ppt/notesMasters/notesMaster1.xml" Id="R1da1eb1f5a754d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2ab8133d82a4cb8" /><Relationship Type="http://schemas.openxmlformats.org/officeDocument/2006/relationships/notesMaster" Target="/ppt/notesMasters/notesMaster1.xml" Id="Rb213adf5fd7e410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43ba6f50cb4187" /><Relationship Type="http://schemas.openxmlformats.org/officeDocument/2006/relationships/notesMaster" Target="/ppt/notesMasters/notesMaster1.xml" Id="R4f64c77d812d4f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开场只做边界定义：本月完成的是端口电学模型、匹配、扰动扫描和控制原型，不是CTO治疗效果验证。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这页回答项目在解决什么：负载或参数变化导致电学最优点移动，固定频率可能失配。随后引出参数必须先自洽。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教授最可能追问参数来源。先主动展示旧参数冲突，再强调v2.1只解决数学自洽，不代表器件真实性。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强调比较使用同一Thevenin源，不在每个网络后重新校准端电压。32.8倍只描述P_Rm代理，不应称为效率。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C:\Users\24739\Documents\Codex\2026-08-10\new-chat\outputs\v2_self_consistent_rebuild\report_evidence_final\03_匹配网络\stage2_LTspice_解析交叉验证.csv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C:\Users\24739\Documents\Codex\2026-08-10\new-chat\outputs\v2_self_consistent_rebuild\report_evidence_final\07_汇报截图\stage2_02_匹配前后功率与反射_RAW.png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讲述顺序：先看右表的0.9 MHz固定频点，再看左上匹配后|Zin|局部曲线，最后看左下相位变化。</a:t>
            </a:r>
          </a:p>
          <a:p xmlns:a="http://schemas.openxmlformats.org/drawingml/2006/main">
            <a:r>
              <a:t>比较条件：同一个1 Vrms RMS戴维南源和50 Ω源阻抗；换能器BVD参数相同。</a:t>
            </a:r>
          </a:p>
          <a:p xmlns:a="http://schemas.openxmlformats.org/drawingml/2006/main">
            <a:r>
              <a:t>0.9 MHz结果：匹配前Zin=6800.001−j1939.072 Ω；理想匹配Zin≈50−j0 Ω；有损匹配Zin=56.686−j1.067 Ω。</a:t>
            </a:r>
          </a:p>
          <a:p xmlns:a="http://schemas.openxmlformats.org/drawingml/2006/main">
            <a:r>
              <a:t>理想网络同时接近50 Ω和0°。有损网络由于电感Q=100、电容Q=1000，并且优化目标是最大化P_Rm而不是强制Γ=0，因此保留小量失配。</a:t>
            </a:r>
          </a:p>
          <a:p xmlns:a="http://schemas.openxmlformats.org/drawingml/2006/main">
            <a:r>
              <a:t>左上图不画匹配前曲线，是因为匹配前|Z|在局部窗口内约6.8 kΩ至96.8 kΩ，若与0–65 Ω的匹配后曲线共用线性坐标，匹配后曲线将不可读；匹配前数值已保留在右表。</a:t>
            </a:r>
          </a:p>
          <a:p xmlns:a="http://schemas.openxmlformats.org/drawingml/2006/main">
            <a:r>
              <a:t>结论边界：结果来自假设BVD参数和线性AC模型，不是实测换能器参数。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C:\Users\24739\Documents\Codex\2026-08-10\new-chat\outputs\v2_self_consistent_rebuild\stage2_matching\stage2_LTspice逐频数据.csv</a:t>
            </a:r>
          </a:p>
          <a:p xmlns:a="http://schemas.openxmlformats.org/drawingml/2006/main">
            <a:r>
              <a:t>- C:\Users\24739\Documents\Codex\2026-08-10\new-chat\outputs\v2_self_consistent_rebuild\stage2_matching\stage2_匹配前后特征汇总.csv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C:\Users\24739\Documents\Codex\2026-08-10\new-chat\outputs\v2_self_consistent_rebuild\stage2_matching\stage2_匹配设计参数.json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这页不是念完整扫描表，而是回答谁控制峰位、峰高和峰宽。重点指出fs漂移决定控制器的捕获范围。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C:\Users\24739\Documents\Codex\2026-08-10\new-chat\outputs\v2_self_consistent_rebuild\report_evidence_final\04_扰动与Qm\stage3_trend_table.csv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三组保持fs、Rm和C0固定，并重新推导Lm/Cm。峰高约0.17 W保持不变，峰宽随Qm增加而缩小。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C:\Users\24739\Documents\Codex\2026-08-10\new-chat\outputs\v2_self_consistent_rebuild\report_evidence_final\04_扰动与Qm\stage3_Qm_500_800_1000_summary.csv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C:\Users\24739\Documents\Codex\2026-08-10\new-chat\outputs\v2_self_consistent_rebuild\report_evidence_final\07_汇报截图\stage3_03_Qm_sensitivity.png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先看基准场景，再看fs-5%的反例。最大功率点与最小相位点相差49.5 kHz，说明零相位不能直接作为功率最大化目标。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C:\Users\24739\Documents\Codex\2026-08-10\new-chat\outputs\v2_self_consistent_rebuild\report_evidence_final\07_汇报截图\stage3_selection_01_criteria_examples.png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±20 kHz会漏掉部分漂移峰；±50 kHz可覆盖当前28场景。扫描时间按1.5 ms/点估算，只是准稳态代理。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C:\Users\24739\Documents\Codex\2026-08-10\new-chat\outputs\v2_self_consistent_rebuild\report_evidence_final\05_选频准则\stage3_window_step_aggregate.csv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C:\Users\24739\Documents\Codex\2026-08-10\new-chat\outputs\v2_self_consistent_rebuild\report_evidence_final\05_选频准则\stage3_selection_report.md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围绕约2.4 s真实触发窗口讲解。任何非NORMAL状态都先调幅并冻结频率，预测裁剪保证实际硬越限次数为0。阈值是仿真假设。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C:\Users\24739\Documents\Codex\2026-08-10\new-chat\outputs\v2_self_consistent_rebuild\report_evidence_final\07_汇报截图\stage4_02_protection_state_machine.png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本页左侧三联图由Python/Matplotlib直接读取项目CSV生成，并以300 dpi PNG嵌入PPT；没有使用PowerPoint原生图表重绘，也没有人为平移数据。</a:t>
            </a:r>
          </a:p>
          <a:p xmlns:a="http://schemas.openxmlformats.org/drawingml/2006/main">
            <a:r>
              <a:t>a图：CASE_000_BASELINE与CASE_FS_M5的离线安全功率扫描，峰值分别为0.9000 MHz/170.0 mW与0.8548 MHz/140.2 mW。</a:t>
            </a:r>
          </a:p>
          <a:p xmlns:a="http://schemas.openxmlformats.org/drawingml/2006/main">
            <a:r>
              <a:t>b图：捕获率按当前扰动场景自身的安全最大功率归一化。100%不等于恢复基准绝对功率。</a:t>
            </a:r>
          </a:p>
          <a:p xmlns:a="http://schemas.openxmlformats.org/drawingml/2006/main">
            <a:r>
              <a:t>c图：仅绘制CONTROL样本；扫描/试探导致的时间间隔不插值、不连线。fs−5%窗口严格截断在3.200 s之前，避免混入下一扰动场景。</a:t>
            </a:r>
          </a:p>
          <a:p xmlns:a="http://schemas.openxmlformats.org/drawingml/2006/main">
            <a:r>
              <a:t>周期扫频在2.4965 s到达峰值并通过稳态验收；P&amp;O在2.4985 s首次到达同一峰位，但未通过连续稳态验收。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C:\Users\24739\Documents\Codex\2026-08-10\new-chat\outputs\v2_self_consistent_rebuild\active_stage3_5\stage3_disturbance\stage3_frequency_response_all_cases.csv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C:\Users\24739\Documents\Codex\2026-08-10\new-chat\ppt_edit_slide11_python_20260828\figure\slide11_python_charts.png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文献可以支持CTO结构异质性及负载变化的物理背景，但不能直接给出病变类型到fs、Rm、C0的定量换算。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C:\Users\24739\Documents\Codex\2026-08-10\new-chat\outputs\v2_self_consistent_rebuild\report_evidence_final\08_结构声场未完成说明\literature_axisymmetric_reproduction_spec.md</a:t>
            </a:r>
          </a:p>
          <a:p xmlns:a="http://schemas.openxmlformats.org/drawingml/2006/main">
            <a:r>
              <a:t>- 本项目文献补齐目录中的CTO、治疗超声和前视超声资料；具体DOI需在最终汇报备注中逐条核对。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结束时保持本页。用三列明确区分已完成、未证明和下一步，不以泛化结论收尾。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C:\Users\24739\Documents\Codex\2026-08-10\new-chat\outputs\v2_self_consistent_rebuild\report_evidence_final\FINAL_COMPLETION_AUDIT_2026-08-15.md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答疑时用这页回答参数从哪里来。所有数值分成用户约束、假设基线和扫描变量，不能称为实测。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C:\Users\24739\Documents\Codex\2026-08-10\new-chat\outputs\v2_self_consistent_rebuild\report_evidence_final\01_项目口径与参数\v2_1_活动基线参数.csv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C:\Users\24739\Documents\Codex\2026-08-10\new-chat\outputs\v2_self_consistent_rebuild\report_evidence_final\01_项目口径与参数\v2_1_Qm敏感性参数.csv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用于回答扰动为何这样选、各场景是否可复现，以及基准0.9 MHz各指标。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C:\Users\24739\Documents\Codex\2026-08-10\new-chat\outputs\v2_self_consistent_rebuild\report_evidence_final\04_扰动与Qm\stage3_scenario_registry_and_summary.csv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用于回答为什么主控制目标选择最大功率，而相位和反射只作为对照。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C:\Users\24739\Documents\Codex\2026-08-10\new-chat\outputs\v2_self_consistent_rebuild\report_evidence_final\05_选频准则\stage3_initial_three_criteria.csv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相位目标不是0度，而是基准受约束最大功率点的相位。局部相位曲线斜率决定更新方向。高增益仍可能错误锁定。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C:\Users\24739\Documents\Codex\2026-08-10\new-chat\outputs\v2_self_consistent_rebuild\report_evidence_final\06_控制与保护\phase_gain_sweep_summary.csv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C:\Users\24739\Documents\Codex\2026-08-10\new-chat\outputs\v2_self_consistent_rebuild\report_evidence_final\07_汇报截图\phase_ablation_selected_gain.png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这页给出正式验收结论。固定频率稳态误差高；周期扫频在所有扰动段满足验收；P&amp;O尾段可到最优，但7段未满足连续10样本确认。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C:\Users\24739\Documents\Codex\2026-08-10\new-chat\outputs\v2_self_consistent_rebuild\report_evidence_final\06_控制与保护\stage5_integrated_strategy_table.csv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C:\Users\24739\Documents\Codex\2026-08-10\new-chat\outputs\v2_self_consistent_rebuild\report_evidence_final\06_控制与保护\stage5_per_segment_metrics.csv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用于回应‘是否真的运行LTspice’。截图证明运行痕迹，RAW解析与误差CSV才证明结果一致，哈希用于追溯。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C:\Users\24739\Documents\Codex\2026-08-10\new-chat\outputs\v2_self_consistent_rebuild\report_evidence_final\02_LTspice真实运行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C:\Users\24739\Documents\Codex\2026-08-10\new-chat\outputs\v2_self_consistent_rebuild\report_evidence_final\07_汇报截图\LTspice_GUI_waveform_mag_phase.png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用于回答恢复时间、稳态误差和错误锁定如何定义。强调所有策略用相同定义。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C:\Users\24739\Documents\Codex\2026-08-10\new-chat\outputs\v2_self_consistent_rebuild\report_evidence_final\01_项目口径与参数\03_Codex任务说明_修订版_v2_1.md</a:t>
            </a:r>
          </a:p>
          <a:p xmlns:a="http://schemas.openxmlformats.org/drawingml/2006/main">
            <a:r>
              <a:t>- C:\Users\24739\Documents\Codex\2026-08-10\new-chat\outputs\v2_self_consistent_rebuild\report_evidence_final\06_控制与保护\stage4_5_control_report.md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用于回答复现性和文件组织。展示从参数到图表的完整链条。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C:\Users\24739\Documents\Codex\2026-08-10\new-chat\outputs\v2_self_consistent_rebuild\report_evidence_final\README_汇报工作痕迹索引.md</a:t>
            </a:r>
          </a:p>
          <a:p xmlns:a="http://schemas.openxmlformats.org/drawingml/2006/main">
            <a:r>
              <a:t>- C:\Users\24739\Documents\Codex\2026-08-10\new-chat\outputs\v2_self_consistent_rebuild\report_evidence_final\SHA256_文件清单.csv</a:t>
            </a:r>
          </a:p>
          <a:p xmlns:a="http://schemas.openxmlformats.org/drawingml/2006/main">
            <a:r>
              <a:t>- C:\Users\24739\Documents\Codex\2026-08-10\new-chat\outputs\v2_self_consistent_rebuild\report_evidence_final\09_复现脚本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这页用于坦诚说明结构声场尚未完成，并列出下一阶段需要自己从ANSYS/COMSOL截图保存的证据。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C:\Users\24739\Documents\Codex\2026-08-10\new-chat\outputs\v2_self_consistent_rebuild\report_evidence_final\08_结构声场未完成说明\GUI_evidence_capture_checklist.md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C:\Users\24739\Documents\Codex\2026-08-10\new-chat\outputs\v2_self_consistent_rebuild\report_evidence_final\08_结构声场未完成说明\solver_input_requirements.csv</a:t>
            </a:r>
          </a:p>
          <a:p xmlns:a="http://schemas.openxmlformats.org/drawingml/2006/main">
            <a:r>
              <a:t>- C:\Users\24739\Documents\Codex\2026-08-10\new-chat\outputs\v2_self_consistent_rebuild\report_evidence_final\08_结构声场未完成说明\README_ANSYS_COMSOL_BLOCKED.md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ef98505bd4d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bc583f74d4345" /><Relationship Type="http://schemas.openxmlformats.org/officeDocument/2006/relationships/slideLayout" Target="/ppt/slideLayouts/slideLayout1.xml" Id="R5b7b4a325cc6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7b4a325cc6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6a85b37dd4710" /><Relationship Type="http://schemas.openxmlformats.org/officeDocument/2006/relationships/notesSlide" Target="/ppt/notesSlides/notesSlide1.xml" Id="R908eab262d964b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d81b156f44a88" /><Relationship Type="http://schemas.openxmlformats.org/officeDocument/2006/relationships/notesSlide" Target="/ppt/notesSlides/notesSlide2.xml" Id="R08a4d166cc2843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f99e2e950470e" /><Relationship Type="http://schemas.openxmlformats.org/officeDocument/2006/relationships/notesSlide" Target="/ppt/notesSlides/notesSlide3.xml" Id="R017a0c3596ef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5cd12af064025" /><Relationship Type="http://schemas.openxmlformats.org/officeDocument/2006/relationships/image" Target="/ppt/media/image.png" Id="Ref8fa8c200cc4dc5" /><Relationship Type="http://schemas.openxmlformats.org/officeDocument/2006/relationships/notesSlide" Target="/ppt/notesSlides/notesSlide4.xml" Id="Rf9243ec1a58d49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eea01b5c8432c" /><Relationship Type="http://schemas.openxmlformats.org/officeDocument/2006/relationships/image" Target="/ppt/media/image2.png" Id="R79d1c49eb9414c99" /><Relationship Type="http://schemas.openxmlformats.org/officeDocument/2006/relationships/notesSlide" Target="/ppt/notesSlides/notesSlide5.xml" Id="Re4cc4f86191646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2b006cde64969" /><Relationship Type="http://schemas.openxmlformats.org/officeDocument/2006/relationships/chart" Target="/ppt/slides/charts/chart1.xml" Id="Rd5b5a2629fef4fa6" /><Relationship Type="http://schemas.openxmlformats.org/officeDocument/2006/relationships/chart" Target="/ppt/slides/charts/chart2.xml" Id="Rd4fb2e6279564132" /><Relationship Type="http://schemas.openxmlformats.org/officeDocument/2006/relationships/notesSlide" Target="/ppt/notesSlides/notesSlide6.xml" Id="R4d714b1c664647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3d409b3474629" /><Relationship Type="http://schemas.openxmlformats.org/officeDocument/2006/relationships/notesSlide" Target="/ppt/notesSlides/notesSlide7.xml" Id="Rdcfffb3abb404f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2e6f949994462" /><Relationship Type="http://schemas.openxmlformats.org/officeDocument/2006/relationships/chart" Target="/ppt/slides/charts/chart3.xml" Id="R26dec67bf8bc4a9f" /><Relationship Type="http://schemas.openxmlformats.org/officeDocument/2006/relationships/notesSlide" Target="/ppt/notesSlides/notesSlide8.xml" Id="R70bb884b69d94f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0f1fb81104c78" /><Relationship Type="http://schemas.openxmlformats.org/officeDocument/2006/relationships/image" Target="/ppt/media/image3.png" Id="R452376b7079140d7" /><Relationship Type="http://schemas.openxmlformats.org/officeDocument/2006/relationships/notesSlide" Target="/ppt/notesSlides/notesSlide9.xml" Id="R06e387e2a63645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42ae6f804f24" /><Relationship Type="http://schemas.openxmlformats.org/officeDocument/2006/relationships/image" Target="/ppt/media/image4.png" Id="R2a307027cb5c46ab" /><Relationship Type="http://schemas.openxmlformats.org/officeDocument/2006/relationships/image" Target="/ppt/media/image5.png" Id="Rab176505c6574fe5" /><Relationship Type="http://schemas.openxmlformats.org/officeDocument/2006/relationships/notesSlide" Target="/ppt/notesSlides/notesSlide10.xml" Id="R5a5d24006d284b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fd500296545ec" /><Relationship Type="http://schemas.openxmlformats.org/officeDocument/2006/relationships/image" Target="/ppt/media/image6.png" Id="R85d7df15857a4dfa" /><Relationship Type="http://schemas.openxmlformats.org/officeDocument/2006/relationships/notesSlide" Target="/ppt/notesSlides/notesSlide11.xml" Id="Re651dcae1c9a40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10fb2bfc54d74" /><Relationship Type="http://schemas.openxmlformats.org/officeDocument/2006/relationships/image" Target="/ppt/media/image7.png" Id="R4369e3b5a9454ea1" /><Relationship Type="http://schemas.openxmlformats.org/officeDocument/2006/relationships/notesSlide" Target="/ppt/notesSlides/notesSlide12.xml" Id="R757a7d6bbe1040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7c773b9a74f26" /><Relationship Type="http://schemas.openxmlformats.org/officeDocument/2006/relationships/notesSlide" Target="/ppt/notesSlides/notesSlide13.xml" Id="Rdde9309ad8cf47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c5e5636504264" /><Relationship Type="http://schemas.openxmlformats.org/officeDocument/2006/relationships/image" Target="/ppt/media/image8.png" Id="R860cf1495ab7415c" /><Relationship Type="http://schemas.openxmlformats.org/officeDocument/2006/relationships/notesSlide" Target="/ppt/notesSlides/notesSlide14.xml" Id="Rdf4cf6ea737640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16092cefa47d3" /><Relationship Type="http://schemas.openxmlformats.org/officeDocument/2006/relationships/chart" Target="/ppt/slides/charts/chart4.xml" Id="Refd20cb586594416" /><Relationship Type="http://schemas.openxmlformats.org/officeDocument/2006/relationships/notesSlide" Target="/ppt/notesSlides/notesSlide15.xml" Id="Re9a49bc7ae6747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fcc15523948c8" /><Relationship Type="http://schemas.openxmlformats.org/officeDocument/2006/relationships/notesSlide" Target="/ppt/notesSlides/notesSlide16.xml" Id="R78775d47d6c949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8a75c0cda45c1" /><Relationship Type="http://schemas.openxmlformats.org/officeDocument/2006/relationships/notesSlide" Target="/ppt/notesSlides/notesSlide17.xml" Id="Rf65c7c67a59142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1cdedd6494c90" /><Relationship Type="http://schemas.openxmlformats.org/officeDocument/2006/relationships/notesSlide" Target="/ppt/notesSlides/notesSlide18.xml" Id="Rb4a1d660d78b4d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a16d6711e4e11" /><Relationship Type="http://schemas.openxmlformats.org/officeDocument/2006/relationships/notesSlide" Target="/ppt/notesSlides/notesSlide19.xml" Id="Redfdf18b81c34f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bc04a29894ba6" /><Relationship Type="http://schemas.openxmlformats.org/officeDocument/2006/relationships/notesSlide" Target="/ppt/notesSlides/notesSlide20.xml" Id="Ra6a99cda4abf4e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9386380e24e74" /><Relationship Type="http://schemas.openxmlformats.org/officeDocument/2006/relationships/notesSlide" Target="/ppt/notesSlides/notesSlide21.xml" Id="Rb51127b2037847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0049748884d92" /><Relationship Type="http://schemas.openxmlformats.org/officeDocument/2006/relationships/notesSlide" Target="/ppt/notesSlides/notesSlide22.xml" Id="R4c76942247834c5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84ee257a142df" /><Relationship Type="http://schemas.openxmlformats.org/officeDocument/2006/relationships/image" Target="/ppt/media/image9.png" Id="Reff0e9a44dd44bde" /><Relationship Type="http://schemas.openxmlformats.org/officeDocument/2006/relationships/notesSlide" Target="/ppt/notesSlides/notesSlide23.xml" Id="R429051a1b96341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9616129504734" /><Relationship Type="http://schemas.openxmlformats.org/officeDocument/2006/relationships/chart" Target="/ppt/slides/charts/chart5.xml" Id="R85e4c56255b246d8" /><Relationship Type="http://schemas.openxmlformats.org/officeDocument/2006/relationships/notesSlide" Target="/ppt/notesSlides/notesSlide24.xml" Id="R1010b804d16a479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35cdda4df43be" /><Relationship Type="http://schemas.openxmlformats.org/officeDocument/2006/relationships/image" Target="/ppt/media/image10.png" Id="Rff9a53b848e14ad6" /><Relationship Type="http://schemas.openxmlformats.org/officeDocument/2006/relationships/image" Target="/ppt/media/image11.png" Id="R7d645d3d596947e9" /><Relationship Type="http://schemas.openxmlformats.org/officeDocument/2006/relationships/notesSlide" Target="/ppt/notesSlides/notesSlide25.xml" Id="R30aa22b16cd8426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f819513d9498c" /><Relationship Type="http://schemas.openxmlformats.org/officeDocument/2006/relationships/notesSlide" Target="/ppt/notesSlides/notesSlide26.xml" Id="R3719e6e713e5410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d584f54574369" /><Relationship Type="http://schemas.openxmlformats.org/officeDocument/2006/relationships/notesSlide" Target="/ppt/notesSlides/notesSlide27.xml" Id="R2b3024e7384c4b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d0e6e1350465b" /><Relationship Type="http://schemas.openxmlformats.org/officeDocument/2006/relationships/notesSlide" Target="/ppt/notesSlides/notesSlide28.xml" Id="R1094028ed90d407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</c:v>
              </c:pt>
              <c:pt idx="1">
                <c:v>周期扫频</c:v>
              </c:pt>
              <c:pt idx="2">
                <c:v>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95.5</c:v>
              </c:pt>
              <c:pt idx="2">
                <c:v>800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  |  2026.08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fa8c200cc4dc5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1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1c49eb9414c99"/>
          <a:srcRect xmlns:a="http://schemas.openxmlformats.org/drawingml/2006/main" l="0" t="739" r="0" b="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81100"/>
            <a:ext cx="690562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615" y="2566987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265" y="2776537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</a:t>
            </a:r>
            <a:r>
              <a:rPr sz="1575" b="1">
                <a:solidFill>
                  <a:srgbClr val="17324D"/>
                </a:solidFill>
              </a:rPr>
              <a:t> ≈ 106.726 </a:t>
            </a:r>
            <a:r>
              <a:rPr sz="1575" b="1">
                <a:solidFill>
                  <a:srgbClr val="17324D"/>
                </a:solidFill>
              </a:rPr>
              <a:t>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</a:t>
            </a:r>
            <a:r>
              <a:rPr sz="1575" b="1">
                <a:solidFill>
                  <a:srgbClr val="17324D"/>
                </a:solidFill>
              </a:rPr>
              <a:t>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465" y="4071937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445" y="4617243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400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b5a2629fef4fa6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fb2e6279564132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尾段正常控制样本</a:t>
                      </a:r>
                      <a:r>
                        <a:rPr sz="1350" b="1">
                          <a:solidFill>
                            <a:srgbClr val="FFFFFF"/>
                          </a:solidFill>
                        </a:rPr>
                        <a:t>误差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</a:t>
                      </a:r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  <a:endParaRPr sz="135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dec67bf8bc4a9f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376b7079140d7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07027cb5c46ab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76505c6574fe5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7df15857a4d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9e3b5a9454ea1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cf1495ab741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" y="1047750"/>
            <a:ext cx="7347857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d20cb586594416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电学链条已闭环，真实参数、P&amp;O整定和结构声场仍需继续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已经证明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v2.1数量级自洽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Python/LTspice实现一致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单因素与组合扰动已完成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选频与保护原型可复现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尚未证明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假设参数代表真实换能器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任何CTO治疗效果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整定P&amp;O并重新验收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保留相位控制作消融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获取实测阻抗并拟合BVD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建立结构—声场模型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当前结论仅适用于特定假设BVD模型与设定扰动范围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MHz固定点基线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0e9a44dd44bde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 = arg(Vport / Iport)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95.5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800.0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e4c56255b246d8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0%只表示尾段达到离线参考点；P&amp;O的800 ms包含7段未收敛惩罚。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结果排序只对当前线性模型、扰动时窗、驻留时间和控制参数成立。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a53b848e14ad6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45d3d596947e9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2026-09-02T08:23:28.3640000Z</dcterms:created>
  <dcterms:modified xsi:type="dcterms:W3CDTF">2026-09-02T08:23:28.3640000Z</dcterms:modified>
</coreProperties>
</file>