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6838d73043439b" /><Relationship Type="http://schemas.openxmlformats.org/officeDocument/2006/relationships/extended-properties" Target="/docProps/app.xml" Id="Rbfc77c8a4644407c" /><Relationship Type="http://schemas.openxmlformats.org/officeDocument/2006/relationships/officeDocument" Target="/ppt/presentation.xml" Id="R3d380ff5112e49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4eb1d22f484355"/>
  </p:sldMasterIdLst>
  <p:notesMasterIdLst>
    <p:notesMasterId xmlns:r="http://schemas.openxmlformats.org/officeDocument/2006/relationships" r:id="R2b0018bd071242a2"/>
  </p:notesMasterIdLst>
  <p:sldIdLst>
    <p:sldId xmlns:r="http://schemas.openxmlformats.org/officeDocument/2006/relationships" id="256" r:id="Rb0fb332e227b4b67"/>
    <p:sldId xmlns:r="http://schemas.openxmlformats.org/officeDocument/2006/relationships" id="257" r:id="Rf1b4bb5878da4f61"/>
    <p:sldId xmlns:r="http://schemas.openxmlformats.org/officeDocument/2006/relationships" id="258" r:id="Ra5f4b55b719d41f4"/>
    <p:sldId xmlns:r="http://schemas.openxmlformats.org/officeDocument/2006/relationships" id="259" r:id="R4102eae1c437496a"/>
    <p:sldId xmlns:r="http://schemas.openxmlformats.org/officeDocument/2006/relationships" id="260" r:id="Ra53af1e342b04e35"/>
    <p:sldId xmlns:r="http://schemas.openxmlformats.org/officeDocument/2006/relationships" id="261" r:id="Ra14bf12592bd40c2"/>
    <p:sldId xmlns:r="http://schemas.openxmlformats.org/officeDocument/2006/relationships" id="262" r:id="R550022342ca44db7"/>
    <p:sldId xmlns:r="http://schemas.openxmlformats.org/officeDocument/2006/relationships" id="263" r:id="Rd4e7dc40c1e94abe"/>
    <p:sldId xmlns:r="http://schemas.openxmlformats.org/officeDocument/2006/relationships" id="264" r:id="Rda892dae4cf3451b"/>
    <p:sldId xmlns:r="http://schemas.openxmlformats.org/officeDocument/2006/relationships" id="265" r:id="Rdbc04ae5f1bc4a7a"/>
    <p:sldId xmlns:r="http://schemas.openxmlformats.org/officeDocument/2006/relationships" id="266" r:id="R76ac11b1459f48ae"/>
    <p:sldId xmlns:r="http://schemas.openxmlformats.org/officeDocument/2006/relationships" id="267" r:id="R4559a2dc0cf9403b"/>
    <p:sldId xmlns:r="http://schemas.openxmlformats.org/officeDocument/2006/relationships" id="268" r:id="R38a01d6aeb104b4e"/>
    <p:sldId xmlns:r="http://schemas.openxmlformats.org/officeDocument/2006/relationships" id="269" r:id="R0c3b1badfc33453c"/>
    <p:sldId xmlns:r="http://schemas.openxmlformats.org/officeDocument/2006/relationships" id="270" r:id="Rbb02afd5540d49b3"/>
    <p:sldId xmlns:r="http://schemas.openxmlformats.org/officeDocument/2006/relationships" id="271" r:id="R29e340ccb8a444ff"/>
    <p:sldId xmlns:r="http://schemas.openxmlformats.org/officeDocument/2006/relationships" id="272" r:id="Rcf1623ab0a054dbb"/>
    <p:sldId xmlns:r="http://schemas.openxmlformats.org/officeDocument/2006/relationships" id="273" r:id="R4101deb924f34bfe"/>
    <p:sldId xmlns:r="http://schemas.openxmlformats.org/officeDocument/2006/relationships" id="274" r:id="Rcd2aec51dc43417e"/>
    <p:sldId xmlns:r="http://schemas.openxmlformats.org/officeDocument/2006/relationships" id="275" r:id="R4f9c5a3de91a4ca2"/>
    <p:sldId xmlns:r="http://schemas.openxmlformats.org/officeDocument/2006/relationships" id="276" r:id="R9c2e8d932c6243c1"/>
    <p:sldId xmlns:r="http://schemas.openxmlformats.org/officeDocument/2006/relationships" id="277" r:id="Ra39ce65d1d284352"/>
    <p:sldId xmlns:r="http://schemas.openxmlformats.org/officeDocument/2006/relationships" id="278" r:id="R54d2dff3eb874eb7"/>
    <p:sldId xmlns:r="http://schemas.openxmlformats.org/officeDocument/2006/relationships" id="279" r:id="R869b4c3125fc4cc2"/>
    <p:sldId xmlns:r="http://schemas.openxmlformats.org/officeDocument/2006/relationships" id="280" r:id="R533b623ffc6646d1"/>
    <p:sldId xmlns:r="http://schemas.openxmlformats.org/officeDocument/2006/relationships" id="281" r:id="R4f36da4f72d44ac3"/>
    <p:sldId xmlns:r="http://schemas.openxmlformats.org/officeDocument/2006/relationships" id="282" r:id="Rfb6591a7accf4680"/>
    <p:sldId xmlns:r="http://schemas.openxmlformats.org/officeDocument/2006/relationships" id="283" r:id="R66cb3e3b3cf746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6170c495414c9c" /><Relationship Type="http://schemas.openxmlformats.org/officeDocument/2006/relationships/slideMaster" Target="/ppt/slideMasters/slideMaster1.xml" Id="Reb4eb1d22f484355" /><Relationship Type="http://schemas.openxmlformats.org/officeDocument/2006/relationships/notesMaster" Target="/ppt/notesMasters/notesMaster1.xml" Id="R2b0018bd071242a2" /><Relationship Type="http://schemas.openxmlformats.org/officeDocument/2006/relationships/presProps" Target="/ppt/presProps.xml" Id="R48cbb75b9b094910" /><Relationship Type="http://schemas.openxmlformats.org/officeDocument/2006/relationships/viewProps" Target="/ppt/viewProps.xml" Id="R989bd29cd1154e87" /><Relationship Type="http://schemas.openxmlformats.org/officeDocument/2006/relationships/tableStyles" Target="/ppt/tableStyles.xml" Id="R9a06a806109145a0" /><Relationship Type="http://schemas.openxmlformats.org/officeDocument/2006/relationships/slide" Target="/ppt/slides/slide1.xml" Id="Rb0fb332e227b4b67" /><Relationship Type="http://schemas.openxmlformats.org/officeDocument/2006/relationships/slide" Target="/ppt/slides/slide2.xml" Id="Rf1b4bb5878da4f61" /><Relationship Type="http://schemas.openxmlformats.org/officeDocument/2006/relationships/slide" Target="/ppt/slides/slide3.xml" Id="Ra5f4b55b719d41f4" /><Relationship Type="http://schemas.openxmlformats.org/officeDocument/2006/relationships/slide" Target="/ppt/slides/slide4.xml" Id="R4102eae1c437496a" /><Relationship Type="http://schemas.openxmlformats.org/officeDocument/2006/relationships/slide" Target="/ppt/slides/slide5.xml" Id="Ra53af1e342b04e35" /><Relationship Type="http://schemas.openxmlformats.org/officeDocument/2006/relationships/slide" Target="/ppt/slides/slide6.xml" Id="Ra14bf12592bd40c2" /><Relationship Type="http://schemas.openxmlformats.org/officeDocument/2006/relationships/slide" Target="/ppt/slides/slide7.xml" Id="R550022342ca44db7" /><Relationship Type="http://schemas.openxmlformats.org/officeDocument/2006/relationships/slide" Target="/ppt/slides/slide8.xml" Id="Rd4e7dc40c1e94abe" /><Relationship Type="http://schemas.openxmlformats.org/officeDocument/2006/relationships/slide" Target="/ppt/slides/slide9.xml" Id="Rda892dae4cf3451b" /><Relationship Type="http://schemas.openxmlformats.org/officeDocument/2006/relationships/slide" Target="/ppt/slides/slide10.xml" Id="Rdbc04ae5f1bc4a7a" /><Relationship Type="http://schemas.openxmlformats.org/officeDocument/2006/relationships/slide" Target="/ppt/slides/slide11.xml" Id="R76ac11b1459f48ae" /><Relationship Type="http://schemas.openxmlformats.org/officeDocument/2006/relationships/slide" Target="/ppt/slides/slide12.xml" Id="R4559a2dc0cf9403b" /><Relationship Type="http://schemas.openxmlformats.org/officeDocument/2006/relationships/slide" Target="/ppt/slides/slide13.xml" Id="R38a01d6aeb104b4e" /><Relationship Type="http://schemas.openxmlformats.org/officeDocument/2006/relationships/slide" Target="/ppt/slides/slide14.xml" Id="R0c3b1badfc33453c" /><Relationship Type="http://schemas.openxmlformats.org/officeDocument/2006/relationships/slide" Target="/ppt/slides/slide15.xml" Id="Rbb02afd5540d49b3" /><Relationship Type="http://schemas.openxmlformats.org/officeDocument/2006/relationships/slide" Target="/ppt/slides/slide16.xml" Id="R29e340ccb8a444ff" /><Relationship Type="http://schemas.openxmlformats.org/officeDocument/2006/relationships/slide" Target="/ppt/slides/slide17.xml" Id="Rcf1623ab0a054dbb" /><Relationship Type="http://schemas.openxmlformats.org/officeDocument/2006/relationships/slide" Target="/ppt/slides/slide18.xml" Id="R4101deb924f34bfe" /><Relationship Type="http://schemas.openxmlformats.org/officeDocument/2006/relationships/slide" Target="/ppt/slides/slide19.xml" Id="Rcd2aec51dc43417e" /><Relationship Type="http://schemas.openxmlformats.org/officeDocument/2006/relationships/slide" Target="/ppt/slides/slide20.xml" Id="R4f9c5a3de91a4ca2" /><Relationship Type="http://schemas.openxmlformats.org/officeDocument/2006/relationships/slide" Target="/ppt/slides/slide21.xml" Id="R9c2e8d932c6243c1" /><Relationship Type="http://schemas.openxmlformats.org/officeDocument/2006/relationships/slide" Target="/ppt/slides/slide22.xml" Id="Ra39ce65d1d284352" /><Relationship Type="http://schemas.openxmlformats.org/officeDocument/2006/relationships/slide" Target="/ppt/slides/slide23.xml" Id="R54d2dff3eb874eb7" /><Relationship Type="http://schemas.openxmlformats.org/officeDocument/2006/relationships/slide" Target="/ppt/slides/slide24.xml" Id="R869b4c3125fc4cc2" /><Relationship Type="http://schemas.openxmlformats.org/officeDocument/2006/relationships/slide" Target="/ppt/slides/slide25.xml" Id="R533b623ffc6646d1" /><Relationship Type="http://schemas.openxmlformats.org/officeDocument/2006/relationships/slide" Target="/ppt/slides/slide26.xml" Id="R4f36da4f72d44ac3" /><Relationship Type="http://schemas.openxmlformats.org/officeDocument/2006/relationships/slide" Target="/ppt/slides/slide27.xml" Id="Rfb6591a7accf4680" /><Relationship Type="http://schemas.openxmlformats.org/officeDocument/2006/relationships/slide" Target="/ppt/slides/slide28.xml" Id="R66cb3e3b3cf746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c9dc69f2064d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c046cf60224a05" /><Relationship Type="http://schemas.openxmlformats.org/officeDocument/2006/relationships/notesMaster" Target="/ppt/notesMasters/notesMaster1.xml" Id="R1f58cd84961545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4f770ea3654fb0" /><Relationship Type="http://schemas.openxmlformats.org/officeDocument/2006/relationships/notesMaster" Target="/ppt/notesMasters/notesMaster1.xml" Id="R6e91a61e2dba42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54ebfcee4e48a6" /><Relationship Type="http://schemas.openxmlformats.org/officeDocument/2006/relationships/notesMaster" Target="/ppt/notesMasters/notesMaster1.xml" Id="Raaf23682021648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fdf47c1eb54182" /><Relationship Type="http://schemas.openxmlformats.org/officeDocument/2006/relationships/notesMaster" Target="/ppt/notesMasters/notesMaster1.xml" Id="Rad1e19a4881449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1cd71541d641e5" /><Relationship Type="http://schemas.openxmlformats.org/officeDocument/2006/relationships/notesMaster" Target="/ppt/notesMasters/notesMaster1.xml" Id="R63479b6273754e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6f55bd17ed4175" /><Relationship Type="http://schemas.openxmlformats.org/officeDocument/2006/relationships/notesMaster" Target="/ppt/notesMasters/notesMaster1.xml" Id="R921e719fb21c47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1c44fc0e174ff4" /><Relationship Type="http://schemas.openxmlformats.org/officeDocument/2006/relationships/notesMaster" Target="/ppt/notesMasters/notesMaster1.xml" Id="R6cbf96ab970642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4976a995ef450c" /><Relationship Type="http://schemas.openxmlformats.org/officeDocument/2006/relationships/notesMaster" Target="/ppt/notesMasters/notesMaster1.xml" Id="Rb907cb1bb5b140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53b4b3e77a4f60" /><Relationship Type="http://schemas.openxmlformats.org/officeDocument/2006/relationships/notesMaster" Target="/ppt/notesMasters/notesMaster1.xml" Id="R031a2c4408b641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ddcd3d40ff4e17" /><Relationship Type="http://schemas.openxmlformats.org/officeDocument/2006/relationships/notesMaster" Target="/ppt/notesMasters/notesMaster1.xml" Id="R9527a59a47064f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4e57712d1345c4" /><Relationship Type="http://schemas.openxmlformats.org/officeDocument/2006/relationships/notesMaster" Target="/ppt/notesMasters/notesMaster1.xml" Id="Re94f54b45e8942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4d2a13adc74ec1" /><Relationship Type="http://schemas.openxmlformats.org/officeDocument/2006/relationships/notesMaster" Target="/ppt/notesMasters/notesMaster1.xml" Id="R6ca61e3173e64c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de80c4ad064230" /><Relationship Type="http://schemas.openxmlformats.org/officeDocument/2006/relationships/notesMaster" Target="/ppt/notesMasters/notesMaster1.xml" Id="R9b659ef48e7b4a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7f1a481d594434" /><Relationship Type="http://schemas.openxmlformats.org/officeDocument/2006/relationships/notesMaster" Target="/ppt/notesMasters/notesMaster1.xml" Id="R26033defd09949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b366947ad147b7" /><Relationship Type="http://schemas.openxmlformats.org/officeDocument/2006/relationships/notesMaster" Target="/ppt/notesMasters/notesMaster1.xml" Id="R03c9f191e6cd4d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051159cfff41f5" /><Relationship Type="http://schemas.openxmlformats.org/officeDocument/2006/relationships/notesMaster" Target="/ppt/notesMasters/notesMaster1.xml" Id="R2d5e6d3c651f4d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47f0089da94268" /><Relationship Type="http://schemas.openxmlformats.org/officeDocument/2006/relationships/notesMaster" Target="/ppt/notesMasters/notesMaster1.xml" Id="R564560ee791d41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ee6a1491a64551" /><Relationship Type="http://schemas.openxmlformats.org/officeDocument/2006/relationships/notesMaster" Target="/ppt/notesMasters/notesMaster1.xml" Id="Rcf48bc7b42444e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23c075b03048a4" /><Relationship Type="http://schemas.openxmlformats.org/officeDocument/2006/relationships/notesMaster" Target="/ppt/notesMasters/notesMaster1.xml" Id="R80ef488cf3ce41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6303a06138544f9" /><Relationship Type="http://schemas.openxmlformats.org/officeDocument/2006/relationships/notesMaster" Target="/ppt/notesMasters/notesMaster1.xml" Id="R38c267c87f2a479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4ac38786a04587" /><Relationship Type="http://schemas.openxmlformats.org/officeDocument/2006/relationships/notesMaster" Target="/ppt/notesMasters/notesMaster1.xml" Id="R49081a6f3f2b47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9eb0a994fe4ba4" /><Relationship Type="http://schemas.openxmlformats.org/officeDocument/2006/relationships/notesMaster" Target="/ppt/notesMasters/notesMaster1.xml" Id="R35bf692e742c41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2e247b5425468a" /><Relationship Type="http://schemas.openxmlformats.org/officeDocument/2006/relationships/notesMaster" Target="/ppt/notesMasters/notesMaster1.xml" Id="R8563d3bbc9d34a2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ed6745f6d94221" /><Relationship Type="http://schemas.openxmlformats.org/officeDocument/2006/relationships/notesMaster" Target="/ppt/notesMasters/notesMaster1.xml" Id="R9aea90778a634ae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087328ca3904791" /><Relationship Type="http://schemas.openxmlformats.org/officeDocument/2006/relationships/notesMaster" Target="/ppt/notesMasters/notesMaster1.xml" Id="R957a8eb0f0a7432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d9db6dc39ae4bb0" /><Relationship Type="http://schemas.openxmlformats.org/officeDocument/2006/relationships/notesMaster" Target="/ppt/notesMasters/notesMaster1.xml" Id="R0ee0a43bdf3a438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9555b81c92e4f89" /><Relationship Type="http://schemas.openxmlformats.org/officeDocument/2006/relationships/notesMaster" Target="/ppt/notesMasters/notesMaster1.xml" Id="R6a1c017b849c4da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6eb4d002eb44f03" /><Relationship Type="http://schemas.openxmlformats.org/officeDocument/2006/relationships/notesMaster" Target="/ppt/notesMasters/notesMaster1.xml" Id="Rbd0aa1b9e3ee40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【本页结论】本月完成的是假设BVD模型下的电学建模、匹配、扰动与带约束控制验证，不是实物或临床验证。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【教授可能追问】为什么不直接用相位等于零作为谐振点？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【本页结论】先消除旧参数的物理冲突，再把v2.1参数明确降格为假设基线。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【模糊推测】无；本页是单位换算和模型内代数一致性。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【本页结论】解析模型与LTspice网表在同一拓扑和参数下实现一致。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【教授可能追问】为什么误差这么小，是否存在同源公式自证？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【本页结论】在0.9000 MHz、同一校准戴维南源和50 Ω源阻抗条件下，v2.1有损L型匹配使P_Rm达到未匹配时的约32.8倍。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【逐字讲稿】这一页比较匹配网络本身带来的变化。全部曲线使用同一个冻结戴维南源，源电压约6.217 V RMS，源阻抗50欧姆。这里的6.217 V是理想源的有效值，100 Vpp则是加入有损匹配后在0.9 MHz得到的换能器端电压，二者测量位置和单位都不同。上图灰色虚线表示未匹配，橙色实线表示v2.1有损匹配，蓝色点线是理想无额外寄生损耗的匹配参考。在相同的0.9000 MHz处，P_Rm从5.186毫瓦提高到170.0毫瓦，约为原来的32.8倍。下图显示匹配网络输入端的反射代理，其定义使用50欧姆实参考阻抗。当前曲线来自已保存的LTspice频域结果，按线性模型的源幅度平方关系换算到统一的校准源条件。P_Rm表示BVD机械支路电阻的有功耗散，不能直接等同于声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【看图顺序】先读源条件。上图在0.9000 MHz比较未匹配与有损匹配的功率。再看下图输入反射代理。最后区分源电压和换能器端电压。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【数值口径】计算使用Vs=6.217360894531728 V RMS，Rs=50 Ω，显示时将Vs取为6.217。已保存的1 V RMS源数据统一乘Vs²=38.65557649285237得到当前功率。未匹配5.186363126 mW，有损匹配169.999953760 mW，比值32.778258990。归一化的0.134168562 mW和4.397811886 mW仅用于换算说明，不与当前工作点交叉比较。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【电压位置】本页100 Vpp、约5 mA RMS仅描述有损匹配在0.9000 MHz的换能器端工作点，不表示全频段端电压恒定，也不是戴维南源电压。全部曲线冻结同一源参数，没有逐频调整源幅度。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【反射代理】Gamma=abs((Zin-50)/(Zin+50))，Zin为源电阻之后、匹配网络输入端阻抗。线性模型下该代理不随整体源幅度缩放而变化。它不是反射功率的瓦特值。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【参数与限制】Lmatch约106.726 μH，Cmatch约283.599 pF，实际有损网络另含ESR。此处使用假设BVD模型参数，非实测。32.8倍是该工作点的P_Rm比值，不能解释为电声效率增益或临床效应。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【教授可能追问】为什么1 V RMS仿真结果能换算到约6.217 V RMS？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【建议回答】当前电路为线性AC模型，全部电压和电流相量随源幅度成比例，复功率随源幅度平方变化。对所有电路统一使用同一个幅度系数，阻抗、相位和反射代理不变。170 mW对应校准后的源条件，不能标成1 V RMS源条件的直接结果。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【模糊推测】本页不对P_Rm与实际声功率的关系作定量推测。该关系尚需机电声耦合模型和实验标定验证。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C:/Users/24739/Documents/Codex/2026-08-10/new-chat/outputs/v2_self_consistent_rebuild/stage2_matching/stage2_匹配前后特征汇总.csv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Zin，不是换能器BVD端口相位。两者中间隔着匹配网络，所以数值可以明显不同。后面的相位控制消融也使用arg Zin，并以基准安全功率峰处的负1.0782度为目标。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【逐字讲稿】这张三层柱图分别给出峰值频率偏移、峰高变化和半高宽变化。最明显的峰位变化来自串联谐振频率下降：fs减5%使安全功率峰约下移45.2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【教授可能追问】为什么图里有的因素没有明显柱形？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【教授可能追问】Cm-only为什么不等于只改变谐振频率？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【本页结论】高Qm提高频率选择性，但并不自动代表系统整体更优。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【教授可能追问】为什么峰高基本不变、峰宽却变化？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【本页结论】最大功率、最小绝对相位和最小反射代理是三个不同优化问题。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【教授可能追问】既然相位不可靠，为什么还保留相位控制？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【建议回答】它作为计划书要求的消融对照，用基准最大功率点相位作目标并加入局部斜率符号；正式推荐策略仍是直接以功率为目标的扫描辅助P&amp;O。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C:/Users/24739/Documents/Codex/2026-08-10/new-chat/CTO_virtual_drive_platform_v2_1/results/tables/stage3_selection/stage3_three_criteria_all_scenarios.csv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【本页结论】采用宽窗口粗捕获、窄窗口细化，比固定单一网格更合理。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【教授可能追问】为什么最终不是直接用0.1 kHz、正负100 kHz？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C:/Users/24739/Documents/Codex/2026-08-10/new-chat/CTO_virtual_drive_platform_v2_1/results/tables/stage3_selection/stage3_window_step_tradeoff.csv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【本页结论】fs−5%扰动后，三种策略均先发生保护动作。两种自适应策略随后低幅重扫并在新频率渐升幅度。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页与后两页使用同一份保存的控制数据，重点看2.4到3.2秒的fs减5%扰动段。图中灰、蓝、红分别是固定频率、周期扫频和扫描辅助P&amp;O。上、中、下三图分别是换能器端电压、端口电流和源幅度命令a。扰动后，保护逻辑判断原驱动幅度不再满足模型约束，进入硬停机，幅度命令归零。之后是低幅保持和渐升。固定频率策略停留在0.9 MHz，最终受软限幅约束。两种自适应策略在软限幅稳定后，以a等于0.40顺序扫描，再在选中的新频率恢复幅度。扫描期间的电压、电流变化全部保留，不能把这些变化都解释为负载再次漂移。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【状态说明】左侧是本段保护过程的简化示意，不是完整状态转移图。HARD_TRIP硬保持约60 ms，RECOVERY_HOLD约100 ms，RAMP_UP每个控制步增加0.05幅度命令。SOFT_FOLDBACK稳定100 ms后允许低幅扫描。NORMAL表示控制器正常工作，不等于已通过连续稳态验收。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【频率冻结口径】普通跟踪在硬停机、恢复保持和初始调幅过程中暂停。保护稳定后可以进行低幅扫描，因此不能说整段保护期间频率始终不变。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【读图提示】控制记录按time_s和duration_s作采样保持绘图，包含CONTROL、SCAN和P&amp;O参考/试探样本。淡色带标出本扰动段两次扫描的时间区间。不是示波器捕获的连续波形，也不重建采样间瞬态。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【电压、电流边界】电压160 Vpp为用户给定的仿真硬边界。电流6 mA RMS硬限以及130 Vpp、5.5 mA RMS软限均为假设控制阈值。幅度a是戴维南源相对冻结基线的比例，不是端口电压本身。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【教授可能追问】为什么存在HARD_TRIP记录，但图中没有超过160 Vpp或6 mA？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【建议回答】模型先评估当前幅度在扰动后的可允许范围，再保存保护处理后的输出。因此保护触发次数与保存样本硬越限次数是不同指标。图中没有越限，不能证明真实系统在采样和执行延迟期间没有过冲。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【模糊推测】本页没有对真实硬件保护速度或安全性作推测。阈值和时序常数是仿真假设。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【本页结论】保存的控制时序证明约束已真正进入算法，但反射独立上限和声学约束仍缺失。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【逐字讲稿】为了检验控制是否只是离线argmax，我审计了1795条保存时序。频率始终受0.8到1.0 MHz硬边界限制，幅度命令在0到1之间，并接入130/160 Vpp与5.5/6 mA软硬阈值。全序列峰值电压为130 Vpp、峰值电流为5.124 mA，实际硬越限为零。需要坦白的是，反射代理目前只参与异常投票和重捕获触发，没有独立反射硬上限；壁面声压代理也尚不可用。因此这已经是带电学约束的控制，但还不是完整多物理场安全控制。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【看图顺序】左列讲已接入约束，中列读审计数字，右列主动讲缺口。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【口径与限制】“实际硬越限为零”指这批仿真时序，不等于实物硬件安全。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【教授可能追问】反射功率异常升高的问题是否已经解决？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【建议回答】目前解决到检测层：计算并监测反射代理，用于触发重捕获；尚未定义经实测标定的独立硬上限，这是下一阶段缺口。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【版本关系】本页更新为第三轮固定无PI候选的后续实验。完整版中的第12、15页仍保留此前同一次运行的历史对照，不能与本页拼成同一次运行的综合成绩。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稿】前面的版本已经找到了新的功率峰，但没有留下足够的连续合格样本。本页展示时序修正后的一个简单候选，采用扫描辅助P&amp;O，不加独立PI。等待参数为500毫秒，P&amp;O试探幅度上限0.9，重捕获扫描仍为0.4。图中保留全部保护、扫描和恢复动作。fs降低5%后，控制器在2.962秒出现首次合格NORMAL样本，在3.142秒确认第10个合格样本，本段最长连续12个，所以这一次满足原稳态窗口标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【讲稿续】但本段能量捕获率只有45.4%，因为前面的保护、搜索和恢复占用了输出时间。下面的电压图把负载切换发生在采样之间时，旧指令继续保持的区间也算进来，重放峰值188.2 Vpp，超过160 Vpp约1毫秒。这个结果说明稳态窗口通过了，但电学能量损失和硬限问题还没有解决。下一步固定这个候选，分别处理恢复余量与采样间隙风险，不继续叠加更多算法。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【冻结条件】本段保持2.4至3.2秒，即0.8秒。门槛保持功率捕获率至少98%，CONTROL、NORMAL、频率未冻结、连续10个合格样本，相邻CONTROL间隔不超过30毫秒。硬限160 Vpp/6 mA RMS、异常检测与原保护保持时间不修改。6 mA RMS为本项目假设硬限，160 Vpp来自用户要求。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【指标定义】742毫秒是3.142减2.4，是第10个样本的确认延迟。10个20毫秒等间隔样本的首末跨度为180毫秒。本段最长连续12个，不表示全程保持高功率。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【能量定义】本段能量捕获率为实际P_Rm在整个0.8秒区间的积分，除以本段安全最优P_Rm乘0.8秒。分母约140.2 mW，尾段100%不代表恢复到基准170.0 mW。积分包含所有保护、扫描、试探与恢复，也包含重放越限区间，不能称为完全安全的收益或源到负载效率。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候选】B0_T500_A90_R2，第三轮0.8秒/段。T500是等待参数，不是实际两次试探起点间隔。R2是在原调度条件外，要求恢复后的正常等待和10个稳定样本，不读取离线最佳功率作为触发答案。该候选全序列稳态7/7不是全序列硬安全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真实性与限制】本次只读取已经保存的数据、重建保持指令及更新PPT，没有重新运行控制器或LTspice。图为假设线性BVD离散准稳态结果，不是示波器、LTspice瞬态或实测器件波形。模型重放不能预测真实储能振铃，当前保护还利用准确模型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【模糊推测内容】下一轮通过安全裕量或恢复时序调整能否消除越限、提高能量尚未验证，本页没有把这些计划写成已实现结果。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【数据出处】时序SHA256：cdde9dab61a50f443c783d25f5fb87014214290ad71c1f9950de99ad5bb560a9。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C:\Users\24739\Documents\Codex\2026-08-10\new-chat\po_scheduling_20260909\results\B0_T500_A90_R2_dwell_0.8s\config.json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C:\Users\24739\Documents\Codex\2026-08-10\new-chat\po_scheduling_20260909\results\B0_T500_A90_R2_dwell_0.8s\acceptance_and_energy.csv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【版本关系】本页对原控制批次做评价口径修正，与第12页使用同一旧批次。第14页是第三轮后续无PI候选，本页三策略总表不是该候选的综合结果。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稿】前面提到周期扫频和扫描辅助P&amp;O的尾段误差是零，这个零有严格的样本范围。原指标优先选择每个扰动段后四分之一中的NORMAL、频率未冻结控制样本，缺少时采用程序规定的回退样本，再对7段求均值。因此，它没有完整计入前面的扫描、试探和保护恢复损失，也不表示连续稳态验收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稿续】为评价时间成本，我对相同0.8到6.4秒区间做了记录功率的采样保持积分，保留所有动作，以实际记录持续时间加权。固定频率加共同保护累积机械支路有功电能0.588焦耳，周期扫频0.474焦耳，扫描辅助P&amp;O 0.525焦耳。统一除以该扰动日程的安全最优电能约0.77568焦耳，对应75.8%、61.1%和67.7%。这表明在当前短扰动段和扫描设置下，重新寻峰与保护恢复的时间代价不可忽略。尾段达到最优，不保证累计电能最优。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结论边界】本批次固定频率的记录积分电能较高，但仍有较大的尾段误差和3个未通过段。周期扫频有2个未通过段，扫描辅助P&amp;O有3个。不能仅按一个指标宣布总体优劣，更不能把排序外推到其他模型、扰动持续时间或真实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积分方法】每条记录按[t_k,t_k+duration_k)保持p_rm_W，与[0.8,6.4)相交后的持续时间相乘再求和。三策略均覆盖5.6秒，记录区间无重叠和缺口。包含CONTROL、SCAN及P&amp;O参考与试探、保护降幅和停机记录。此处没有重新计算采样间隙内负载改变后的物理响应，不是第14页的保持指令跨扰动重放，不能用于证明硬限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【统一分母】按同一绝对扰动日程，7段各0.8秒：E_safe,opt = Σ_j P_safe,max,j ×0.8 = 0.775677342963 J。不能分别按各策略采样时刻的场景标签累加分母，否则会得到略有不同的比较基准。该比值既不是源到负载电学效率，也不是声学效率。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尾段误差回退规则】优先使用该段末25%内的NORMAL且频率未冻结CONTROL样本；若为空，取该段最后5个符合上述状态的CONTROL样本；仍为空，取最后5个CONTROL样本。每段计算100×(1−平均功率捕获率)，再对初始基准之后的7段等权平均。0.00%为显示精度下的尾段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【原恢复指标备查】固定345.7 ms，周期扫频409.0 ms，P&amp;O 458.9 ms。旧指标为成功段合格序列起点延迟，未通过段计800 ms后求均值；不是第10个样本的验收确认延迟。旧表保存样本硬越限均为0，不证明采样间隙没有越限。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【真实性】本次读取已有离散时序并积分、绘图，没有运行新控制仿真或LTspice。机械支路有功电能是等效电阻Rm中的电学积分量，不等于实测机械输出、声能或临床剂量。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【模糊推测内容】通过缩短扫描或优化保护恢复可以改善电能捕获率，属于后续待验证设计；本页未把该推测写成已验证改进。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【时序SHA256】a734eca013d415f7a875c2785068745cd80ad811d7284e893bbcd1e974c5f0a0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C:\Users\24739\Documents\Codex\2026-08-10\new-chat\ppt_control_fix_20260906\build\data/stage4_control_timeline.csv  SHA256=a734eca013d415f7a875c2785068745cd80ad811d7284e893bbcd1e974c5f0a0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C:\Users\24739\Documents\Codex\2026-08-10\new-chat\ppt_control_fix_20260906\build\data/stage5_integrated_strategy_table.csv  SHA256=1daf082bbc1d2c8757415a277c4f7954e26d1f0561d6c949b73ac315b880bb58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C:\Users\24739\Documents\Codex\2026-08-10\new-chat\ppt_control_fix_20260906\build\data/stage5_per_segment_metrics.csv  SHA256=8ff0000b1a5df21e1ca1d7edd5eb382fc9e61bd3c39c67238f1e19be7436f2e4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【本页结论】已完成电路到FEM的数据字段和相量约定，声学结果仍明确为空。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【教授可能追问】既然没有COMSOL，这一页的价值是什么？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【本页结论】文献用于证明研究问题合理，不用于伪造未测的器件参数。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【看图顺序】按“文献支持—工程抽象—尚不能证明”三层讲。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【教授可能追问】扰动幅度的医学依据是什么？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C:/Users/24739/Documents/Codex/2026-08-10/new-chat/前视超声治疗.pdf</a:t>
            </a:r>
          </a:p>
          <a:p xmlns:a="http://schemas.openxmlformats.org/drawingml/2006/main">
            <a:r>
              <a:t>- C:/Users/24739/Documents/Codex/2026-08-10/new-chat/High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【本页结论】本月完成可复现电学闭环；下一阶段用实测和多物理场验证外部有效性。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总结本月：已经完成v2.1匹配网络、Python与LTspice交叉验证，C0、Rm、fs、Rs、匹配参数、ESR、Lm和Cm扫描，低中高组合验证，三种选频准则、保护状态机、扫描辅助P&amp;O以及相位闭环消融，并建立电声接口。尚未证明的是假设参数代表实物、P_Rm等于声功率、准稳态时间等于硬件响应、反射代理等于实测反射功率，以及任何临床或治疗结论。下一阶段优先测阻抗并拟合BVD，再做电压电流功率标定、独立反射约束和结构声场网格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【看图顺序】左列完成项，中列未证明，右列下一步；最后重复结论边界。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【口径与限制】“闭环”指模型—数据—控制—审计闭环，不是临床闭环。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【教授可能追问】如果下个月只能做一件事，优先级是什么？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【建议回答】优先获得真实复阻抗曲线并拟合BVD，因为它决定匹配网络、扰动范围和控制器评价是否具有外部意义。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【本页结论】参数来源被强制分为文献参考、假设基线和扫描变量。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【看图顺序】按来源类别列解释，不逐项念完整表格。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【教授可能追问】哪些参数最需要实测？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【本页结论】单因素用于归因，组合扰动用于压力测试；统一时间序列保证策略公平比较。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左侧是各单因素最高档，右侧是所有策略共同经历的绝对时间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【教授可能追问】为什么组合扰动不能替代单因素？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【本页结论】三档组合场景均有真实LTspice批处理证据，最大Zin误差远低于5%。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里能够排除主要代码实现错误，但仍不能验证假设电路参数的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【看图顺序】读三行误差和PASS，再指向运行证据行。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【教授可能追问】有没有只展示图片、没有原始仿真的风险？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【本页结论】特征点名称必须连同测点、目标函数和参考阻抗一起报告。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最大功率频率定义为受电压电流约束下P_Rm最大的频点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【看图顺序】逐行讲三个argmin/argmax定义，最后总结命名规范。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【教授可能追问】项目最终以哪个频率作为控制目标？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Zin，也就是arg(V_input/I_source)，不是换能器端口Vport/Iport。第二，目标不是零度，而是基准受约束最大功率点处的负1.0782度。更新量还乘局部dphi/df的符号，因为相位曲线在不同频段斜率可能不同。增益5 Hz每度较平稳；50和100 Hz每度各出现1个错误锁定段，即相位误差已小但P_Rm仍低于0.95P星。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【教授可能追问】为什么需要sign(dphi/df)？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【本页结论】按计划书口径补齐相位闭环，但当前K5结果弱于周期扫频。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【逐字讲稿】若按计划书原始三策略口径比较固定、周期扫频和相位闭环，固定策略稳态误差30.14%，周期扫频为0，相位K5为39.91%；三者峰值电流均为5.124 mA，实际硬越限为零。相位K5的惩罚恢复时间374.3 ms，但稳态误差较大，因此不能因为时间数字较短就认为更优。正式策略排名仍采用固定、周期扫频和扫描辅助P&amp;O；相位闭环是补充消融。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【看图顺序】先看误差列，再看恢复时间，最后强调正式排名与消融的区别。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【口径与限制】相位K5没有经过面向每个扰动的重新目标整定。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【教授可能追问】为何不把相位闭环作为第三种正式策略？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【建议回答】当前结果证明固定相位目标在峰位漂移场景可能错误锁定。直接以功率为目标的P&amp;O与项目目标更一致，所以相位闭环只作为机制对照。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【模糊推测】若使用在线相位目标重标定或联合功率判据，相位控制表现可能改善；当前尚未验证。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【本页结论】可复现证据以网表、RAW、Log和哈希为主，GUI截图是辅助审计材料。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【逐字讲稿】真实运行痕迹分四层：cir或net记录电路与扫描命令；raw保存仿真数值；log或Error Log证明求解器完成；SHA-256证明交付文件未被替换。LTspice GUI截图用于汇报时直观展示软件版本、打开的网表、波形窗口和Error Log，但不能替代RAW和脚本。当前批处理证据已经保存；若需要带软件界面的截图，需要在本机LTspice中打开对应cir和raw后人工截取。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【看图顺序】按证据等级从原始文件到GUI截图讲。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【口径与限制】Python重绘的PNG不能声称是LTspice GUI截图。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【教授可能追问】如何证明不是虚构曲线？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【建议回答】提交可运行网表、原始RAW、Log、解析脚本、逐点误差表和文件哈希，并现场任选场景复跑。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【本页结论】所有策略使用同一安全功率参考、稳态窗口和恢复判据。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P星定义为每个扰动场景高分辨率离线扫频得到的安全最大P_Rm。稳态误差取该段最后25%且状态为NORMAL的样本平均；恢复要求P_Rm达到0.98P星并连续保持10个NORMAL样本。过冲按相对P星的正偏差计算；频率饱和统计控制频率是否触及0.8或1.0 MHz；错误相位锁定定义为相位误差已达标但功率低于0.95P星。这些口径写入代码和表格，避免策略间更换评价标准。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【看图顺序】先定义P星，再讲稳态误差和恢复，最后讲饱和与错误锁定。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【口径与限制】98%、10样本和尾段25%都是【假设验收阈值】，不是行业标准。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【教授可能追问】未收敛段如何计入平均恢复时间？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【建议回答】采用预先定义的惩罚恢复时间，并同时单列未收敛段数量，避免丢弃失败段后人为美化平均值。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C:/Users/24739/Documents/Codex/2026-08-10/new-chat/CTO_virtual_drive_platform_v2_1/results/tables/stage4_5/stage4_5_audit.json</a:t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【本页结论】平台采用配置—脚本—数据—图片—审计的单向复现链。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所有任务从统一config.yaml读取假设参数和扫描设置，通过run_all.py调用各阶段脚本，输出独立CSV、JSON、PNG和LTspice证据。README说明运行方法，哈希清单登记关键文件。网页只是读取这些结果进行交互展示，不改变正式基准数据；改变侧栏变量时产生的是临时交互场景，不能冒充已登记的正式扫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【看图顺序】按流程框从配置到审计讲，最后解释网页与正式结果的关系。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【口径与限制】若修改配置或代码，必须重新运行并更新审计与哈希，不能只替换图片。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【教授可能追问】网页滑块是否会自动改变正式图？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【建议回答】交互页面的即时曲线会随当前变量变化；正式单因素图和汇总表来自已登记场景，只有重新运行流程才更新。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C:/Users/24739/Documents/Codex/2026-08-10/new-chat/CTO_virtual_drive_platform_v2_1/run_all.py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【本页结论】ANSYS/COMSOL部分尚未完成，不能用示意图代替真实求解结果。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【教授可能追问】为什么没有声压图？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aae31002b40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fbdab0b91b49a4" /><Relationship Type="http://schemas.openxmlformats.org/officeDocument/2006/relationships/slideLayout" Target="/ppt/slideLayouts/slideLayout1.xml" Id="R20a0fc8e7b044a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a0fc8e7b044a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3e95abbdd4721" /><Relationship Type="http://schemas.openxmlformats.org/officeDocument/2006/relationships/notesSlide" Target="/ppt/notesSlides/notesSlide1.xml" Id="R66028692570346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a2e3a64324256" /><Relationship Type="http://schemas.openxmlformats.org/officeDocument/2006/relationships/notesSlide" Target="/ppt/notesSlides/notesSlide2.xml" Id="Rfdfc734075a748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f348a596b494c" /><Relationship Type="http://schemas.openxmlformats.org/officeDocument/2006/relationships/notesSlide" Target="/ppt/notesSlides/notesSlide3.xml" Id="Ra588201fccbf4e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52bf8accb4c35" /><Relationship Type="http://schemas.openxmlformats.org/officeDocument/2006/relationships/image" Target="/ppt/media/image.png" Id="R56c8644d9d56413a" /><Relationship Type="http://schemas.openxmlformats.org/officeDocument/2006/relationships/notesSlide" Target="/ppt/notesSlides/notesSlide4.xml" Id="R05b78ab9df0e4d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9fdf9da1e45c2" /><Relationship Type="http://schemas.openxmlformats.org/officeDocument/2006/relationships/image" Target="/ppt/media/image2.png" Id="R89fc86ca82314580" /><Relationship Type="http://schemas.openxmlformats.org/officeDocument/2006/relationships/notesSlide" Target="/ppt/notesSlides/notesSlide5.xml" Id="R038112ff19a04e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68c80560849fe" /><Relationship Type="http://schemas.openxmlformats.org/officeDocument/2006/relationships/chart" Target="/ppt/slides/charts/chart1.xml" Id="Rdcab89454502452a" /><Relationship Type="http://schemas.openxmlformats.org/officeDocument/2006/relationships/chart" Target="/ppt/slides/charts/chart2.xml" Id="Rca53a37a1fcd4409" /><Relationship Type="http://schemas.openxmlformats.org/officeDocument/2006/relationships/notesSlide" Target="/ppt/notesSlides/notesSlide6.xml" Id="R184edb24d7234b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001f8075a4218" /><Relationship Type="http://schemas.openxmlformats.org/officeDocument/2006/relationships/notesSlide" Target="/ppt/notesSlides/notesSlide7.xml" Id="R5eb8f749200a4b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7f5a67ef44324" /><Relationship Type="http://schemas.openxmlformats.org/officeDocument/2006/relationships/image" Target="/ppt/media/image3.png" Id="Rf5b119d49e86455c" /><Relationship Type="http://schemas.openxmlformats.org/officeDocument/2006/relationships/notesSlide" Target="/ppt/notesSlides/notesSlide8.xml" Id="R26521cce3f6d41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6f89fb326484f" /><Relationship Type="http://schemas.openxmlformats.org/officeDocument/2006/relationships/image" Target="/ppt/media/image4.png" Id="Rae407003491249d1" /><Relationship Type="http://schemas.openxmlformats.org/officeDocument/2006/relationships/notesSlide" Target="/ppt/notesSlides/notesSlide9.xml" Id="Ra7830d07815d40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90b38beb0461a" /><Relationship Type="http://schemas.openxmlformats.org/officeDocument/2006/relationships/image" Target="/ppt/media/image5.png" Id="R0b7407b4105a4963" /><Relationship Type="http://schemas.openxmlformats.org/officeDocument/2006/relationships/image" Target="/ppt/media/image6.png" Id="Rf155c1db5852403a" /><Relationship Type="http://schemas.openxmlformats.org/officeDocument/2006/relationships/notesSlide" Target="/ppt/notesSlides/notesSlide10.xml" Id="R5dc63ba773d545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926dd117b4bd6" /><Relationship Type="http://schemas.openxmlformats.org/officeDocument/2006/relationships/image" Target="/ppt/media/image7.png" Id="Rd46a93c02f614f97" /><Relationship Type="http://schemas.openxmlformats.org/officeDocument/2006/relationships/notesSlide" Target="/ppt/notesSlides/notesSlide11.xml" Id="R9b8a43ee0ec64d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622b70579493b" /><Relationship Type="http://schemas.openxmlformats.org/officeDocument/2006/relationships/image" Target="/ppt/media/image8.png" Id="R347f4f9519874059" /><Relationship Type="http://schemas.openxmlformats.org/officeDocument/2006/relationships/notesSlide" Target="/ppt/notesSlides/notesSlide12.xml" Id="R144583319c4443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0299e993c42d4" /><Relationship Type="http://schemas.openxmlformats.org/officeDocument/2006/relationships/notesSlide" Target="/ppt/notesSlides/notesSlide13.xml" Id="R4331ce2ac3d44d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44a86f7bf496b" /><Relationship Type="http://schemas.openxmlformats.org/officeDocument/2006/relationships/image" Target="/ppt/media/image9.png" Id="Rb357b0dfa2ce400f" /><Relationship Type="http://schemas.openxmlformats.org/officeDocument/2006/relationships/notesSlide" Target="/ppt/notesSlides/notesSlide14.xml" Id="R795cba4569e642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22c5a6162462d" /><Relationship Type="http://schemas.openxmlformats.org/officeDocument/2006/relationships/chart" Target="/ppt/slides/charts/chart3.xml" Id="Rcf6b919cffeb4527" /><Relationship Type="http://schemas.openxmlformats.org/officeDocument/2006/relationships/image" Target="/ppt/media/image10.png" Id="R2cb86d81a7284054" /><Relationship Type="http://schemas.openxmlformats.org/officeDocument/2006/relationships/notesSlide" Target="/ppt/notesSlides/notesSlide15.xml" Id="R5c5ded4ffadc4f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14cc2c6064d45" /><Relationship Type="http://schemas.openxmlformats.org/officeDocument/2006/relationships/notesSlide" Target="/ppt/notesSlides/notesSlide16.xml" Id="R182bb65ab0ec46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58cb8b46d4c20" /><Relationship Type="http://schemas.openxmlformats.org/officeDocument/2006/relationships/notesSlide" Target="/ppt/notesSlides/notesSlide17.xml" Id="R93e004de79a84c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d63e25f274014" /><Relationship Type="http://schemas.openxmlformats.org/officeDocument/2006/relationships/notesSlide" Target="/ppt/notesSlides/notesSlide18.xml" Id="Rc858acac4a9344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e267791244fa1" /><Relationship Type="http://schemas.openxmlformats.org/officeDocument/2006/relationships/notesSlide" Target="/ppt/notesSlides/notesSlide19.xml" Id="Ra90e101bda9240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9a26568b14db1" /><Relationship Type="http://schemas.openxmlformats.org/officeDocument/2006/relationships/notesSlide" Target="/ppt/notesSlides/notesSlide20.xml" Id="R0b6ecdc1ac6d47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2ed3572d34b91" /><Relationship Type="http://schemas.openxmlformats.org/officeDocument/2006/relationships/notesSlide" Target="/ppt/notesSlides/notesSlide21.xml" Id="R3cdc47cede6846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aab4acb8e4029" /><Relationship Type="http://schemas.openxmlformats.org/officeDocument/2006/relationships/notesSlide" Target="/ppt/notesSlides/notesSlide22.xml" Id="R6c43502c7d7e40d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20b9be1364fc3" /><Relationship Type="http://schemas.openxmlformats.org/officeDocument/2006/relationships/image" Target="/ppt/media/image11.png" Id="Rd4721ae29bda4ab2" /><Relationship Type="http://schemas.openxmlformats.org/officeDocument/2006/relationships/notesSlide" Target="/ppt/notesSlides/notesSlide23.xml" Id="R89411f8521374b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0aaad7e9d416f" /><Relationship Type="http://schemas.openxmlformats.org/officeDocument/2006/relationships/chart" Target="/ppt/slides/charts/chart4.xml" Id="Rd898668dc8b8469e" /><Relationship Type="http://schemas.openxmlformats.org/officeDocument/2006/relationships/notesSlide" Target="/ppt/notesSlides/notesSlide24.xml" Id="R3e59aab2adf54cd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b3c79cd004b95" /><Relationship Type="http://schemas.openxmlformats.org/officeDocument/2006/relationships/image" Target="/ppt/media/image12.png" Id="R10f35a1772b54e27" /><Relationship Type="http://schemas.openxmlformats.org/officeDocument/2006/relationships/image" Target="/ppt/media/image13.png" Id="R2dfabac8471e4a1c" /><Relationship Type="http://schemas.openxmlformats.org/officeDocument/2006/relationships/notesSlide" Target="/ppt/notesSlides/notesSlide25.xml" Id="R8fa48f0c1aef42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1744736374adf" /><Relationship Type="http://schemas.openxmlformats.org/officeDocument/2006/relationships/notesSlide" Target="/ppt/notesSlides/notesSlide26.xml" Id="R9430e9a1ac14460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a41e21bc847d0" /><Relationship Type="http://schemas.openxmlformats.org/officeDocument/2006/relationships/notesSlide" Target="/ppt/notesSlides/notesSlide27.xml" Id="Rdd5ae003633e4c7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9fe275428417c" /><Relationship Type="http://schemas.openxmlformats.org/officeDocument/2006/relationships/notesSlide" Target="/ppt/notesSlides/notesSlide28.xml" Id="Rec99a4928d0345f8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恢复指标（含未通过惩罚，ms）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324D"/>
              </a:solidFill>
              <a:latin typeface="Calibri"/>
              <a:ea typeface="Calibri"/>
              <a:cs typeface="Calibri"/>
            </a:defRPr>
          </a:pPr>
        </a:p>
      </c:txPr>
    </c:title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扫描辅助P&amp;O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458.9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8644d9d56413a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同一源条件下，L型匹配使0.9 MHz的有功功率达到约32.8倍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c86ca82314580"/>
          <a:stretch xmlns:a="http://schemas.openxmlformats.org/drawingml/2006/main"/>
        </p:blipFill>
        <p:spPr>
          <a:xfrm xmlns:a="http://schemas.openxmlformats.org/drawingml/2006/main">
            <a:off x="685800" y="1476375"/>
            <a:ext cx="7029450" cy="4709732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ab89454502452a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53a37a1fcd4409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119d49e86455c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07003491249d1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407b4105a4963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5c1db5852403a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a93c02f614f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fs−5%扰动下的电压、电流与保护调幅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2114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3067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019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972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43525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限幅稳定后低幅重扫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选频后再渐升幅度</a:t>
            </a:r>
          </a:p>
        </p:txBody>
      </p:sp>
      <p:pic>
        <p:nvPicPr>
          <p:cNvPr id="43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f4f9519874059"/>
          <a:stretch xmlns:a="http://schemas.openxmlformats.org/drawingml/2006/main"/>
        </p:blipFill>
        <p:spPr>
          <a:xfrm xmlns:a="http://schemas.openxmlformats.org/drawingml/2006/main">
            <a:off x="2524125" y="1190707"/>
            <a:ext cx="8982075" cy="4822344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保护过程示意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时序修正已使部分版本通过谐振漂移段的连续稳态验收，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但全过程能量损失及采样间隙越限尚未解决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    第三轮时序 cdde9dab61    第12/15页仍为旧批次对照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9062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后续实验：固定无PI候选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62100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5750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05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14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7b0dfa2ce400f"/>
          <a:stretch xmlns:a="http://schemas.openxmlformats.org/drawingml/2006/main"/>
        </p:blipFill>
        <p:spPr>
          <a:xfrm xmlns:a="http://schemas.openxmlformats.org/drawingml/2006/main">
            <a:off x="685800" y="1257311"/>
            <a:ext cx="7715250" cy="4992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尾段误差为零，仍存在全过程电能损失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    旧批次时序 a734eca013    与第14页后续候选分开评价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25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累积电能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(J)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相对最优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电能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＋共同保护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75.8%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0.474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6b919cffeb4527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0%仅描述筛选后的尾段样本，不代表全程无损失或连续验收通过。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当前短扰动段下，扫描、试探和保护恢复的时间成本不可忽略。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本结果不能证明周期扫频总体最优，也不能外推固定频率普遍更好。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同一旧批次，0.8–6.4 s，共7个0.8 s扰动段，三种策略均接入共同保护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86d81a7284054"/>
          <a:stretch xmlns:a="http://schemas.openxmlformats.org/drawingml/2006/main"/>
        </p:blipFill>
        <p:spPr>
          <a:xfrm xmlns:a="http://schemas.openxmlformats.org/drawingml/2006/main">
            <a:off x="7286649" y="1647825"/>
            <a:ext cx="4219527" cy="3214878"/>
          </a:xfrm>
          <a:prstGeom xmlns:a="http://schemas.openxmlformats.org/drawingml/2006/main" prst="rect">
            <a:avLst/>
          </a:prstGeom>
        </p:spPr>
      </p:pic>
      <p:sp>
        <p:nvSpPr>
          <p:cNvPr id="17" name="energy-title">
            <a:extLst xmlns:a="http://schemas.openxmlformats.org/drawingml/2006/main">
              <a:ext uri="{FF2B5EF4-FFF2-40B4-BE49-F238E27FC236}">
                <a16:creationId xmlns:a16="http://schemas.microsoft.com/office/drawing/2014/main" id="{8E16FA23-4876-47BB-8B9C-0D1E0FE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5430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全过程电能捕获率</a:t>
            </a:r>
          </a:p>
        </p:txBody>
      </p:sp>
      <p:sp>
        <p:nvSpPr>
          <p:cNvPr id="18" name="energy-definition">
            <a:extLst xmlns:a="http://schemas.openxmlformats.org/drawingml/2006/main">
              <a:ext uri="{FF2B5EF4-FFF2-40B4-BE49-F238E27FC236}">
                <a16:creationId xmlns:a16="http://schemas.microsoft.com/office/drawing/2014/main" id="{C2AA05DE-82F4-48EE-962E-00644B1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采样保持积分：E_Rm = Σ P_Rm,k · Δt_k    共同安全最优电能 = 0.77568 J</a:t>
            </a:r>
          </a:p>
        </p:txBody>
      </p:sp>
      <p:sp>
        <p:nvSpPr>
          <p:cNvPr id="19" name="energy-method">
            <a:extLst xmlns:a="http://schemas.openxmlformats.org/drawingml/2006/main">
              <a:ext uri="{FF2B5EF4-FFF2-40B4-BE49-F238E27FC236}">
                <a16:creationId xmlns:a16="http://schemas.microsoft.com/office/drawing/2014/main" id="{5B1AC439-060D-49DE-B7C5-B5E62FA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已有离散数据复算，包含扫描、试探和保护记录，非新仿真、非声学效率。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21ae29bda4ab2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φin = arg(Zin) = arg(Vinput / Isource)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98668dc8b8469e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35a1772b54e27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abac8471e4a1c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2026-09-09T13:50:03.1940000Z</dcterms:created>
  <dcterms:modified xsi:type="dcterms:W3CDTF">2026-09-09T13:50:03.1940000Z</dcterms:modified>
</coreProperties>
</file>