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c6e1744b15df4fa4"/><Relationship Type="http://schemas.openxmlformats.org/officeDocument/2006/relationships/extended-properties" Target="/docProps/app.xml" Id="Rd604111a637e4fc9"/><Relationship Type="http://schemas.openxmlformats.org/officeDocument/2006/relationships/officeDocument" Target="/ppt/presentation.xml" Id="R2111942bdace49d7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70" r:id="Ra63c0475eb5f4a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a97bbaf308e04b7a"/><Relationship Type="http://schemas.openxmlformats.org/officeDocument/2006/relationships/slideMaster" Target="/ppt/slideMasters/slideMaster1.xml" Id="R5ab0b0ccb71e429c"/><Relationship Type="http://schemas.openxmlformats.org/officeDocument/2006/relationships/notesMaster" Target="/ppt/notesMasters/notesMaster1.xml" Id="R6e378c9156eb41e3"/><Relationship Type="http://schemas.openxmlformats.org/officeDocument/2006/relationships/presProps" Target="/ppt/presProps.xml" Id="R427522ee34804183"/><Relationship Type="http://schemas.openxmlformats.org/officeDocument/2006/relationships/viewProps" Target="/ppt/viewProps.xml" Id="R94e0edf79d8d4942"/><Relationship Type="http://schemas.openxmlformats.org/officeDocument/2006/relationships/tableStyles" Target="/ppt/tableStyles.xml" Id="R5fe010b6b5d34191"/><Relationship Type="http://schemas.openxmlformats.org/officeDocument/2006/relationships/slide" Target="/ppt/slides/slide15.xml" Id="Ra63c0475eb5f4aee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5b17a164c4df6" /><Relationship Type="http://schemas.openxmlformats.org/officeDocument/2006/relationships/notesMaster" Target="/ppt/notesMasters/notesMaster1.xml" Id="Re722471985ca4832" /></Relationship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【版本关系】本页对原控制批次做评价口径修正，与第12页使用同一旧批次。第14页是第三轮后续无PI候选，本页三策略总表不是该候选的综合结果。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提到周期扫频和扫描辅助P&amp;O的尾段误差是零，这个零有严格的样本范围。原指标优先选择每个扰动段后四分之一中的NORMAL、频率未冻结控制样本，缺少时采用程序规定的回退样本，再对7段求均值。因此，它没有完整计入前面的扫描、试探和保护恢复损失，也不表示连续稳态验收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续】为评价时间成本，我对相同0.8到6.4秒区间做了记录功率的采样保持积分，保留所有动作，以实际记录持续时间加权。固定频率加共同保护累积机械支路有功电能0.588焦耳，周期扫频0.474焦耳，扫描辅助P&amp;O 0.525焦耳。统一除以该扰动日程的安全最优电能约0.77568焦耳，对应75.8%、61.1%和67.7%。这表明在当前短扰动段和扫描设置下，重新寻峰与保护恢复的时间代价不可忽略。尾段达到最优，不保证累计电能最优。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结论边界】本批次固定频率的记录积分电能较高，但仍有较大的尾段误差和3个未通过段。周期扫频有2个未通过段，扫描辅助P&amp;O有3个。不能仅按一个指标宣布总体优劣，更不能把排序外推到其他模型、扰动持续时间或真实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积分方法】每条记录按[t_k,t_k+duration_k)保持p_rm_W，与[0.8,6.4)相交后的持续时间相乘再求和。三策略均覆盖5.6秒，记录区间无重叠和缺口。包含CONTROL、SCAN及P&amp;O参考与试探、保护降幅和停机记录。此处没有重新计算采样间隙内负载改变后的物理响应，不是第14页的保持指令跨扰动重放，不能用于证明硬限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【统一分母】按同一绝对扰动日程，7段各0.8秒：E_safe,opt = Σ_j P_safe,max,j ×0.8 = 0.775677342963 J。不能分别按各策略采样时刻的场景标签累加分母，否则会得到略有不同的比较基准。该比值既不是源到负载电学效率，也不是声学效率。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尾段误差回退规则】优先使用该段末25%内的NORMAL且频率未冻结CONTROL样本；若为空，取该段最后5个符合上述状态的CONTROL样本；仍为空，取最后5个CONTROL样本。每段计算100×(1−平均功率捕获率)，再对初始基准之后的7段等权平均。0.00%为显示精度下的尾段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【原恢复指标备查】固定345.7 ms，周期扫频409.0 ms，P&amp;O 458.9 ms。旧指标为成功段合格序列起点延迟，未通过段计800 ms后求均值；不是第10个样本的验收确认延迟。旧表保存样本硬越限均为0，不证明采样间隙没有越限。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【真实性】本次读取已有离散时序并积分、绘图，没有运行新控制仿真或LTspice。机械支路有功电能是等效电阻Rm中的电学积分量，不等于实测机械输出、声能或临床剂量。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【模糊推测内容】通过缩短扫描或优化保护恢复可以改善电能捕获率，属于后续待验证设计；本页未把该推测写成已验证改进。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【时序SHA256】a734eca013d415f7a875c2785068745cd80ad811d7284e893bbcd1e974c5f0a0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C:\Users\24739\Documents\Codex\2026-08-10\new-chat\ppt_control_fix_20260906\build\data/stage4_control_timeline.csv  SHA256=a734eca013d415f7a875c2785068745cd80ad811d7284e893bbcd1e974c5f0a0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C:\Users\24739\Documents\Codex\2026-08-10\new-chat\ppt_control_fix_20260906\build\data/stage5_integrated_strategy_table.csv  SHA256=1daf082bbc1d2c8757415a277c4f7954e26d1f0561d6c949b73ac315b880bb58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C:\Users\24739\Documents\Codex\2026-08-10\new-chat\ppt_control_fix_20260906\build\data/stage5_per_segment_metrics.csv  SHA256=8ff0000b1a5df21e1ca1d7edd5eb382fc9e61bd3c39c67238f1e19be7436f2e4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c5b3de9161e4498"/><Relationship Type="http://schemas.openxmlformats.org/officeDocument/2006/relationships/notesSlide" Target="/ppt/notesSlides/notesSlide15.xml" Id="R68e6971b4ea54555"/><Relationship Id="rIdEnergy20260909" Type="http://schemas.openxmlformats.org/officeDocument/2006/relationships/image" Target="/ppt/media/energy_comparison_20260909.png"/></Relationships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尾段误差为零，仍存在全过程电能损失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旧批次时序 a734eca013    与第14页后续候选分开评价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25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0%仅描述筛选后的尾段样本，不代表全程无损失或连续验收通过。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当前短扰动段下，扫描、试探和保护恢复的时间成本不可忽略。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本结果不能证明周期扫频总体最优，也不能外推固定频率普遍更好。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Energy20260909"/>
          <a:stretch xmlns:a="http://schemas.openxmlformats.org/drawingml/2006/main"/>
        </p:blipFill>
        <p:spPr>
          <a:xfrm xmlns:a="http://schemas.openxmlformats.org/drawingml/2006/main">
            <a:off x="7286649" y="1647825"/>
            <a:ext cx="4219527" cy="3214878"/>
          </a:xfrm>
          <a:prstGeom xmlns:a="http://schemas.openxmlformats.org/drawingml/2006/main"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采样保持积分：E_Rm = Σ P_Rm,k · Δt_k    共同安全最优电能 = 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已有离散数据复算，包含扫描、试探和保护记录，非新仿真、非声学效率。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