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4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8134daa64b4ee8" /><Relationship Type="http://schemas.openxmlformats.org/officeDocument/2006/relationships/extended-properties" Target="/docProps/app.xml" Id="Rdbbfac9b4a8c4688" /><Relationship Type="http://schemas.openxmlformats.org/officeDocument/2006/relationships/officeDocument" Target="/ppt/presentation.xml" Id="Rff9e7b1c944f47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1e4296f3294dd5"/>
  </p:sldMasterIdLst>
  <p:notesMasterIdLst>
    <p:notesMasterId xmlns:r="http://schemas.openxmlformats.org/officeDocument/2006/relationships" r:id="R838a2120237649e4"/>
  </p:notesMasterIdLst>
  <p:sldIdLst>
    <p:sldId xmlns:r="http://schemas.openxmlformats.org/officeDocument/2006/relationships" id="256" r:id="R034b61e53de644e7"/>
    <p:sldId xmlns:r="http://schemas.openxmlformats.org/officeDocument/2006/relationships" id="257" r:id="Rcb22676518474cb8"/>
    <p:sldId xmlns:r="http://schemas.openxmlformats.org/officeDocument/2006/relationships" id="258" r:id="R3a74a1d35e574512"/>
    <p:sldId xmlns:r="http://schemas.openxmlformats.org/officeDocument/2006/relationships" id="259" r:id="R1b7a93c578094255"/>
    <p:sldId xmlns:r="http://schemas.openxmlformats.org/officeDocument/2006/relationships" id="260" r:id="R473a4f844b234f9b"/>
    <p:sldId xmlns:r="http://schemas.openxmlformats.org/officeDocument/2006/relationships" id="261" r:id="Ra3676b1623fa4d99"/>
    <p:sldId xmlns:r="http://schemas.openxmlformats.org/officeDocument/2006/relationships" id="262" r:id="R1322ee75b2074cc2"/>
    <p:sldId xmlns:r="http://schemas.openxmlformats.org/officeDocument/2006/relationships" id="263" r:id="R9f847ed138644d43"/>
    <p:sldId xmlns:r="http://schemas.openxmlformats.org/officeDocument/2006/relationships" id="264" r:id="Rc6057c8b7a364c4b"/>
    <p:sldId xmlns:r="http://schemas.openxmlformats.org/officeDocument/2006/relationships" id="265" r:id="R8b1d5d76a993435a"/>
    <p:sldId xmlns:r="http://schemas.openxmlformats.org/officeDocument/2006/relationships" id="266" r:id="Rccb3bc3f0ae34140"/>
    <p:sldId xmlns:r="http://schemas.openxmlformats.org/officeDocument/2006/relationships" id="267" r:id="R14c0ac681d004c4a"/>
    <p:sldId xmlns:r="http://schemas.openxmlformats.org/officeDocument/2006/relationships" id="268" r:id="Rd66e11359ec3496a"/>
    <p:sldId xmlns:r="http://schemas.openxmlformats.org/officeDocument/2006/relationships" id="269" r:id="Re801066061a747a4"/>
    <p:sldId xmlns:r="http://schemas.openxmlformats.org/officeDocument/2006/relationships" id="270" r:id="Rd8335bcc9f374c3d"/>
    <p:sldId xmlns:r="http://schemas.openxmlformats.org/officeDocument/2006/relationships" id="271" r:id="R64cf0c1189ff48ee"/>
    <p:sldId xmlns:r="http://schemas.openxmlformats.org/officeDocument/2006/relationships" id="272" r:id="R4634e35887dd4e78"/>
    <p:sldId xmlns:r="http://schemas.openxmlformats.org/officeDocument/2006/relationships" id="273" r:id="R8ac5baab6d0a4e4a"/>
    <p:sldId xmlns:r="http://schemas.openxmlformats.org/officeDocument/2006/relationships" id="274" r:id="Rd258a49484da447a"/>
    <p:sldId xmlns:r="http://schemas.openxmlformats.org/officeDocument/2006/relationships" id="275" r:id="R06211eda6c7146ea"/>
    <p:sldId xmlns:r="http://schemas.openxmlformats.org/officeDocument/2006/relationships" id="276" r:id="Rced731aa77134383"/>
    <p:sldId xmlns:r="http://schemas.openxmlformats.org/officeDocument/2006/relationships" id="277" r:id="Rccb669a9332846ed"/>
    <p:sldId xmlns:r="http://schemas.openxmlformats.org/officeDocument/2006/relationships" id="278" r:id="R32fbf31a67024018"/>
    <p:sldId xmlns:r="http://schemas.openxmlformats.org/officeDocument/2006/relationships" id="279" r:id="Rc85abe5a3a2a496b"/>
    <p:sldId xmlns:r="http://schemas.openxmlformats.org/officeDocument/2006/relationships" id="280" r:id="R69504b9438e44da6"/>
    <p:sldId xmlns:r="http://schemas.openxmlformats.org/officeDocument/2006/relationships" id="281" r:id="R670307dc304741da"/>
    <p:sldId xmlns:r="http://schemas.openxmlformats.org/officeDocument/2006/relationships" id="282" r:id="Rfb0725726429492b"/>
    <p:sldId xmlns:r="http://schemas.openxmlformats.org/officeDocument/2006/relationships" id="283" r:id="Rb04951c0e02b43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e1cf75854f485b" /><Relationship Type="http://schemas.openxmlformats.org/officeDocument/2006/relationships/slideMaster" Target="/ppt/slideMasters/slideMaster1.xml" Id="R081e4296f3294dd5" /><Relationship Type="http://schemas.openxmlformats.org/officeDocument/2006/relationships/notesMaster" Target="/ppt/notesMasters/notesMaster1.xml" Id="R838a2120237649e4" /><Relationship Type="http://schemas.openxmlformats.org/officeDocument/2006/relationships/presProps" Target="/ppt/presProps.xml" Id="R1e7510c7e5344c9e" /><Relationship Type="http://schemas.openxmlformats.org/officeDocument/2006/relationships/viewProps" Target="/ppt/viewProps.xml" Id="Rb199c31eb4a04f42" /><Relationship Type="http://schemas.openxmlformats.org/officeDocument/2006/relationships/tableStyles" Target="/ppt/tableStyles.xml" Id="Raf2c934022a74b72" /><Relationship Type="http://schemas.openxmlformats.org/officeDocument/2006/relationships/slide" Target="/ppt/slides/slide1.xml" Id="R034b61e53de644e7" /><Relationship Type="http://schemas.openxmlformats.org/officeDocument/2006/relationships/slide" Target="/ppt/slides/slide2.xml" Id="Rcb22676518474cb8" /><Relationship Type="http://schemas.openxmlformats.org/officeDocument/2006/relationships/slide" Target="/ppt/slides/slide3.xml" Id="R3a74a1d35e574512" /><Relationship Type="http://schemas.openxmlformats.org/officeDocument/2006/relationships/slide" Target="/ppt/slides/slide4.xml" Id="R1b7a93c578094255" /><Relationship Type="http://schemas.openxmlformats.org/officeDocument/2006/relationships/slide" Target="/ppt/slides/slide5.xml" Id="R473a4f844b234f9b" /><Relationship Type="http://schemas.openxmlformats.org/officeDocument/2006/relationships/slide" Target="/ppt/slides/slide6.xml" Id="Ra3676b1623fa4d99" /><Relationship Type="http://schemas.openxmlformats.org/officeDocument/2006/relationships/slide" Target="/ppt/slides/slide7.xml" Id="R1322ee75b2074cc2" /><Relationship Type="http://schemas.openxmlformats.org/officeDocument/2006/relationships/slide" Target="/ppt/slides/slide8.xml" Id="R9f847ed138644d43" /><Relationship Type="http://schemas.openxmlformats.org/officeDocument/2006/relationships/slide" Target="/ppt/slides/slide9.xml" Id="Rc6057c8b7a364c4b" /><Relationship Type="http://schemas.openxmlformats.org/officeDocument/2006/relationships/slide" Target="/ppt/slides/slide10.xml" Id="R8b1d5d76a993435a" /><Relationship Type="http://schemas.openxmlformats.org/officeDocument/2006/relationships/slide" Target="/ppt/slides/slide11.xml" Id="Rccb3bc3f0ae34140" /><Relationship Type="http://schemas.openxmlformats.org/officeDocument/2006/relationships/slide" Target="/ppt/slides/slide12.xml" Id="R14c0ac681d004c4a" /><Relationship Type="http://schemas.openxmlformats.org/officeDocument/2006/relationships/slide" Target="/ppt/slides/slide13.xml" Id="Rd66e11359ec3496a" /><Relationship Type="http://schemas.openxmlformats.org/officeDocument/2006/relationships/slide" Target="/ppt/slides/slide14.xml" Id="Re801066061a747a4" /><Relationship Type="http://schemas.openxmlformats.org/officeDocument/2006/relationships/slide" Target="/ppt/slides/slide15.xml" Id="Rd8335bcc9f374c3d" /><Relationship Type="http://schemas.openxmlformats.org/officeDocument/2006/relationships/slide" Target="/ppt/slides/slide16.xml" Id="R64cf0c1189ff48ee" /><Relationship Type="http://schemas.openxmlformats.org/officeDocument/2006/relationships/slide" Target="/ppt/slides/slide17.xml" Id="R4634e35887dd4e78" /><Relationship Type="http://schemas.openxmlformats.org/officeDocument/2006/relationships/slide" Target="/ppt/slides/slide18.xml" Id="R8ac5baab6d0a4e4a" /><Relationship Type="http://schemas.openxmlformats.org/officeDocument/2006/relationships/slide" Target="/ppt/slides/slide19.xml" Id="Rd258a49484da447a" /><Relationship Type="http://schemas.openxmlformats.org/officeDocument/2006/relationships/slide" Target="/ppt/slides/slide20.xml" Id="R06211eda6c7146ea" /><Relationship Type="http://schemas.openxmlformats.org/officeDocument/2006/relationships/slide" Target="/ppt/slides/slide21.xml" Id="Rced731aa77134383" /><Relationship Type="http://schemas.openxmlformats.org/officeDocument/2006/relationships/slide" Target="/ppt/slides/slide22.xml" Id="Rccb669a9332846ed" /><Relationship Type="http://schemas.openxmlformats.org/officeDocument/2006/relationships/slide" Target="/ppt/slides/slide23.xml" Id="R32fbf31a67024018" /><Relationship Type="http://schemas.openxmlformats.org/officeDocument/2006/relationships/slide" Target="/ppt/slides/slide24.xml" Id="Rc85abe5a3a2a496b" /><Relationship Type="http://schemas.openxmlformats.org/officeDocument/2006/relationships/slide" Target="/ppt/slides/slide25.xml" Id="R69504b9438e44da6" /><Relationship Type="http://schemas.openxmlformats.org/officeDocument/2006/relationships/slide" Target="/ppt/slides/slide26.xml" Id="R670307dc304741da" /><Relationship Type="http://schemas.openxmlformats.org/officeDocument/2006/relationships/slide" Target="/ppt/slides/slide27.xml" Id="Rfb0725726429492b" /><Relationship Type="http://schemas.openxmlformats.org/officeDocument/2006/relationships/slide" Target="/ppt/slides/slide28.xml" Id="Rb04951c0e02b43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645442461647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2650cd169c4efa" /><Relationship Type="http://schemas.openxmlformats.org/officeDocument/2006/relationships/notesMaster" Target="/ppt/notesMasters/notesMaster1.xml" Id="Rae9a69684f3244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331f63f474401f" /><Relationship Type="http://schemas.openxmlformats.org/officeDocument/2006/relationships/notesMaster" Target="/ppt/notesMasters/notesMaster1.xml" Id="Re3281dbdf27b4e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b16eefd4364839" /><Relationship Type="http://schemas.openxmlformats.org/officeDocument/2006/relationships/notesMaster" Target="/ppt/notesMasters/notesMaster1.xml" Id="R750cf031de674f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021e2ec31d4c11" /><Relationship Type="http://schemas.openxmlformats.org/officeDocument/2006/relationships/notesMaster" Target="/ppt/notesMasters/notesMaster1.xml" Id="Rb81b2060940149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0a1fdc82c74bff" /><Relationship Type="http://schemas.openxmlformats.org/officeDocument/2006/relationships/notesMaster" Target="/ppt/notesMasters/notesMaster1.xml" Id="R61c6368883b848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30a9cdd9c34b01" /><Relationship Type="http://schemas.openxmlformats.org/officeDocument/2006/relationships/notesMaster" Target="/ppt/notesMasters/notesMaster1.xml" Id="Rbb958c60038040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08b01b26814d7a" /><Relationship Type="http://schemas.openxmlformats.org/officeDocument/2006/relationships/notesMaster" Target="/ppt/notesMasters/notesMaster1.xml" Id="R156ff52de08340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acedf9a52e41c1" /><Relationship Type="http://schemas.openxmlformats.org/officeDocument/2006/relationships/notesMaster" Target="/ppt/notesMasters/notesMaster1.xml" Id="Rfb235c63dc9343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97b673476241fd" /><Relationship Type="http://schemas.openxmlformats.org/officeDocument/2006/relationships/notesMaster" Target="/ppt/notesMasters/notesMaster1.xml" Id="Rcf7effbdd3e743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354c6cd0154aac" /><Relationship Type="http://schemas.openxmlformats.org/officeDocument/2006/relationships/notesMaster" Target="/ppt/notesMasters/notesMaster1.xml" Id="R3f91d3f49c994b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dfb5a1ee3449db" /><Relationship Type="http://schemas.openxmlformats.org/officeDocument/2006/relationships/notesMaster" Target="/ppt/notesMasters/notesMaster1.xml" Id="Rba7e85334bc348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21fcd3fd2140b1" /><Relationship Type="http://schemas.openxmlformats.org/officeDocument/2006/relationships/notesMaster" Target="/ppt/notesMasters/notesMaster1.xml" Id="Rc8ac87b318714e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59c21ef47e437e" /><Relationship Type="http://schemas.openxmlformats.org/officeDocument/2006/relationships/notesMaster" Target="/ppt/notesMasters/notesMaster1.xml" Id="R05b4fc7eb1a746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e69bf2d2eb46d5" /><Relationship Type="http://schemas.openxmlformats.org/officeDocument/2006/relationships/notesMaster" Target="/ppt/notesMasters/notesMaster1.xml" Id="R791a1cd7909144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83638d262a4d38" /><Relationship Type="http://schemas.openxmlformats.org/officeDocument/2006/relationships/notesMaster" Target="/ppt/notesMasters/notesMaster1.xml" Id="R9f02978f69e64a6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3cd3cd4e5f4a75" /><Relationship Type="http://schemas.openxmlformats.org/officeDocument/2006/relationships/notesMaster" Target="/ppt/notesMasters/notesMaster1.xml" Id="Rdbe19acddcca4c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a1699a0dbd4837" /><Relationship Type="http://schemas.openxmlformats.org/officeDocument/2006/relationships/notesMaster" Target="/ppt/notesMasters/notesMaster1.xml" Id="Rd0a6231ca1b0457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e43469b74744a4c" /><Relationship Type="http://schemas.openxmlformats.org/officeDocument/2006/relationships/notesMaster" Target="/ppt/notesMasters/notesMaster1.xml" Id="Rd187a5b71f8643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dcce53683db495f" /><Relationship Type="http://schemas.openxmlformats.org/officeDocument/2006/relationships/notesMaster" Target="/ppt/notesMasters/notesMaster1.xml" Id="R6599e110904840c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9a738dbfb894cf8" /><Relationship Type="http://schemas.openxmlformats.org/officeDocument/2006/relationships/notesMaster" Target="/ppt/notesMasters/notesMaster1.xml" Id="R81f57d13aa684ad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84e90f3b4f5431b" /><Relationship Type="http://schemas.openxmlformats.org/officeDocument/2006/relationships/notesMaster" Target="/ppt/notesMasters/notesMaster1.xml" Id="Rc7826a8ef523441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f81e41465154e21" /><Relationship Type="http://schemas.openxmlformats.org/officeDocument/2006/relationships/notesMaster" Target="/ppt/notesMasters/notesMaster1.xml" Id="R46384abed0ab4ee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5812a08adde45b1" /><Relationship Type="http://schemas.openxmlformats.org/officeDocument/2006/relationships/notesMaster" Target="/ppt/notesMasters/notesMaster1.xml" Id="Rb0ddbf4da66f488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ad3b184d57b4d7b" /><Relationship Type="http://schemas.openxmlformats.org/officeDocument/2006/relationships/notesMaster" Target="/ppt/notesMasters/notesMaster1.xml" Id="R5f60cf10d1b8432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01447c2f5ba4006" /><Relationship Type="http://schemas.openxmlformats.org/officeDocument/2006/relationships/notesMaster" Target="/ppt/notesMasters/notesMaster1.xml" Id="R7ad74e19a3b547b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a3a4b7f41a04d1e" /><Relationship Type="http://schemas.openxmlformats.org/officeDocument/2006/relationships/notesMaster" Target="/ppt/notesMasters/notesMaster1.xml" Id="Rd6109b154f404a4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c8d1a82aa3c429e" /><Relationship Type="http://schemas.openxmlformats.org/officeDocument/2006/relationships/notesMaster" Target="/ppt/notesMasters/notesMaster1.xml" Id="R5fe4e002492c4ac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7a9c0cfc4194c74" /><Relationship Type="http://schemas.openxmlformats.org/officeDocument/2006/relationships/notesMaster" Target="/ppt/notesMasters/notesMaster1.xml" Id="Ra2ee945b1bbb44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开场只做边界定义：本月完成的是端口电学模型、匹配、扰动扫描和控制原型，不是CTO治疗效果验证。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这页回答项目在解决什么：负载或参数变化导致电学最优点移动，固定频率可能失配。随后引出参数必须先自洽。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教授最可能追问参数来源。先主动展示旧参数冲突，再强调v2.1只解决数学自洽，不代表器件真实性。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强调比较使用同一Thevenin源，不在每个网络后重新校准端电压。32.8倍只描述P_Rm代理，不应称为效率。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C:\Users\24739\Documents\Codex\2026-08-10\new-chat\outputs\v2_self_consistent_rebuild\report_evidence_final\03_匹配网络\stage2_匹配前后特征汇总.csv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C:\Users\24739\Documents\Codex\2026-08-10\new-chat\outputs\v2_self_consistent_rebuild\report_evidence_final\03_匹配网络\stage2_LTspice_解析交叉验证.csv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C:\Users\24739\Documents\Codex\2026-08-10\new-chat\outputs\v2_self_consistent_rebuild\report_evidence_final\07_汇报截图\stage2_02_匹配前后功率与反射_RAW.png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讲述顺序：先看右表的0.9 MHz固定频点，再看左上匹配后|Zin|局部曲线，最后看左下相位变化。</a:t>
            </a:r>
          </a:p>
          <a:p xmlns:a="http://schemas.openxmlformats.org/drawingml/2006/main">
            <a:r>
              <a:t>比较条件：同一个1 Vrms RMS戴维南源和50 Ω源阻抗；换能器BVD参数相同。</a:t>
            </a:r>
          </a:p>
          <a:p xmlns:a="http://schemas.openxmlformats.org/drawingml/2006/main">
            <a:r>
              <a:t>0.9 MHz结果：匹配前Zin=6800.001−j1939.072 Ω；理想匹配Zin≈50−j0 Ω；有损匹配Zin=56.686−j1.067 Ω。</a:t>
            </a:r>
          </a:p>
          <a:p xmlns:a="http://schemas.openxmlformats.org/drawingml/2006/main">
            <a:r>
              <a:t>理想网络同时接近50 Ω和0°。有损网络由于电感Q=100、电容Q=1000，并且优化目标是最大化P_Rm而不是强制Γ=0，因此保留小量失配。</a:t>
            </a:r>
          </a:p>
          <a:p xmlns:a="http://schemas.openxmlformats.org/drawingml/2006/main">
            <a:r>
              <a:t>左上图不画匹配前曲线，是因为匹配前|Z|在局部窗口内约6.8 kΩ至96.8 kΩ，若与0–65 Ω的匹配后曲线共用线性坐标，匹配后曲线将不可读；匹配前数值已保留在右表。</a:t>
            </a:r>
          </a:p>
          <a:p xmlns:a="http://schemas.openxmlformats.org/drawingml/2006/main">
            <a:r>
              <a:t>结论边界：结果来自假设BVD参数和线性AC模型，不是实测换能器参数。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C:\Users\24739\Documents\Codex\2026-08-10\new-chat\outputs\v2_self_consistent_rebuild\stage2_matching\stage2_LTspice逐频数据.csv</a:t>
            </a:r>
          </a:p>
          <a:p xmlns:a="http://schemas.openxmlformats.org/drawingml/2006/main">
            <a:r>
              <a:t>- C:\Users\24739\Documents\Codex\2026-08-10\new-chat\outputs\v2_self_consistent_rebuild\stage2_matching\stage2_匹配前后特征汇总.csv</a:t>
            </a:r>
          </a:p>
          <a:p xmlns:a="http://schemas.openxmlformats.org/drawingml/2006/main">
            <a:r>
              <a:t>- C:\Users\24739\Documents\Codex\2026-08-10\new-chat\outputs\v2_self_consistent_rebuild\stage2_matching\stage2_匹配设计参数.json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这页不是念完整扫描表，而是回答谁控制峰位、峰高和峰宽。重点指出fs漂移决定控制器的捕获范围。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C:\Users\24739\Documents\Codex\2026-08-10\new-chat\outputs\v2_self_consistent_rebuild\report_evidence_final\04_扰动与Qm\stage3_trend_table.csv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这页补齐机械支路电容Cm-only正式扫描。峰位由0.9000 MHz移至0.8214 MHz，方向和数量级与1/√Cm一致；峰高由170.0 mW降至96.4 mW。</a:t>
            </a:r>
          </a:p>
          <a:p xmlns:a="http://schemas.openxmlformats.org/drawingml/2006/main">
            <a:r>
              <a:t>功率峰点未超过假设硬限，但a=1全频未保护扫描存在Vpp超过160 V的区间，因此不能把离线扫频曲线当成受保护控制时序。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C:/Users/24739/Documents/Codex/2026-08-10/new-chat/CTO_virtual_drive_platform_v2_1/figures/stage3_disturbance/cm_only/stage3_07_cm_only_power_and_electrical_limits.png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C:/Users/24739/Documents/Codex/2026-08-10/new-chat/CTO_virtual_drive_platform_v2_1/results/tables/stage3_disturbance/stage3_cm_only_power_safety_summary.csv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三组保持fs、Rm和C0固定，并重新推导Lm/Cm。峰高约0.17 W保持不变，峰宽随Qm增加而缩小。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C:\Users\24739\Documents\Codex\2026-08-10\new-chat\outputs\v2_self_consistent_rebuild\report_evidence_final\04_扰动与Qm\stage3_Qm_500_800_1000_summary.csv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C:\Users\24739\Documents\Codex\2026-08-10\new-chat\outputs\v2_self_consistent_rebuild\report_evidence_final\07_汇报截图\stage3_03_Qm_sensitivity.png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先看基准场景，再看fs-5%的反例。最大功率点与最小相位点相差49.5 kHz，说明零相位不能直接作为功率最大化目标。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C:\Users\24739\Documents\Codex\2026-08-10\new-chat\outputs\v2_self_consistent_rebuild\report_evidence_final\07_汇报截图\stage3_selection_01_criteria_examples.png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±20 kHz会漏掉部分漂移峰；±50 kHz可覆盖当前28场景。扫描时间按1.5 ms/点估算，只是准稳态代理。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C:\Users\24739\Documents\Codex\2026-08-10\new-chat\outputs\v2_self_consistent_rebuild\report_evidence_final\05_选频准则\stage3_window_step_aggregate.csv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C:\Users\24739\Documents\Codex\2026-08-10\new-chat\outputs\v2_self_consistent_rebuild\report_evidence_final\05_选频准则\stage3_selection_report.md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围绕约2.4 s真实触发窗口讲解。任何非NORMAL状态都先调幅并冻结频率，预测裁剪保证实际硬越限次数为0。阈值是仿真假设。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C:\Users\24739\Documents\Codex\2026-08-10\new-chat\outputs\v2_self_consistent_rebuild\report_evidence_final\07_汇报截图\stage4_02_protection_state_machine.png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这页回答控制是否仍是单纯找峰值。频率、幅度、软硬电压电流限制和保护状态都进入保存时序；三种策略实际硬越限均为0。</a:t>
            </a:r>
          </a:p>
          <a:p xmlns:a="http://schemas.openxmlformats.org/drawingml/2006/main">
            <a:r>
              <a:t>反射代理目前只用于异常投票和重捕获触发，没有独立硬工作上限，因此仍是明确限制。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C:/Users/24739/Documents/Codex/2026-08-10/new-chat/CTO_virtual_drive_platform_v2_1/results/audits/constrained_control_audit.json</a:t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本页左侧三联图由Python/Matplotlib直接读取项目CSV生成，并以300 dpi PNG嵌入PPT；没有使用PowerPoint原生图表重绘，也没有人为平移数据。</a:t>
            </a:r>
          </a:p>
          <a:p xmlns:a="http://schemas.openxmlformats.org/drawingml/2006/main">
            <a:r>
              <a:t>a图：CASE_000_BASELINE与CASE_FS_M5的离线安全功率扫描，峰值分别为0.9000 MHz/170.0 mW与0.8548 MHz/140.2 mW。</a:t>
            </a:r>
          </a:p>
          <a:p xmlns:a="http://schemas.openxmlformats.org/drawingml/2006/main">
            <a:r>
              <a:t>b图：捕获率按当前扰动场景自身的安全最大功率归一化。100%不等于恢复基准绝对功率。</a:t>
            </a:r>
          </a:p>
          <a:p xmlns:a="http://schemas.openxmlformats.org/drawingml/2006/main">
            <a:r>
              <a:t>c图：仅绘制CONTROL样本；扫描/试探导致的时间间隔不插值、不连线。fs−5%窗口严格截断在3.200 s之前，避免混入下一扰动场景。</a:t>
            </a:r>
          </a:p>
          <a:p xmlns:a="http://schemas.openxmlformats.org/drawingml/2006/main">
            <a:r>
              <a:t>周期扫频在2.4965 s到达峰值并通过稳态验收；P&amp;O在2.4985 s首次到达同一峰位，但未通过连续稳态验收。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C:\Users\24739\Documents\Codex\2026-08-10\new-chat\outputs\v2_self_consistent_rebuild\active_stage3_5\stage3_disturbance\stage3_frequency_response_all_cases.csv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C:\Users\24739\Documents\Codex\2026-08-10\new-chat\outputs\v2_self_consistent_rebuild\report_evidence_final\06_控制与保护\stage5_per_segment_metrics.csv</a:t>
            </a:r>
          </a:p>
          <a:p xmlns:a="http://schemas.openxmlformats.org/drawingml/2006/main">
            <a:r>
              <a:t>- C:\Users\24739\Documents\Codex\2026-08-10\new-chat\ppt_edit_slide11_python_20260828\figure\slide11_python_charts.png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这页给出正式验收结论。固定频率稳态误差高；周期扫频在所有扰动段满足验收；P&amp;O尾段可到最优，但7段未满足连续10样本确认。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C:\Users\24739\Documents\Codex\2026-08-10\new-chat\outputs\v2_self_consistent_rebuild\report_evidence_final\06_控制与保护\stage5_integrated_strategy_table.csv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C:\Users\24739\Documents\Codex\2026-08-10\new-chat\outputs\v2_self_consistent_rebuild\report_evidence_final\06_控制与保护\stage5_per_segment_metrics.csv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电—声接口已经完成字段定义和4条代表性电学工作点导出。COMSOL未运行，因此相对声学效率、靶区和壁面压力代理保持空值。</a:t>
            </a:r>
          </a:p>
          <a:p xmlns:a="http://schemas.openxmlformats.org/drawingml/2006/main">
            <a:r>
              <a:t>复端口电压按RMS、exp(+jωt)约定作为FEM激励；预测电流只用于交叉校核。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C:/Users/24739/Documents/Codex/2026-08-10/new-chat/CTO_virtual_drive_platform_v2_1/results/interfaces/electro_acoustic_v1/electro_acoustic_interface_audit.json</a:t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文献可以支持CTO结构异质性及负载变化的物理背景，但不能直接给出病变类型到fs、Rm、C0的定量换算。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C:\Users\24739\Documents\Codex\2026-08-10\new-chat\outputs\v2_self_consistent_rebuild\report_evidence_final\08_结构声场未完成说明\literature_axisymmetric_reproduction_spec.md</a:t>
            </a:r>
          </a:p>
          <a:p xmlns:a="http://schemas.openxmlformats.org/drawingml/2006/main">
            <a:r>
              <a:t>- 本项目文献补齐目录中的CTO、治疗超声和前视超声资料；具体DOI需在最终汇报备注中逐条核对。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收尾时明确：计划逐条审核为8项完成、1项部分完成、1项因无COMSOL输入未开始。</a:t>
            </a:r>
          </a:p>
          <a:p xmlns:a="http://schemas.openxmlformats.org/drawingml/2006/main">
            <a:r>
              <a:t>已完成的是电学模型、匹配、扰动、选频、保护、相位消融和接口合同；未完成的是实物参数验证、独立反射硬限以及结构声场结果。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答疑时用这页回答参数从哪里来。所有数值分成用户约束、假设基线和扫描变量，不能称为实测。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C:\Users\24739\Documents\Codex\2026-08-10\new-chat\outputs\v2_self_consistent_rebuild\report_evidence_final\01_项目口径与参数\v2_1_Qm敏感性参数.csv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用于回答扰动为何这样选、各场景是否可复现，以及基准0.9 MHz各指标。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此前只有高组合完成交叉验证；现在低、中、高组合均已有真实LTspice批处理输出和Python对照。</a:t>
            </a:r>
          </a:p>
          <a:p xmlns:a="http://schemas.openxmlformats.org/drawingml/2006/main">
            <a:r>
              <a:t>最大输入阻抗相对误差分别约0.01461%、0.00751%和0.00295%。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C:/Users/24739/Documents/Codex/2026-08-10/new-chat/CTO_virtual_drive_platform_v2_1/results/tables/stage3_disturbance/stage3_LTspice_cross_validation.csv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用于回答为什么主控制目标选择最大功率，而相位和反射只作为对照。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相位目标不是0度，而是基准受约束最大功率点的相位。局部相位曲线斜率决定更新方向。高增益仍可能错误锁定。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C:\Users\24739\Documents\Codex\2026-08-10\new-chat\outputs\v2_self_consistent_rebuild\report_evidence_final\06_控制与保护\phase_gain_sweep_summary.csv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C:\Users\24739\Documents\Codex\2026-08-10\new-chat\outputs\v2_self_consistent_rebuild\report_evidence_final\07_汇报截图\phase_ablation_selected_gain.png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这页按计划书原始三策略口径给出固定、周期扫频和相位闭环的补充比较。正式综合排名仍使用固定、周期扫频和扫描辅助P&amp;O。</a:t>
            </a:r>
          </a:p>
          <a:p xmlns:a="http://schemas.openxmlformats.org/drawingml/2006/main">
            <a:r>
              <a:t>相位闭环在当前代表时间表中平均稳态误差较高，因此只保留为消融，不能把零相位当成最大功率的通用替代。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C:/Users/24739/Documents/Codex/2026-08-10/new-chat/CTO_virtual_drive_platform_v2_1/results/tables/stage4_5/plan_fixed_periodic_phase_integrated.csv</a:t>
            </a:r>
          </a:p>
          <a:p xmlns:a="http://schemas.openxmlformats.org/drawingml/2006/main">
            <a:r>
              <a:t>- C:/Users/24739/Documents/Codex/2026-08-10/new-chat/CTO_virtual_drive_platform_v2_1/results/audits/scan_vs_phase_scenario_comparison.csv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用于回应‘是否真的运行LTspice’。截图证明运行痕迹，RAW解析与误差CSV才证明结果一致，哈希用于追溯。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C:\Users\24739\Documents\Codex\2026-08-10\new-chat\outputs\v2_self_consistent_rebuild\report_evidence_final\02_LTspice真实运行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C:\Users\24739\Documents\Codex\2026-08-10\new-chat\outputs\v2_self_consistent_rebuild\report_evidence_final\07_汇报截图\LTspice_GUI_waveform_mag_phase.png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用于回答恢复时间、稳态误差和错误锁定如何定义。强调所有策略用相同定义。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用于回答复现性和文件组织。展示从参数到图表的完整链条。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C:\Users\24739\Documents\Codex\2026-08-10\new-chat\outputs\v2_self_consistent_rebuild\report_evidence_final\README_汇报工作痕迹索引.md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C:\Users\24739\Documents\Codex\2026-08-10\new-chat\outputs\v2_self_consistent_rebuild\report_evidence_final\09_复现脚本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这页用于坦诚说明结构声场尚未完成，并列出下一阶段需要自己从ANSYS/COMSOL截图保存的证据。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C:\Users\24739\Documents\Codex\2026-08-10\new-chat\outputs\v2_self_consistent_rebuild\report_evidence_final\08_结构声场未完成说明\GUI_evidence_capture_checklist.md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C:\Users\24739\Documents\Codex\2026-08-10\new-chat\outputs\v2_self_consistent_rebuild\report_evidence_final\08_结构声场未完成说明\solver_input_requirements.csv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33a8407d2742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976683a8b0435e" /><Relationship Type="http://schemas.openxmlformats.org/officeDocument/2006/relationships/slideLayout" Target="/ppt/slideLayouts/slideLayout1.xml" Id="R1ba03ec6675f41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a03ec6675f41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911426bd44453" /><Relationship Type="http://schemas.openxmlformats.org/officeDocument/2006/relationships/notesSlide" Target="/ppt/notesSlides/notesSlide1.xml" Id="R35677f6bc3c846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92e5e64a84fe7" /><Relationship Type="http://schemas.openxmlformats.org/officeDocument/2006/relationships/notesSlide" Target="/ppt/notesSlides/notesSlide2.xml" Id="Rf518c1afd23047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84f838ee44e5e" /><Relationship Type="http://schemas.openxmlformats.org/officeDocument/2006/relationships/notesSlide" Target="/ppt/notesSlides/notesSlide3.xml" Id="Rc1871db3f8bc4f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fb29e9c38446a" /><Relationship Type="http://schemas.openxmlformats.org/officeDocument/2006/relationships/image" Target="/ppt/media/image.png" Id="Rcf4549456dc844d7" /><Relationship Type="http://schemas.openxmlformats.org/officeDocument/2006/relationships/notesSlide" Target="/ppt/notesSlides/notesSlide4.xml" Id="R8c4de8a0abe243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597cce8024e3e" /><Relationship Type="http://schemas.openxmlformats.org/officeDocument/2006/relationships/image" Target="/ppt/media/image2.png" Id="Rda979e8219624a14" /><Relationship Type="http://schemas.openxmlformats.org/officeDocument/2006/relationships/notesSlide" Target="/ppt/notesSlides/notesSlide5.xml" Id="R055d2280cd364a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aa0d74b604845" /><Relationship Type="http://schemas.openxmlformats.org/officeDocument/2006/relationships/chart" Target="/ppt/slides/charts/chart1.xml" Id="Ra2cee39f79b74ee5" /><Relationship Type="http://schemas.openxmlformats.org/officeDocument/2006/relationships/chart" Target="/ppt/slides/charts/chart2.xml" Id="Rcfb1e0cc02c64ab4" /><Relationship Type="http://schemas.openxmlformats.org/officeDocument/2006/relationships/notesSlide" Target="/ppt/notesSlides/notesSlide6.xml" Id="Rfb1c6f1d03f049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9245bbdf54f4b" /><Relationship Type="http://schemas.openxmlformats.org/officeDocument/2006/relationships/notesSlide" Target="/ppt/notesSlides/notesSlide7.xml" Id="R83d08d54d7c041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fee8803d740d1" /><Relationship Type="http://schemas.openxmlformats.org/officeDocument/2006/relationships/image" Target="/ppt/media/image3.png" Id="R8937538d679d43c9" /><Relationship Type="http://schemas.openxmlformats.org/officeDocument/2006/relationships/notesSlide" Target="/ppt/notesSlides/notesSlide8.xml" Id="Rb6a7bc2861a742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3e1503a0942c1" /><Relationship Type="http://schemas.openxmlformats.org/officeDocument/2006/relationships/image" Target="/ppt/media/image4.png" Id="Rd696459003d248f8" /><Relationship Type="http://schemas.openxmlformats.org/officeDocument/2006/relationships/notesSlide" Target="/ppt/notesSlides/notesSlide9.xml" Id="Ra1db08a0974548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b39fc86854908" /><Relationship Type="http://schemas.openxmlformats.org/officeDocument/2006/relationships/image" Target="/ppt/media/image5.png" Id="R11eb0825de084086" /><Relationship Type="http://schemas.openxmlformats.org/officeDocument/2006/relationships/image" Target="/ppt/media/image6.png" Id="Rb5e58107daff4450" /><Relationship Type="http://schemas.openxmlformats.org/officeDocument/2006/relationships/notesSlide" Target="/ppt/notesSlides/notesSlide10.xml" Id="Rd9ac971a769c4d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19afaabe0408f" /><Relationship Type="http://schemas.openxmlformats.org/officeDocument/2006/relationships/image" Target="/ppt/media/image7.png" Id="R11032c2823ca4af1" /><Relationship Type="http://schemas.openxmlformats.org/officeDocument/2006/relationships/notesSlide" Target="/ppt/notesSlides/notesSlide11.xml" Id="R3219b5c1da6f41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1654d26884dbc" /><Relationship Type="http://schemas.openxmlformats.org/officeDocument/2006/relationships/image" Target="/ppt/media/image8.png" Id="Rab48b2d069034ba3" /><Relationship Type="http://schemas.openxmlformats.org/officeDocument/2006/relationships/notesSlide" Target="/ppt/notesSlides/notesSlide12.xml" Id="R172411cddfde40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ebe7fb3ea456d" /><Relationship Type="http://schemas.openxmlformats.org/officeDocument/2006/relationships/notesSlide" Target="/ppt/notesSlides/notesSlide13.xml" Id="Raa1f7aeefedf41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1d81adb8343ac" /><Relationship Type="http://schemas.openxmlformats.org/officeDocument/2006/relationships/image" Target="/ppt/media/image9.png" Id="R2d3d8ce5f7f74777" /><Relationship Type="http://schemas.openxmlformats.org/officeDocument/2006/relationships/notesSlide" Target="/ppt/notesSlides/notesSlide14.xml" Id="Rc0f6fe0ee77140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8b19ae8c141b4" /><Relationship Type="http://schemas.openxmlformats.org/officeDocument/2006/relationships/chart" Target="/ppt/slides/charts/chart3.xml" Id="R3252688ce995432a" /><Relationship Type="http://schemas.openxmlformats.org/officeDocument/2006/relationships/notesSlide" Target="/ppt/notesSlides/notesSlide15.xml" Id="R8088005349294d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4f94079ba4bf8" /><Relationship Type="http://schemas.openxmlformats.org/officeDocument/2006/relationships/notesSlide" Target="/ppt/notesSlides/notesSlide16.xml" Id="Ra33d8be452104d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a17074dda4303" /><Relationship Type="http://schemas.openxmlformats.org/officeDocument/2006/relationships/notesSlide" Target="/ppt/notesSlides/notesSlide17.xml" Id="Rf59c591bafa3476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6a122c92845d5" /><Relationship Type="http://schemas.openxmlformats.org/officeDocument/2006/relationships/notesSlide" Target="/ppt/notesSlides/notesSlide18.xml" Id="Re49586f2c937439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0b8f5248447ee" /><Relationship Type="http://schemas.openxmlformats.org/officeDocument/2006/relationships/notesSlide" Target="/ppt/notesSlides/notesSlide19.xml" Id="R2ee764b110d9413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3af4b785d4e9b" /><Relationship Type="http://schemas.openxmlformats.org/officeDocument/2006/relationships/notesSlide" Target="/ppt/notesSlides/notesSlide20.xml" Id="R83dfbab8130946f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e3ef728ba47ab" /><Relationship Type="http://schemas.openxmlformats.org/officeDocument/2006/relationships/notesSlide" Target="/ppt/notesSlides/notesSlide21.xml" Id="Rc979264f34b6483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14e0f5aaa4234" /><Relationship Type="http://schemas.openxmlformats.org/officeDocument/2006/relationships/notesSlide" Target="/ppt/notesSlides/notesSlide22.xml" Id="R75a44a9f0f0a46e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1acdc95834e70" /><Relationship Type="http://schemas.openxmlformats.org/officeDocument/2006/relationships/image" Target="/ppt/media/image10.png" Id="R51585f5ee8194ad7" /><Relationship Type="http://schemas.openxmlformats.org/officeDocument/2006/relationships/notesSlide" Target="/ppt/notesSlides/notesSlide23.xml" Id="R697ff3b8eb6c47e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e556a7ff94670" /><Relationship Type="http://schemas.openxmlformats.org/officeDocument/2006/relationships/chart" Target="/ppt/slides/charts/chart4.xml" Id="R90fc4ce98053470b" /><Relationship Type="http://schemas.openxmlformats.org/officeDocument/2006/relationships/notesSlide" Target="/ppt/notesSlides/notesSlide24.xml" Id="R9318678f6c4e426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4a9381d624ebd" /><Relationship Type="http://schemas.openxmlformats.org/officeDocument/2006/relationships/image" Target="/ppt/media/image11.png" Id="R9b21725ddf8744cb" /><Relationship Type="http://schemas.openxmlformats.org/officeDocument/2006/relationships/image" Target="/ppt/media/image12.png" Id="R8d2c3010cbbb42f4" /><Relationship Type="http://schemas.openxmlformats.org/officeDocument/2006/relationships/notesSlide" Target="/ppt/notesSlides/notesSlide25.xml" Id="R9e23e57b999a49f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7342184f34dec" /><Relationship Type="http://schemas.openxmlformats.org/officeDocument/2006/relationships/notesSlide" Target="/ppt/notesSlides/notesSlide26.xml" Id="Rf589437bd73c42c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27d14935a48bb" /><Relationship Type="http://schemas.openxmlformats.org/officeDocument/2006/relationships/notesSlide" Target="/ppt/notesSlides/notesSlide27.xml" Id="R9d5147935b4e494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7cb8daf3941c2" /><Relationship Type="http://schemas.openxmlformats.org/officeDocument/2006/relationships/notesSlide" Target="/ppt/notesSlides/notesSlide28.xml" Id="R33eeb19603c54c48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29.35336334329767</c:v>
              </c:pt>
              <c:pt idx="9">
                <c:v>29.280807741919794</c:v>
              </c:pt>
              <c:pt idx="10">
                <c:v>29.20823743825054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28.69982135515474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</c:v>
              </c:pt>
              <c:pt idx="37">
                <c:v>27.24271792633093</c:v>
              </c:pt>
              <c:pt idx="38">
                <c:v>27.16967159985729</c:v>
              </c:pt>
              <c:pt idx="39">
                <c:v>27.096605719518422</c:v>
              </c:pt>
              <c:pt idx="40">
                <c:v>27.02352008980326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26.36482735176362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</c:v>
              </c:pt>
              <c:pt idx="54">
                <c:v>25.99813279041211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25.4837893054061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24.45138652046676</c:v>
              </c:pt>
              <c:pt idx="76">
                <c:v>24.37743907239234</c:v>
              </c:pt>
              <c:pt idx="77">
                <c:v>24.30346283501239</c:v>
              </c:pt>
              <c:pt idx="78">
                <c:v>24.22945750511182</c:v>
              </c:pt>
              <c:pt idx="79">
                <c:v>24.15542277574528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23.93313906423147</c:v>
              </c:pt>
              <c:pt idx="83">
                <c:v>23.85898359091249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23.5620484491491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</c:v>
              </c:pt>
              <c:pt idx="93">
                <c:v>23.1156683405769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22.51854817796998</c:v>
              </c:pt>
              <c:pt idx="102">
                <c:v>22.443743029260094</c:v>
              </c:pt>
              <c:pt idx="103">
                <c:v>22.36889982825575</c:v>
              </c:pt>
              <c:pt idx="104">
                <c:v>22.29401815291176</c:v>
              </c:pt>
              <c:pt idx="105">
                <c:v>22.21909757554125</c:v>
              </c:pt>
              <c:pt idx="106">
                <c:v>22.144137662721743</c:v>
              </c:pt>
              <c:pt idx="107">
                <c:v>22.06913797519866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21.84389578230503</c:v>
              </c:pt>
              <c:pt idx="111">
                <c:v>21.76873248330078</c:v>
              </c:pt>
              <c:pt idx="112">
                <c:v>21.69352712232986</c:v>
              </c:pt>
              <c:pt idx="113">
                <c:v>21.618279223010415</c:v>
              </c:pt>
              <c:pt idx="114">
                <c:v>21.54298830239808</c:v>
              </c:pt>
              <c:pt idx="115">
                <c:v>21.46765387087117</c:v>
              </c:pt>
              <c:pt idx="116">
                <c:v>21.392275432016152</c:v>
              </c:pt>
              <c:pt idx="117">
                <c:v>21.31685248250935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21.0147052628314</c:v>
              </c:pt>
              <c:pt idx="122">
                <c:v>20.93905195979274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</c:v>
              </c:pt>
              <c:pt idx="126">
                <c:v>20.6359563294165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20.02732841789225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19.79820447104287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</c:v>
              </c:pt>
              <c:pt idx="146">
                <c:v>19.10768224470796</c:v>
              </c:pt>
              <c:pt idx="147">
                <c:v>19.030650057568188</c:v>
              </c:pt>
              <c:pt idx="148">
                <c:v>18.95355355299396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18.72187002427953</c:v>
              </c:pt>
              <c:pt idx="152">
                <c:v>18.644508075447405</c:v>
              </c:pt>
              <c:pt idx="153">
                <c:v>18.56707765689829</c:v>
              </c:pt>
              <c:pt idx="154">
                <c:v>18.48957789825901</c:v>
              </c:pt>
              <c:pt idx="155">
                <c:v>18.41200791523098</c:v>
              </c:pt>
              <c:pt idx="156">
                <c:v>18.33436680931167</c:v>
              </c:pt>
              <c:pt idx="157">
                <c:v>18.2566536675116</c:v>
              </c:pt>
              <c:pt idx="158">
                <c:v>18.17886756206044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17.86697441413718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</c:v>
              </c:pt>
              <c:pt idx="166">
                <c:v>17.553835574025356</c:v>
              </c:pt>
              <c:pt idx="167">
                <c:v>17.47534845371444</c:v>
              </c:pt>
              <c:pt idx="168">
                <c:v>17.39677820974459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</c:v>
              </c:pt>
              <c:pt idx="191">
                <c:v>15.563901359900697</c:v>
              </c:pt>
              <c:pt idx="192">
                <c:v>15.4829535348555</c:v>
              </c:pt>
              <c:pt idx="193">
                <c:v>15.40188806185004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15.07641456758271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13.16144335965114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10.69431769746033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10.41800753876515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9.856708812238658</c:v>
              </c:pt>
              <c:pt idx="258">
                <c:v>9.761959023504495</c:v>
              </c:pt>
              <c:pt idx="259">
                <c:v>9.666848047273735</c:v>
              </c:pt>
              <c:pt idx="260">
                <c:v>9.57136862306627</c:v>
              </c:pt>
              <c:pt idx="261">
                <c:v>9.475513309259734</c:v>
              </c:pt>
              <c:pt idx="262">
                <c:v>9.37927447829931</c:v>
              </c:pt>
              <c:pt idx="263">
                <c:v>9.28264431184519</c:v>
              </c:pt>
              <c:pt idx="264">
                <c:v>9.185614795856681</c:v>
              </c:pt>
              <c:pt idx="265">
                <c:v>9.088177715630176</c:v>
              </c:pt>
              <c:pt idx="266">
                <c:v>8.990324650805476</c:v>
              </c:pt>
              <c:pt idx="267">
                <c:v>8.892046970355896</c:v>
              </c:pt>
              <c:pt idx="268">
                <c:v>8.79333582758122</c:v>
              </c:pt>
              <c:pt idx="269">
                <c:v>8.694182155131838</c:v>
              </c:pt>
              <c:pt idx="270">
                <c:v>8.594576660088515</c:v>
              </c:pt>
              <c:pt idx="271">
                <c:v>8.494509819131723</c:v>
              </c:pt>
              <c:pt idx="272">
                <c:v>8.393971873842146</c:v>
              </c:pt>
              <c:pt idx="273">
                <c:v>8.292952826175028</c:v>
              </c:pt>
              <c:pt idx="274">
                <c:v>8.191442434163912</c:v>
              </c:pt>
              <c:pt idx="275">
                <c:v>8.089430207916058</c:v>
              </c:pt>
              <c:pt idx="276">
                <c:v>7.986905405973476</c:v>
              </c:pt>
              <c:pt idx="277">
                <c:v>7.883857032126347</c:v>
              </c:pt>
              <c:pt idx="278">
                <c:v>7.780273832774791</c:v>
              </c:pt>
              <c:pt idx="279">
                <c:v>7.67614429496362</c:v>
              </c:pt>
              <c:pt idx="280">
                <c:v>7.571456645219476</c:v>
              </c:pt>
              <c:pt idx="281">
                <c:v>7.466198849356988</c:v>
              </c:pt>
              <c:pt idx="282">
                <c:v>7.360358613437735</c:v>
              </c:pt>
              <c:pt idx="283">
                <c:v>7.253923386102806</c:v>
              </c:pt>
              <c:pt idx="284">
                <c:v>7.146880362536993</c:v>
              </c:pt>
              <c:pt idx="285">
                <c:v>7.039216490369088</c:v>
              </c:pt>
              <c:pt idx="286">
                <c:v>6.930918477859317</c:v>
              </c:pt>
              <c:pt idx="287">
                <c:v>6.821972804799009</c:v>
              </c:pt>
              <c:pt idx="288">
                <c:v>6.712365736607924</c:v>
              </c:pt>
              <c:pt idx="289">
                <c:v>6.602083342224224</c:v>
              </c:pt>
              <c:pt idx="290">
                <c:v>6.49111151646443</c:v>
              </c:pt>
              <c:pt idx="291">
                <c:v>6.379436007685711</c:v>
              </c:pt>
              <c:pt idx="292">
                <c:v>6.2670424517118954</c:v>
              </c:pt>
              <c:pt idx="293">
                <c:v>6.153916413192014</c:v>
              </c:pt>
              <c:pt idx="294">
                <c:v>6.040043435775271</c:v>
              </c:pt>
              <c:pt idx="295">
                <c:v>5.9254091027626785</c:v>
              </c:pt>
              <c:pt idx="296">
                <c:v>5.809999110227258</c:v>
              </c:pt>
              <c:pt idx="297">
                <c:v>5.693799355016205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5.340325868250144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4.979283020482865</c:v>
              </c:pt>
              <c:pt idx="304">
                <c:v>4.857205514100672</c:v>
              </c:pt>
              <c:pt idx="305">
                <c:v>4.734251129519744</c:v>
              </c:pt>
              <c:pt idx="306">
                <c:v>4.6104160877348335</c:v>
              </c:pt>
              <c:pt idx="307">
                <c:v>4.485699618467322</c:v>
              </c:pt>
              <c:pt idx="308">
                <c:v>4.360104657823099</c:v>
              </c:pt>
              <c:pt idx="309">
                <c:v>4.233638701976507</c:v>
              </c:pt>
              <c:pt idx="310">
                <c:v>4.106314855713316</c:v>
              </c:pt>
              <c:pt idx="311">
                <c:v>3.9781531255733027</c:v>
              </c:pt>
              <c:pt idx="312">
                <c:v>3.849182021644736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</c:v>
              </c:pt>
              <c:pt idx="318">
                <c:v>3.061652866889973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1.610606110808196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2.017488965853688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3.423162131137736</c:v>
              </c:pt>
              <c:pt idx="349">
                <c:v>3.666401039473744</c:v>
              </c:pt>
              <c:pt idx="350">
                <c:v>3.91935462661353</c:v>
              </c:pt>
              <c:pt idx="351">
                <c:v>4.182066018206718</c:v>
              </c:pt>
              <c:pt idx="352">
                <c:v>4.454671273081024</c:v>
              </c:pt>
              <c:pt idx="353">
                <c:v>4.737389008022157</c:v>
              </c:pt>
              <c:pt idx="354">
                <c:v>5.030513119081836</c:v>
              </c:pt>
              <c:pt idx="355">
                <c:v>5.334407990047843</c:v>
              </c:pt>
              <c:pt idx="356">
                <c:v>5.649505722655901</c:v>
              </c:pt>
              <c:pt idx="357">
                <c:v>5.97630504155356</c:v>
              </c:pt>
              <c:pt idx="358">
                <c:v>6.31537162139751</c:v>
              </c:pt>
              <c:pt idx="359">
                <c:v>6.667339657615364</c:v>
              </c:pt>
              <c:pt idx="360">
                <c:v>7.032914560501259</c:v>
              </c:pt>
              <c:pt idx="361">
                <c:v>7.412876697924851</c:v>
              </c:pt>
              <c:pt idx="362">
                <c:v>7.808086148103248</c:v>
              </c:pt>
              <c:pt idx="363">
                <c:v>8.219488452662326</c:v>
              </c:pt>
              <c:pt idx="364">
                <c:v>8.648121383201447</c:v>
              </c:pt>
              <c:pt idx="365">
                <c:v>9.09512275267727</c:v>
              </c:pt>
              <c:pt idx="366">
                <c:v>9.561739316425973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17.3473201208489</c:v>
              </c:pt>
              <c:pt idx="379">
                <c:v>18.25545502234968</c:v>
              </c:pt>
              <c:pt idx="380">
                <c:v>19.2197387321601</c:v>
              </c:pt>
              <c:pt idx="381">
                <c:v>20.24472803058737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</c:v>
              </c:pt>
              <c:pt idx="393">
                <c:v>38.70264177726485</c:v>
              </c:pt>
              <c:pt idx="394">
                <c:v>40.6892202079789</c:v>
              </c:pt>
              <c:pt idx="395">
                <c:v>42.65324907632161</c:v>
              </c:pt>
              <c:pt idx="396">
                <c:v>44.54149066267422</c:v>
              </c:pt>
              <c:pt idx="397">
                <c:v>46.290193188606175</c:v>
              </c:pt>
              <c:pt idx="398">
                <c:v>47.82876475500993</c:v>
              </c:pt>
              <c:pt idx="399">
                <c:v>49.08624236999309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50.35615512703119</c:v>
              </c:pt>
              <c:pt idx="404">
                <c:v>49.704241093332726</c:v>
              </c:pt>
              <c:pt idx="405">
                <c:v>48.73876929999606</c:v>
              </c:pt>
              <c:pt idx="406">
                <c:v>47.524020992120874</c:v>
              </c:pt>
              <c:pt idx="407">
                <c:v>46.12653423473198</c:v>
              </c:pt>
              <c:pt idx="408">
                <c:v>44.60844012782834</c:v>
              </c:pt>
              <c:pt idx="409">
                <c:v>43.023366626361984</c:v>
              </c:pt>
              <c:pt idx="410">
                <c:v>41.41472044422497</c:v>
              </c:pt>
              <c:pt idx="411">
                <c:v>39.81571329186526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</c:v>
              </c:pt>
              <c:pt idx="426">
                <c:v>22.762122488561687</c:v>
              </c:pt>
              <c:pt idx="427">
                <c:v>22.04790579937285</c:v>
              </c:pt>
              <c:pt idx="428">
                <c:v>21.369711707204555</c:v>
              </c:pt>
              <c:pt idx="429">
                <c:v>20.72496796081558</c:v>
              </c:pt>
              <c:pt idx="430">
                <c:v>20.11129471178531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11.40723481568562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</c:v>
              </c:pt>
              <c:pt idx="459">
                <c:v>9.693074251863637</c:v>
              </c:pt>
              <c:pt idx="460">
                <c:v>9.470812951267286</c:v>
              </c:pt>
              <c:pt idx="461">
                <c:v>9.25342876594047</c:v>
              </c:pt>
              <c:pt idx="462">
                <c:v>9.040700821100387</c:v>
              </c:pt>
              <c:pt idx="463">
                <c:v>8.832421178191003</c:v>
              </c:pt>
              <c:pt idx="464">
                <c:v>8.62839392605745</c:v>
              </c:pt>
              <c:pt idx="465">
                <c:v>8.428434346141383</c:v>
              </c:pt>
              <c:pt idx="466">
                <c:v>8.232368144983178</c:v>
              </c:pt>
              <c:pt idx="467">
                <c:v>8.04003074803146</c:v>
              </c:pt>
              <c:pt idx="468">
                <c:v>7.851266649299434</c:v>
              </c:pt>
              <c:pt idx="469">
                <c:v>7.665928811973737</c:v>
              </c:pt>
              <c:pt idx="470">
                <c:v>7.483878115554097</c:v>
              </c:pt>
              <c:pt idx="471">
                <c:v>7.304982845510908</c:v>
              </c:pt>
              <c:pt idx="472">
                <c:v>7.129118221869264</c:v>
              </c:pt>
              <c:pt idx="473">
                <c:v>6.9561659634344455</c:v>
              </c:pt>
              <c:pt idx="474">
                <c:v>6.786013884728069</c:v>
              </c:pt>
              <c:pt idx="475">
                <c:v>6.6185555229453366</c:v>
              </c:pt>
              <c:pt idx="476">
                <c:v>6.453689792536943</c:v>
              </c:pt>
              <c:pt idx="477">
                <c:v>6.291320665226029</c:v>
              </c:pt>
              <c:pt idx="478">
                <c:v>6.131356873489574</c:v>
              </c:pt>
              <c:pt idx="479">
                <c:v>5.97371163572662</c:v>
              </c:pt>
              <c:pt idx="480">
                <c:v>5.818302401513542</c:v>
              </c:pt>
              <c:pt idx="481">
                <c:v>5.665050615503799</c:v>
              </c:pt>
              <c:pt idx="482">
                <c:v>5.513881498680523</c:v>
              </c:pt>
              <c:pt idx="483">
                <c:v>5.364723845823987</c:v>
              </c:pt>
              <c:pt idx="484">
                <c:v>5.217509838169249</c:v>
              </c:pt>
              <c:pt idx="485">
                <c:v>5.072174870376388</c:v>
              </c:pt>
              <c:pt idx="486">
                <c:v>4.928657391048064</c:v>
              </c:pt>
              <c:pt idx="487">
                <c:v>4.786898756164666</c:v>
              </c:pt>
              <c:pt idx="488">
                <c:v>4.646843094920923</c:v>
              </c:pt>
              <c:pt idx="489">
                <c:v>4.508437187590458</c:v>
              </c:pt>
              <c:pt idx="490">
                <c:v>4.3716303551824796</c:v>
              </c:pt>
              <c:pt idx="491">
                <c:v>4.236374360798703</c:v>
              </c:pt>
              <c:pt idx="492">
                <c:v>4.10262332278993</c:v>
              </c:pt>
              <c:pt idx="493">
                <c:v>3.9703336399923814</c:v>
              </c:pt>
              <c:pt idx="494">
                <c:v>3.839463929571824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3.205116991441067</c:v>
              </c:pt>
              <c:pt idx="500">
                <c:v>3.08201815091459</c:v>
              </c:pt>
              <c:pt idx="501">
                <c:v>2.960109709791322</c:v>
              </c:pt>
              <c:pt idx="502">
                <c:v>2.8393677855047166</c:v>
              </c:pt>
              <c:pt idx="503">
                <c:v>2.719771027350811</c:v>
              </c:pt>
              <c:pt idx="504">
                <c:v>2.601300830950367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2.025434519389644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1.267071310945136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0.964252992689016</c:v>
              </c:pt>
              <c:pt idx="520">
                <c:v>0.8679478820851217</c:v>
              </c:pt>
              <c:pt idx="521">
                <c:v>0.7749225930321122</c:v>
              </c:pt>
              <c:pt idx="522">
                <c:v>0.6861953165676982</c:v>
              </c:pt>
              <c:pt idx="523">
                <c:v>0.6033178669118944</c:v>
              </c:pt>
              <c:pt idx="524">
                <c:v>0.5286660893051466</c:v>
              </c:pt>
              <c:pt idx="525">
                <c:v>0.46579234532195185</c:v>
              </c:pt>
              <c:pt idx="526">
                <c:v>0.4195747722745656</c:v>
              </c:pt>
              <c:pt idx="527">
                <c:v>0.3954356315210947</c:v>
              </c:pt>
              <c:pt idx="528">
                <c:v>0.3969818256755814</c:v>
              </c:pt>
              <c:pt idx="529">
                <c:v>0.4235375798355703</c:v>
              </c:pt>
              <c:pt idx="530">
                <c:v>0.47054768055504703</c:v>
              </c:pt>
              <c:pt idx="531">
                <c:v>0.5323309765934144</c:v>
              </c:pt>
              <c:pt idx="532">
                <c:v>0.6041249595570909</c:v>
              </c:pt>
              <c:pt idx="533">
                <c:v>0.682566514292005</c:v>
              </c:pt>
              <c:pt idx="534">
                <c:v>0.765432098186992</c:v>
              </c:pt>
              <c:pt idx="535">
                <c:v>0.8512720180477955</c:v>
              </c:pt>
              <c:pt idx="536">
                <c:v>0.9391319278725976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</c:v>
              </c:pt>
              <c:pt idx="554">
                <c:v>2.5747732012075706</c:v>
              </c:pt>
              <c:pt idx="555">
                <c:v>2.664377588755707</c:v>
              </c:pt>
              <c:pt idx="556">
                <c:v>2.7537441148075903</c:v>
              </c:pt>
              <c:pt idx="557">
                <c:v>2.842871567401256</c:v>
              </c:pt>
              <c:pt idx="558">
                <c:v>2.931759484659602</c:v>
              </c:pt>
              <c:pt idx="559">
                <c:v>3.020408021033663</c:v>
              </c:pt>
              <c:pt idx="560">
                <c:v>3.108817838151419</c:v>
              </c:pt>
              <c:pt idx="561">
                <c:v>3.1969900152685478</c:v>
              </c:pt>
              <c:pt idx="562">
                <c:v>3.284925975439985</c:v>
              </c:pt>
              <c:pt idx="563">
                <c:v>3.3726274243750143</c:v>
              </c:pt>
              <c:pt idx="564">
                <c:v>3.460096299593663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3.721129491096666</c:v>
              </c:pt>
              <c:pt idx="568">
                <c:v>3.8076907339799426</c:v>
              </c:pt>
              <c:pt idx="569">
                <c:v>3.894031299971178</c:v>
              </c:pt>
              <c:pt idx="570">
                <c:v>3.980153829736943</c:v>
              </c:pt>
              <c:pt idx="571">
                <c:v>4.066061008326184</c:v>
              </c:pt>
              <c:pt idx="572">
                <c:v>4.151755552247851</c:v>
              </c:pt>
              <c:pt idx="573">
                <c:v>4.237240198498388</c:v>
              </c:pt>
              <c:pt idx="574">
                <c:v>4.32251769523348</c:v>
              </c:pt>
              <c:pt idx="575">
                <c:v>4.407590793842672</c:v>
              </c:pt>
              <c:pt idx="576">
                <c:v>4.492462242210368</c:v>
              </c:pt>
              <c:pt idx="577">
                <c:v>4.577134778997428</c:v>
              </c:pt>
              <c:pt idx="578">
                <c:v>4.661611128790247</c:v>
              </c:pt>
              <c:pt idx="579">
                <c:v>4.7458939979947425</c:v>
              </c:pt>
              <c:pt idx="580">
                <c:v>4.82998607137304</c:v>
              </c:pt>
              <c:pt idx="581">
                <c:v>4.913890009129036</c:v>
              </c:pt>
              <c:pt idx="582">
                <c:v>4.997608444470521</c:v>
              </c:pt>
              <c:pt idx="583">
                <c:v>5.0811439815783705</c:v>
              </c:pt>
              <c:pt idx="584">
                <c:v>5.164499193933814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</c:v>
              </c:pt>
              <c:pt idx="588">
                <c:v>5.496167121453997</c:v>
              </c:pt>
              <c:pt idx="589">
                <c:v>5.578658155855593</c:v>
              </c:pt>
              <c:pt idx="590">
                <c:v>5.660983601757769</c:v>
              </c:pt>
              <c:pt idx="591">
                <c:v>5.743145792042469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</c:v>
              </c:pt>
              <c:pt idx="595">
                <c:v>6.070207398192843</c:v>
              </c:pt>
              <c:pt idx="596">
                <c:v>6.151587048084826</c:v>
              </c:pt>
              <c:pt idx="597">
                <c:v>6.232816687837482</c:v>
              </c:pt>
              <c:pt idx="598">
                <c:v>6.3138984012642405</c:v>
              </c:pt>
              <c:pt idx="599">
                <c:v>6.394834237583449</c:v>
              </c:pt>
              <c:pt idx="600">
                <c:v>6.4756262117939425</c:v>
              </c:pt>
              <c:pt idx="601">
                <c:v>6.556276305080629</c:v>
              </c:pt>
              <c:pt idx="602">
                <c:v>6.636786465241582</c:v>
              </c:pt>
              <c:pt idx="603">
                <c:v>6.717158607134169</c:v>
              </c:pt>
              <c:pt idx="604">
                <c:v>6.797394613137522</c:v>
              </c:pt>
              <c:pt idx="605">
                <c:v>6.877496333629536</c:v>
              </c:pt>
              <c:pt idx="606">
                <c:v>6.957465587469496</c:v>
              </c:pt>
              <c:pt idx="607">
                <c:v>7.037304162491513</c:v>
              </c:pt>
              <c:pt idx="608">
                <c:v>7.11701381600301</c:v>
              </c:pt>
              <c:pt idx="609">
                <c:v>7.196596275285306</c:v>
              </c:pt>
              <c:pt idx="610">
                <c:v>7.276053238096903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7.513687693036789</c:v>
              </c:pt>
              <c:pt idx="614">
                <c:v>7.592659074722256</c:v>
              </c:pt>
              <c:pt idx="615">
                <c:v>7.67151302348811</c:v>
              </c:pt>
              <c:pt idx="616">
                <c:v>7.750251070482946</c:v>
              </c:pt>
              <c:pt idx="617">
                <c:v>7.8288747208133564</c:v>
              </c:pt>
              <c:pt idx="618">
                <c:v>7.907385454025364</c:v>
              </c:pt>
              <c:pt idx="619">
                <c:v>7.985784724579857</c:v>
              </c:pt>
              <c:pt idx="620">
                <c:v>8.064073962320116</c:v>
              </c:pt>
              <c:pt idx="621">
                <c:v>8.142254572937166</c:v>
              </c:pt>
              <c:pt idx="622">
                <c:v>8.220327938423988</c:v>
              </c:pt>
              <c:pt idx="623">
                <c:v>8.29829541752506</c:v>
              </c:pt>
              <c:pt idx="624">
                <c:v>8.376158346179539</c:v>
              </c:pt>
              <c:pt idx="625">
                <c:v>8.453918037954908</c:v>
              </c:pt>
              <c:pt idx="626">
                <c:v>8.531575784476185</c:v>
              </c:pt>
              <c:pt idx="627">
                <c:v>8.609132855844187</c:v>
              </c:pt>
              <c:pt idx="628">
                <c:v>8.686590501050578</c:v>
              </c:pt>
              <c:pt idx="629">
                <c:v>8.76394994838212</c:v>
              </c:pt>
              <c:pt idx="630">
                <c:v>8.841212405819734</c:v>
              </c:pt>
              <c:pt idx="631">
                <c:v>8.918379061427613</c:v>
              </c:pt>
              <c:pt idx="632">
                <c:v>8.995451083738619</c:v>
              </c:pt>
              <c:pt idx="633">
                <c:v>9.072429622128391</c:v>
              </c:pt>
              <c:pt idx="634">
                <c:v>9.149315807185182</c:v>
              </c:pt>
              <c:pt idx="635">
                <c:v>9.226110751071582</c:v>
              </c:pt>
              <c:pt idx="636">
                <c:v>9.302815547877403</c:v>
              </c:pt>
              <c:pt idx="637">
                <c:v>9.37943127396872</c:v>
              </c:pt>
              <c:pt idx="638">
                <c:v>9.455958988326762</c:v>
              </c:pt>
              <c:pt idx="639">
                <c:v>9.532399732883261</c:v>
              </c:pt>
              <c:pt idx="640">
                <c:v>9.608754532844419</c:v>
              </c:pt>
              <c:pt idx="641">
                <c:v>9.685024397013876</c:v>
              </c:pt>
              <c:pt idx="642">
                <c:v>9.761210318104585</c:v>
              </c:pt>
              <c:pt idx="643">
                <c:v>9.837313273044973</c:v>
              </c:pt>
              <c:pt idx="644">
                <c:v>9.913334223281977</c:v>
              </c:pt>
              <c:pt idx="645">
                <c:v>9.989274115073602</c:v>
              </c:pt>
              <c:pt idx="646">
                <c:v>10.065133879778228</c:v>
              </c:pt>
              <c:pt idx="647">
                <c:v>10.1409144341362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12.01209734861155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13.33553710071953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15.57815063175365</c:v>
              </c:pt>
              <c:pt idx="722">
                <c:v>15.6498316121639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16.36463002531484</c:v>
              </c:pt>
              <c:pt idx="733">
                <c:v>16.43591525900281</c:v>
              </c:pt>
              <c:pt idx="734">
                <c:v>16.507166251202545</c:v>
              </c:pt>
              <c:pt idx="735">
                <c:v>16.57838327636066</c:v>
              </c:pt>
              <c:pt idx="736">
                <c:v>16.6495666056838</c:v>
              </c:pt>
              <c:pt idx="737">
                <c:v>16.7207165071866</c:v>
              </c:pt>
              <c:pt idx="738">
                <c:v>16.7918332457379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17.35960406975783</c:v>
              </c:pt>
              <c:pt idx="747">
                <c:v>17.430433763934943</c:v>
              </c:pt>
              <c:pt idx="748">
                <c:v>17.50123278056167</c:v>
              </c:pt>
              <c:pt idx="749">
                <c:v>17.57200135276835</c:v>
              </c:pt>
              <c:pt idx="750">
                <c:v>17.6427397110413</c:v>
              </c:pt>
              <c:pt idx="751">
                <c:v>17.713448083260605</c:v>
              </c:pt>
              <c:pt idx="752">
                <c:v>17.78412669473659</c:v>
              </c:pt>
              <c:pt idx="753">
                <c:v>17.854775768245606</c:v>
              </c:pt>
              <c:pt idx="754">
                <c:v>17.92539552406579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18.55968918371146</c:v>
              </c:pt>
              <c:pt idx="764">
                <c:v>18.630027352571492</c:v>
              </c:pt>
              <c:pt idx="765">
                <c:v>18.70033847150186</c:v>
              </c:pt>
              <c:pt idx="766">
                <c:v>18.77062273336622</c:v>
              </c:pt>
              <c:pt idx="767">
                <c:v>18.84088032894057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19.82178880782706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20.03135481239103</c:v>
              </c:pt>
              <c:pt idx="785">
                <c:v>20.10116281826666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20.93707649692329</c:v>
              </c:pt>
              <c:pt idx="798">
                <c:v>21.00659186699272</c:v>
              </c:pt>
              <c:pt idx="799">
                <c:v>21.076085723368546</c:v>
              </c:pt>
              <c:pt idx="800">
                <c:v>21.145558201392717</c:v>
              </c:pt>
            </c:numLit>
          </c:yVal>
        </c:ser>
        <c:ser>
          <c:idx val="1"/>
          <c:order val="1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</c:v>
              </c:pt>
              <c:pt idx="1">
                <c:v>31.732392919373247</c:v>
              </c:pt>
              <c:pt idx="2">
                <c:v>31.66161032910943</c:v>
              </c:pt>
              <c:pt idx="3">
                <c:v>31.59082213608929</c:v>
              </c:pt>
              <c:pt idx="4">
                <c:v>31.52002826907851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</c:v>
              </c:pt>
              <c:pt idx="16">
                <c:v>30.670032438935756</c:v>
              </c:pt>
              <c:pt idx="17">
                <c:v>30.5991580164276</c:v>
              </c:pt>
              <c:pt idx="18">
                <c:v>30.528276849712892</c:v>
              </c:pt>
              <c:pt idx="19">
                <c:v>30.45738885681673</c:v>
              </c:pt>
              <c:pt idx="20">
                <c:v>30.386493954982683</c:v>
              </c:pt>
              <c:pt idx="21">
                <c:v>30.31559206066193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29.67714616083411</c:v>
              </c:pt>
              <c:pt idx="31">
                <c:v>29.60616956577191</c:v>
              </c:pt>
              <c:pt idx="32">
                <c:v>29.53518500429218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29.25116520469651</c:v>
              </c:pt>
              <c:pt idx="37">
                <c:v>29.18013938585766</c:v>
              </c:pt>
              <c:pt idx="38">
                <c:v>29.109105023915426</c:v>
              </c:pt>
              <c:pt idx="39">
                <c:v>29.03806201941613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</c:v>
              </c:pt>
              <c:pt idx="43">
                <c:v>28.75380155208854</c:v>
              </c:pt>
              <c:pt idx="44">
                <c:v>28.68271380815271</c:v>
              </c:pt>
              <c:pt idx="45">
                <c:v>28.611616803867935</c:v>
              </c:pt>
              <c:pt idx="46">
                <c:v>28.54051043264704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26.11648314659733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</c:v>
              </c:pt>
              <c:pt idx="85">
                <c:v>25.75878858911432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23.53205243441282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</c:v>
              </c:pt>
              <c:pt idx="121">
                <c:v>23.17120979772829</c:v>
              </c:pt>
              <c:pt idx="122">
                <c:v>23.098976975618417</c:v>
              </c:pt>
              <c:pt idx="123">
                <c:v>23.02672217131122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22.59271803810761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</c:v>
              </c:pt>
              <c:pt idx="141">
                <c:v>21.722089031730587</c:v>
              </c:pt>
              <c:pt idx="142">
                <c:v>21.64936769948896</c:v>
              </c:pt>
              <c:pt idx="143">
                <c:v>21.57661904490982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21.28534521042105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20.70139272595844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19.96860119154135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</c:v>
              </c:pt>
              <c:pt idx="170">
                <c:v>19.60091684993528</c:v>
              </c:pt>
              <c:pt idx="171">
                <c:v>19.52727098641643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19.0846003895159</c:v>
              </c:pt>
              <c:pt idx="178">
                <c:v>19.01068569304248</c:v>
              </c:pt>
              <c:pt idx="179">
                <c:v>18.936730991853608</c:v>
              </c:pt>
              <c:pt idx="180">
                <c:v>18.86273587788522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18.56634304725531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</c:v>
              </c:pt>
              <c:pt idx="188">
                <c:v>18.26927035707713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18.0460033707707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17.82232711812316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17.59822994548873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17.14872623763061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16.62199562662345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13.40397837329865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13.170439757307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10.14791557875528</c:v>
              </c:pt>
              <c:pt idx="295">
                <c:v>10.073421688496886</c:v>
              </c:pt>
              <c:pt idx="296">
                <c:v>9.999326554433445</c:v>
              </c:pt>
              <c:pt idx="297">
                <c:v>9.925662625409593</c:v>
              </c:pt>
              <c:pt idx="298">
                <c:v>9.852464545002443</c:v>
              </c:pt>
              <c:pt idx="299">
                <c:v>9.779769298122671</c:v>
              </c:pt>
              <c:pt idx="300">
                <c:v>9.70761636697667</c:v>
              </c:pt>
              <c:pt idx="301">
                <c:v>9.636047896861504</c:v>
              </c:pt>
              <c:pt idx="302">
                <c:v>9.565108872261927</c:v>
              </c:pt>
              <c:pt idx="303">
                <c:v>9.494847303708546</c:v>
              </c:pt>
              <c:pt idx="304">
                <c:v>9.425314425845393</c:v>
              </c:pt>
              <c:pt idx="305">
                <c:v>9.356564907122603</c:v>
              </c:pt>
              <c:pt idx="306">
                <c:v>9.28865707150493</c:v>
              </c:pt>
              <c:pt idx="307">
                <c:v>9.221653132532063</c:v>
              </c:pt>
              <c:pt idx="308">
                <c:v>9.155619440012337</c:v>
              </c:pt>
              <c:pt idx="309">
                <c:v>9.090626739556427</c:v>
              </c:pt>
              <c:pt idx="310">
                <c:v>9.02675044505861</c:v>
              </c:pt>
              <c:pt idx="311">
                <c:v>8.964070924128457</c:v>
              </c:pt>
              <c:pt idx="312">
                <c:v>8.902673796339277</c:v>
              </c:pt>
              <c:pt idx="313">
                <c:v>8.84265024399956</c:v>
              </c:pt>
              <c:pt idx="314">
                <c:v>8.784097334975929</c:v>
              </c:pt>
              <c:pt idx="315">
                <c:v>8.727118356886256</c:v>
              </c:pt>
              <c:pt idx="316">
                <c:v>8.671823161744937</c:v>
              </c:pt>
              <c:pt idx="317">
                <c:v>8.618328519881597</c:v>
              </c:pt>
              <c:pt idx="318">
                <c:v>8.566758481667485</c:v>
              </c:pt>
              <c:pt idx="319">
                <c:v>8.517244745272485</c:v>
              </c:pt>
              <c:pt idx="320">
                <c:v>8.4699270283468</c:v>
              </c:pt>
              <c:pt idx="321">
                <c:v>8.424953441181579</c:v>
              </c:pt>
              <c:pt idx="322">
                <c:v>8.382480858558456</c:v>
              </c:pt>
              <c:pt idx="323">
                <c:v>8.342675287166209</c:v>
              </c:pt>
              <c:pt idx="324">
                <c:v>8.305712225148099</c:v>
              </c:pt>
              <c:pt idx="325">
                <c:v>8.271777010086247</c:v>
              </c:pt>
              <c:pt idx="326">
                <c:v>8.241065151521754</c:v>
              </c:pt>
              <c:pt idx="327">
                <c:v>8.213782644009955</c:v>
              </c:pt>
              <c:pt idx="328">
                <c:v>8.190146256722976</c:v>
              </c:pt>
              <c:pt idx="329">
                <c:v>8.170383795789958</c:v>
              </c:pt>
              <c:pt idx="330">
                <c:v>8.154734335922162</c:v>
              </c:pt>
              <c:pt idx="331">
                <c:v>8.143448418468369</c:v>
              </c:pt>
              <c:pt idx="332">
                <c:v>8.136788213886952</c:v>
              </c:pt>
              <c:pt idx="333">
                <c:v>8.135027647765044</c:v>
              </c:pt>
              <c:pt idx="334">
                <c:v>8.138452490960717</c:v>
              </c:pt>
              <c:pt idx="335">
                <c:v>8.147360416219406</c:v>
              </c:pt>
              <c:pt idx="336">
                <c:v>8.162061025712973</c:v>
              </c:pt>
              <c:pt idx="337">
                <c:v>8.182875856354874</c:v>
              </c:pt>
              <c:pt idx="338">
                <c:v>8.210138372424774</c:v>
              </c:pt>
              <c:pt idx="339">
                <c:v>8.244193957932842</c:v>
              </c:pt>
              <c:pt idx="340">
                <c:v>8.285399924201432</c:v>
              </c:pt>
              <c:pt idx="341">
                <c:v>8.334125551239685</c:v>
              </c:pt>
              <c:pt idx="342">
                <c:v>8.390752184546331</c:v>
              </c:pt>
              <c:pt idx="343">
                <c:v>8.455673411865098</c:v>
              </c:pt>
              <c:pt idx="344">
                <c:v>8.529295347053264</c:v>
              </c:pt>
              <c:pt idx="345">
                <c:v>8.612037050478937</c:v>
              </c:pt>
              <c:pt idx="346">
                <c:v>8.70433111717728</c:v>
              </c:pt>
              <c:pt idx="347">
                <c:v>8.806624465310446</c:v>
              </c:pt>
              <c:pt idx="348">
                <c:v>8.919379358273915</c:v>
              </c:pt>
              <c:pt idx="349">
                <c:v>9.043074694101074</c:v>
              </c:pt>
              <c:pt idx="350">
                <c:v>9.178207595739151</c:v>
              </c:pt>
              <c:pt idx="351">
                <c:v>9.325295335352928</c:v>
              </c:pt>
              <c:pt idx="352">
                <c:v>9.484877625298644</c:v>
              </c:pt>
              <c:pt idx="353">
                <c:v>9.657519307914788</c:v>
              </c:pt>
              <c:pt idx="354">
                <c:v>9.843813476020081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</c:v>
              </c:pt>
              <c:pt idx="377">
                <c:v>20.15884441990326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</c:v>
              </c:pt>
              <c:pt idx="384">
                <c:v>27.78420580227941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32.33285247137962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</c:v>
              </c:pt>
              <c:pt idx="391">
                <c:v>39.8499085962294</c:v>
              </c:pt>
              <c:pt idx="392">
                <c:v>41.96237347685433</c:v>
              </c:pt>
              <c:pt idx="393">
                <c:v>44.13418495409329</c:v>
              </c:pt>
              <c:pt idx="394">
                <c:v>46.33160407049017</c:v>
              </c:pt>
              <c:pt idx="395">
                <c:v>48.50836870264624</c:v>
              </c:pt>
              <c:pt idx="396">
                <c:v>50.60506790575467</c:v>
              </c:pt>
              <c:pt idx="397">
                <c:v>52.550456457670116</c:v>
              </c:pt>
              <c:pt idx="398">
                <c:v>54.26554183741523</c:v>
              </c:pt>
              <c:pt idx="399">
                <c:v>55.670805936524395</c:v>
              </c:pt>
              <c:pt idx="400">
                <c:v>56.69593802758497</c:v>
              </c:pt>
              <c:pt idx="401">
                <c:v>57.29020274383902</c:v>
              </c:pt>
              <c:pt idx="402">
                <c:v>57.4306840382543</c:v>
              </c:pt>
              <c:pt idx="403">
                <c:v>57.12583645361084</c:v>
              </c:pt>
              <c:pt idx="404">
                <c:v>56.41321313351376</c:v>
              </c:pt>
              <c:pt idx="405">
                <c:v>55.352259474835066</c:v>
              </c:pt>
              <c:pt idx="406">
                <c:v>54.01457123725241</c:v>
              </c:pt>
              <c:pt idx="407">
                <c:v>52.474322768312106</c:v>
              </c:pt>
              <c:pt idx="408">
                <c:v>50.80080434591061</c:v>
              </c:pt>
              <c:pt idx="409">
                <c:v>49.05382929928383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</c:v>
              </c:pt>
              <c:pt idx="413">
                <c:v>42.13627612117606</c:v>
              </c:pt>
              <c:pt idx="414">
                <c:v>40.54077097761416</c:v>
              </c:pt>
              <c:pt idx="415">
                <c:v>39.02044328638143</c:v>
              </c:pt>
              <c:pt idx="416">
                <c:v>37.578066973927314</c:v>
              </c:pt>
              <c:pt idx="417">
                <c:v>36.21378852181434</c:v>
              </c:pt>
              <c:pt idx="418">
                <c:v>34.92596771875002</c:v>
              </c:pt>
              <c:pt idx="419">
                <c:v>33.71180468312609</c:v>
              </c:pt>
              <c:pt idx="420">
                <c:v>32.56779620184465</c:v>
              </c:pt>
              <c:pt idx="421">
                <c:v>31.49006057277832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24.78889428081297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22.9371719943127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16.67178283716076</c:v>
              </c:pt>
              <c:pt idx="448">
                <c:v>16.371694274719935</c:v>
              </c:pt>
              <c:pt idx="449">
                <c:v>16.08188631460759</c:v>
              </c:pt>
              <c:pt idx="450">
                <c:v>15.80182165100024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</c:v>
              </c:pt>
              <c:pt idx="484">
                <c:v>9.843516446956205</c:v>
              </c:pt>
              <c:pt idx="485">
                <c:v>9.735343242491282</c:v>
              </c:pt>
              <c:pt idx="486">
                <c:v>9.629792130492497</c:v>
              </c:pt>
              <c:pt idx="487">
                <c:v>9.526808969085783</c:v>
              </c:pt>
              <c:pt idx="488">
                <c:v>9.4263425851875</c:v>
              </c:pt>
              <c:pt idx="489">
                <c:v>9.328344606044206</c:v>
              </c:pt>
              <c:pt idx="490">
                <c:v>9.232769299999669</c:v>
              </c:pt>
              <c:pt idx="491">
                <c:v>9.139573425759806</c:v>
              </c:pt>
              <c:pt idx="492">
                <c:v>9.04871608950059</c:v>
              </c:pt>
              <c:pt idx="493">
                <c:v>8.960158609207932</c:v>
              </c:pt>
              <c:pt idx="494">
                <c:v>8.873864385696344</c:v>
              </c:pt>
              <c:pt idx="495">
                <c:v>8.789798779800208</c:v>
              </c:pt>
              <c:pt idx="496">
                <c:v>8.70792899527353</c:v>
              </c:pt>
              <c:pt idx="497">
                <c:v>8.628223966976305</c:v>
              </c:pt>
              <c:pt idx="498">
                <c:v>8.550654253965801</c:v>
              </c:pt>
              <c:pt idx="499">
                <c:v>8.475191937142409</c:v>
              </c:pt>
              <c:pt idx="500">
                <c:v>8.40181052113707</c:v>
              </c:pt>
              <c:pt idx="501">
                <c:v>8.330484840158277</c:v>
              </c:pt>
              <c:pt idx="502">
                <c:v>8.26119096754107</c:v>
              </c:pt>
              <c:pt idx="503">
                <c:v>8.19390612877616</c:v>
              </c:pt>
              <c:pt idx="504">
                <c:v>8.128608617814589</c:v>
              </c:pt>
              <c:pt idx="505">
                <c:v>8.065277716475176</c:v>
              </c:pt>
              <c:pt idx="506">
                <c:v>8.003893616797008</c:v>
              </c:pt>
              <c:pt idx="507">
                <c:v>7.944437346209239</c:v>
              </c:pt>
              <c:pt idx="508">
                <c:v>7.886890695401778</c:v>
              </c:pt>
              <c:pt idx="509">
                <c:v>7.831236148805439</c:v>
              </c:pt>
              <c:pt idx="510">
                <c:v>7.777456817603019</c:v>
              </c:pt>
              <c:pt idx="511">
                <c:v>7.725536375212567</c:v>
              </c:pt>
              <c:pt idx="512">
                <c:v>7.675458995193239</c:v>
              </c:pt>
              <c:pt idx="513">
                <c:v>7.627209291543682</c:v>
              </c:pt>
              <c:pt idx="514">
                <c:v>7.580772261369401</c:v>
              </c:pt>
              <c:pt idx="515">
                <c:v>7.53613322990916</c:v>
              </c:pt>
              <c:pt idx="516">
                <c:v>7.493277797916792</c:v>
              </c:pt>
              <c:pt idx="517">
                <c:v>7.452191791406374</c:v>
              </c:pt>
              <c:pt idx="518">
                <c:v>7.41286121377099</c:v>
              </c:pt>
              <c:pt idx="519">
                <c:v>7.375272200291828</c:v>
              </c:pt>
              <c:pt idx="520">
                <c:v>7.339410975058977</c:v>
              </c:pt>
              <c:pt idx="521">
                <c:v>7.305263810324757</c:v>
              </c:pt>
              <c:pt idx="522">
                <c:v>7.272816988314189</c:v>
              </c:pt>
              <c:pt idx="523">
                <c:v>7.242056765512721</c:v>
              </c:pt>
              <c:pt idx="524">
                <c:v>7.212969339454583</c:v>
              </c:pt>
              <c:pt idx="525">
                <c:v>7.185540818026202</c:v>
              </c:pt>
              <c:pt idx="526">
                <c:v>7.159757191300329</c:v>
              </c:pt>
              <c:pt idx="527">
                <c:v>7.1356043059071546</c:v>
              </c:pt>
              <c:pt idx="528">
                <c:v>7.113067841945128</c:v>
              </c:pt>
              <c:pt idx="529">
                <c:v>7.092133292425219</c:v>
              </c:pt>
              <c:pt idx="530">
                <c:v>7.0727859452364035</c:v>
              </c:pt>
              <c:pt idx="531">
                <c:v>7.055010867609854</c:v>
              </c:pt>
              <c:pt idx="532">
                <c:v>7.038792893052343</c:v>
              </c:pt>
              <c:pt idx="533">
                <c:v>7.024116610708641</c:v>
              </c:pt>
              <c:pt idx="534">
                <c:v>7.010966357104755</c:v>
              </c:pt>
              <c:pt idx="535">
                <c:v>6.999326210213018</c:v>
              </c:pt>
              <c:pt idx="536">
                <c:v>6.989179985772697</c:v>
              </c:pt>
              <c:pt idx="537">
                <c:v>6.98051123578853</c:v>
              </c:pt>
              <c:pt idx="538">
                <c:v>6.973303249123144</c:v>
              </c:pt>
              <c:pt idx="539">
                <c:v>6.967539054089916</c:v>
              </c:pt>
              <c:pt idx="540">
                <c:v>6.96320142294561</c:v>
              </c:pt>
              <c:pt idx="541">
                <c:v>6.960272878175592</c:v>
              </c:pt>
              <c:pt idx="542">
                <c:v>6.958735700458192</c:v>
              </c:pt>
              <c:pt idx="543">
                <c:v>6.958571938189687</c:v>
              </c:pt>
              <c:pt idx="544">
                <c:v>6.959763418447461</c:v>
              </c:pt>
              <c:pt idx="545">
                <c:v>6.962291759265061</c:v>
              </c:pt>
              <c:pt idx="546">
                <c:v>6.966138383091149</c:v>
              </c:pt>
              <c:pt idx="547">
                <c:v>6.971284531302807</c:v>
              </c:pt>
              <c:pt idx="548">
                <c:v>6.977711279643539</c:v>
              </c:pt>
              <c:pt idx="549">
                <c:v>6.985399554456401</c:v>
              </c:pt>
              <c:pt idx="550">
                <c:v>6.994330149585067</c:v>
              </c:pt>
              <c:pt idx="551">
                <c:v>7.0044837438173655</c:v>
              </c:pt>
              <c:pt idx="552">
                <c:v>7.015840918749658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</c:v>
              </c:pt>
              <c:pt idx="556">
                <c:v>7.072914677497086</c:v>
              </c:pt>
              <c:pt idx="557">
                <c:v>7.089996357487101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</c:v>
              </c:pt>
              <c:pt idx="562">
                <c:v>7.191304652231805</c:v>
              </c:pt>
              <c:pt idx="563">
                <c:v>7.214610064287482</c:v>
              </c:pt>
              <c:pt idx="564">
                <c:v>7.238885059907439</c:v>
              </c:pt>
              <c:pt idx="565">
                <c:v>7.264110583752137</c:v>
              </c:pt>
              <c:pt idx="566">
                <c:v>7.290267721926871</c:v>
              </c:pt>
              <c:pt idx="567">
                <c:v>7.317337715335691</c:v>
              </c:pt>
              <c:pt idx="568">
                <c:v>7.345301972313611</c:v>
              </c:pt>
              <c:pt idx="569">
                <c:v>7.374142080520986</c:v>
              </c:pt>
              <c:pt idx="570">
                <c:v>7.403839818089703</c:v>
              </c:pt>
              <c:pt idx="571">
                <c:v>7.434377164015037</c:v>
              </c:pt>
              <c:pt idx="572">
                <c:v>7.4657363077921195</c:v>
              </c:pt>
              <c:pt idx="573">
                <c:v>7.497899658301231</c:v>
              </c:pt>
              <c:pt idx="574">
                <c:v>7.530849851946447</c:v>
              </c:pt>
              <c:pt idx="575">
                <c:v>7.564569760062408</c:v>
              </c:pt>
              <c:pt idx="576">
                <c:v>7.599042495598305</c:v>
              </c:pt>
              <c:pt idx="577">
                <c:v>7.634251419098408</c:v>
              </c:pt>
              <c:pt idx="578">
                <c:v>7.670180143998127</c:v>
              </c:pt>
              <c:pt idx="579">
                <c:v>7.706812541253431</c:v>
              </c:pt>
              <c:pt idx="580">
                <c:v>7.744132743330805</c:v>
              </c:pt>
              <c:pt idx="581">
                <c:v>7.782125147577779</c:v>
              </c:pt>
              <c:pt idx="582">
                <c:v>7.8207744190015</c:v>
              </c:pt>
              <c:pt idx="583">
                <c:v>7.860065492480809</c:v>
              </c:pt>
              <c:pt idx="584">
                <c:v>7.899983574438283</c:v>
              </c:pt>
              <c:pt idx="585">
                <c:v>7.94051414400045</c:v>
              </c:pt>
              <c:pt idx="586">
                <c:v>7.9816429536718445</c:v>
              </c:pt>
              <c:pt idx="587">
                <c:v>8.023356029552126</c:v>
              </c:pt>
              <c:pt idx="588">
                <c:v>8.065639671121822</c:v>
              </c:pt>
              <c:pt idx="589">
                <c:v>8.108480450625574</c:v>
              </c:pt>
              <c:pt idx="590">
                <c:v>8.151865212076912</c:v>
              </c:pt>
              <c:pt idx="591">
                <c:v>8.195781069913984</c:v>
              </c:pt>
              <c:pt idx="592">
                <c:v>8.240215407328067</c:v>
              </c:pt>
              <c:pt idx="593">
                <c:v>8.285155874291823</c:v>
              </c:pt>
              <c:pt idx="594">
                <c:v>8.33059038531134</c:v>
              </c:pt>
              <c:pt idx="595">
                <c:v>8.376507116923191</c:v>
              </c:pt>
              <c:pt idx="596">
                <c:v>8.422894504960627</c:v>
              </c:pt>
              <c:pt idx="597">
                <c:v>8.469741241609828</c:v>
              </c:pt>
              <c:pt idx="598">
                <c:v>8.517036272275977</c:v>
              </c:pt>
              <c:pt idx="599">
                <c:v>8.564768792278464</c:v>
              </c:pt>
              <c:pt idx="600">
                <c:v>8.612928243395723</c:v>
              </c:pt>
              <c:pt idx="601">
                <c:v>8.6615043102742</c:v>
              </c:pt>
              <c:pt idx="602">
                <c:v>8.710486916720718</c:v>
              </c:pt>
              <c:pt idx="603">
                <c:v>8.759866221893086</c:v>
              </c:pt>
              <c:pt idx="604">
                <c:v>8.809632616401405</c:v>
              </c:pt>
              <c:pt idx="605">
                <c:v>8.85977671833971</c:v>
              </c:pt>
              <c:pt idx="606">
                <c:v>8.91028936925436</c:v>
              </c:pt>
              <c:pt idx="607">
                <c:v>8.961161630064604</c:v>
              </c:pt>
              <c:pt idx="608">
                <c:v>9.012384776947428</c:v>
              </c:pt>
              <c:pt idx="609">
                <c:v>9.063950297195785</c:v>
              </c:pt>
              <c:pt idx="610">
                <c:v>9.115849885059225</c:v>
              </c:pt>
              <c:pt idx="611">
                <c:v>9.16807543757771</c:v>
              </c:pt>
              <c:pt idx="612">
                <c:v>9.220619050416907</c:v>
              </c:pt>
              <c:pt idx="613">
                <c:v>9.273473013710934</c:v>
              </c:pt>
              <c:pt idx="614">
                <c:v>9.32662980792015</c:v>
              </c:pt>
              <c:pt idx="615">
                <c:v>9.38008209971204</c:v>
              </c:pt>
              <c:pt idx="616">
                <c:v>9.433822737870106</c:v>
              </c:pt>
              <c:pt idx="617">
                <c:v>9.487844749233597</c:v>
              </c:pt>
              <c:pt idx="618">
                <c:v>9.542141334677494</c:v>
              </c:pt>
              <c:pt idx="619">
                <c:v>9.596705865133856</c:v>
              </c:pt>
              <c:pt idx="620">
                <c:v>9.651531877658176</c:v>
              </c:pt>
              <c:pt idx="621">
                <c:v>9.706613071547062</c:v>
              </c:pt>
              <c:pt idx="622">
                <c:v>9.761943304507005</c:v>
              </c:pt>
              <c:pt idx="623">
                <c:v>9.817516588879284</c:v>
              </c:pt>
              <c:pt idx="624">
                <c:v>9.873327087921313</c:v>
              </c:pt>
              <c:pt idx="625">
                <c:v>9.929369112149386</c:v>
              </c:pt>
              <c:pt idx="626">
                <c:v>9.985637115740515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12.87158543153886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15.55354625505275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16.26688968504934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17.30929177387035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17.83214869809599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18.02845196900157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18.81472835660209</c:v>
              </c:pt>
              <c:pt idx="767">
                <c:v>18.88031916052145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</c:v>
              </c:pt>
              <c:pt idx="780">
                <c:v>19.73376928925443</c:v>
              </c:pt>
              <c:pt idx="781">
                <c:v>19.799471507350304</c:v>
              </c:pt>
              <c:pt idx="782">
                <c:v>19.86518025564562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20.12807715143988</c:v>
              </c:pt>
              <c:pt idx="787">
                <c:v>20.19381602774559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</c:ser>
        <c:ser>
          <c:idx val="2"/>
          <c:order val="2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匹配前</c:v>
          </c:tx>
          <c:spPr>
            <a:ln xmlns:a="http://schemas.openxmlformats.org/drawingml/2006/main"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</c:v>
              </c:pt>
              <c:pt idx="1">
                <c:v>-89.85490651498739</c:v>
              </c:pt>
              <c:pt idx="2">
                <c:v>-89.85420981989594</c:v>
              </c:pt>
              <c:pt idx="3">
                <c:v>-89.85350809294603</c:v>
              </c:pt>
              <c:pt idx="4">
                <c:v>-89.85280128555137</c:v>
              </c:pt>
              <c:pt idx="5">
                <c:v>-89.85208934851666</c:v>
              </c:pt>
              <c:pt idx="6">
                <c:v>-89.85137223206478</c:v>
              </c:pt>
              <c:pt idx="7">
                <c:v>-89.85064988579971</c:v>
              </c:pt>
              <c:pt idx="8">
                <c:v>-89.84992225873384</c:v>
              </c:pt>
              <c:pt idx="9">
                <c:v>-89.84918929922975</c:v>
              </c:pt>
              <c:pt idx="10">
                <c:v>-89.84845095501535</c:v>
              </c:pt>
              <c:pt idx="11">
                <c:v>-89.84770717321413</c:v>
              </c:pt>
              <c:pt idx="12">
                <c:v>-89.84695790025695</c:v>
              </c:pt>
              <c:pt idx="13">
                <c:v>-89.84620308192456</c:v>
              </c:pt>
              <c:pt idx="14">
                <c:v>-89.84544266335067</c:v>
              </c:pt>
              <c:pt idx="15">
                <c:v>-89.84467658894923</c:v>
              </c:pt>
              <c:pt idx="16">
                <c:v>-89.84390480246611</c:v>
              </c:pt>
              <c:pt idx="17">
                <c:v>-89.84312724695218</c:v>
              </c:pt>
              <c:pt idx="18">
                <c:v>-89.84234386472697</c:v>
              </c:pt>
              <c:pt idx="19">
                <c:v>-89.84155459739442</c:v>
              </c:pt>
              <c:pt idx="20">
                <c:v>-89.84075938583105</c:v>
              </c:pt>
              <c:pt idx="21">
                <c:v>-89.8399581701622</c:v>
              </c:pt>
              <c:pt idx="22">
                <c:v>-89.8391508897536</c:v>
              </c:pt>
              <c:pt idx="23">
                <c:v>-89.83833748321798</c:v>
              </c:pt>
              <c:pt idx="24">
                <c:v>-89.83751788837036</c:v>
              </c:pt>
              <c:pt idx="25">
                <c:v>-89.83669204224401</c:v>
              </c:pt>
              <c:pt idx="26">
                <c:v>-89.83585988106711</c:v>
              </c:pt>
              <c:pt idx="27">
                <c:v>-89.83502134025754</c:v>
              </c:pt>
              <c:pt idx="28">
                <c:v>-89.83417635439679</c:v>
              </c:pt>
              <c:pt idx="29">
                <c:v>-89.83332485723402</c:v>
              </c:pt>
              <c:pt idx="30">
                <c:v>-89.83246678164497</c:v>
              </c:pt>
              <c:pt idx="31">
                <c:v>-89.83160205967242</c:v>
              </c:pt>
              <c:pt idx="32">
                <c:v>-89.83073062244003</c:v>
              </c:pt>
              <c:pt idx="33">
                <c:v>-89.82985240020813</c:v>
              </c:pt>
              <c:pt idx="34">
                <c:v>-89.82896732230577</c:v>
              </c:pt>
              <c:pt idx="35">
                <c:v>-89.82807531715052</c:v>
              </c:pt>
              <c:pt idx="36">
                <c:v>-89.82717631222299</c:v>
              </c:pt>
              <c:pt idx="37">
                <c:v>-89.82627023405358</c:v>
              </c:pt>
              <c:pt idx="38">
                <c:v>-89.82535700818524</c:v>
              </c:pt>
              <c:pt idx="39">
                <c:v>-89.8244365592146</c:v>
              </c:pt>
              <c:pt idx="40">
                <c:v>-89.82350881070684</c:v>
              </c:pt>
              <c:pt idx="41">
                <c:v>-89.82257368523695</c:v>
              </c:pt>
              <c:pt idx="42">
                <c:v>-89.82163110433193</c:v>
              </c:pt>
              <c:pt idx="43">
                <c:v>-89.82068098847623</c:v>
              </c:pt>
              <c:pt idx="44">
                <c:v>-89.81972325710831</c:v>
              </c:pt>
              <c:pt idx="45">
                <c:v>-89.81875782856015</c:v>
              </c:pt>
              <c:pt idx="46">
                <c:v>-89.81778462008111</c:v>
              </c:pt>
              <c:pt idx="47">
                <c:v>-89.81680354780177</c:v>
              </c:pt>
              <c:pt idx="48">
                <c:v>-89.81581452671298</c:v>
              </c:pt>
              <c:pt idx="49">
                <c:v>-89.81481747066903</c:v>
              </c:pt>
              <c:pt idx="50">
                <c:v>-89.81381229232481</c:v>
              </c:pt>
              <c:pt idx="51">
                <c:v>-89.81279890318147</c:v>
              </c:pt>
              <c:pt idx="52">
                <c:v>-89.81177721350282</c:v>
              </c:pt>
              <c:pt idx="53">
                <c:v>-89.81074713232813</c:v>
              </c:pt>
              <c:pt idx="54">
                <c:v>-89.809708567452</c:v>
              </c:pt>
              <c:pt idx="55">
                <c:v>-89.80866142539844</c:v>
              </c:pt>
              <c:pt idx="56">
                <c:v>-89.807605611398</c:v>
              </c:pt>
              <c:pt idx="57">
                <c:v>-89.80654102936224</c:v>
              </c:pt>
              <c:pt idx="58">
                <c:v>-89.80546758187015</c:v>
              </c:pt>
              <c:pt idx="59">
                <c:v>-89.80438517014896</c:v>
              </c:pt>
              <c:pt idx="60">
                <c:v>-89.80329369404</c:v>
              </c:pt>
              <c:pt idx="61">
                <c:v>-89.8021930519857</c:v>
              </c:pt>
              <c:pt idx="62">
                <c:v>-89.80108314099604</c:v>
              </c:pt>
              <c:pt idx="63">
                <c:v>-89.79996385662683</c:v>
              </c:pt>
              <c:pt idx="64">
                <c:v>-89.7988350929704</c:v>
              </c:pt>
              <c:pt idx="65">
                <c:v>-89.79769674260156</c:v>
              </c:pt>
              <c:pt idx="66">
                <c:v>-89.79654869657449</c:v>
              </c:pt>
              <c:pt idx="67">
                <c:v>-89.79539084440518</c:v>
              </c:pt>
              <c:pt idx="68">
                <c:v>-89.79422307400287</c:v>
              </c:pt>
              <c:pt idx="69">
                <c:v>-89.79304527169478</c:v>
              </c:pt>
              <c:pt idx="70">
                <c:v>-89.79185732215207</c:v>
              </c:pt>
              <c:pt idx="71">
                <c:v>-89.79065910840298</c:v>
              </c:pt>
              <c:pt idx="72">
                <c:v>-89.78945051176247</c:v>
              </c:pt>
              <c:pt idx="73">
                <c:v>-89.78823141185158</c:v>
              </c:pt>
              <c:pt idx="74">
                <c:v>-89.78700168651272</c:v>
              </c:pt>
              <c:pt idx="75">
                <c:v>-89.78576121182368</c:v>
              </c:pt>
              <c:pt idx="76">
                <c:v>-89.78450986203721</c:v>
              </c:pt>
              <c:pt idx="77">
                <c:v>-89.78324750958063</c:v>
              </c:pt>
              <c:pt idx="78">
                <c:v>-89.78197402497524</c:v>
              </c:pt>
              <c:pt idx="79">
                <c:v>-89.78068927684828</c:v>
              </c:pt>
              <c:pt idx="80">
                <c:v>-89.77939313188274</c:v>
              </c:pt>
              <c:pt idx="81">
                <c:v>-89.77808545478233</c:v>
              </c:pt>
              <c:pt idx="82">
                <c:v>-89.77676610822188</c:v>
              </c:pt>
              <c:pt idx="83">
                <c:v>-89.77543495283678</c:v>
              </c:pt>
              <c:pt idx="84">
                <c:v>-89.77409184717096</c:v>
              </c:pt>
              <c:pt idx="85">
                <c:v>-89.7727366476492</c:v>
              </c:pt>
              <c:pt idx="86">
                <c:v>-89.77136920851399</c:v>
              </c:pt>
              <c:pt idx="87">
                <c:v>-89.76998938182517</c:v>
              </c:pt>
              <c:pt idx="88">
                <c:v>-89.76859701738864</c:v>
              </c:pt>
              <c:pt idx="89">
                <c:v>-89.76719196271522</c:v>
              </c:pt>
              <c:pt idx="90">
                <c:v>-89.76577406300939</c:v>
              </c:pt>
              <c:pt idx="91">
                <c:v>-89.7643431610875</c:v>
              </c:pt>
              <c:pt idx="92">
                <c:v>-89.7628990973643</c:v>
              </c:pt>
              <c:pt idx="93">
                <c:v>-89.76144170979563</c:v>
              </c:pt>
              <c:pt idx="94">
                <c:v>-89.75997083382738</c:v>
              </c:pt>
              <c:pt idx="95">
                <c:v>-89.75848630235973</c:v>
              </c:pt>
              <c:pt idx="96">
                <c:v>-89.75698794569998</c:v>
              </c:pt>
              <c:pt idx="97">
                <c:v>-89.75547559148634</c:v>
              </c:pt>
              <c:pt idx="98">
                <c:v>-89.75394906469775</c:v>
              </c:pt>
              <c:pt idx="99">
                <c:v>-89.75240818753736</c:v>
              </c:pt>
              <c:pt idx="100">
                <c:v>-89.75085277941682</c:v>
              </c:pt>
              <c:pt idx="101">
                <c:v>-89.74928265689091</c:v>
              </c:pt>
              <c:pt idx="102">
                <c:v>-89.7476976336369</c:v>
              </c:pt>
              <c:pt idx="103">
                <c:v>-89.74609752032552</c:v>
              </c:pt>
              <c:pt idx="104">
                <c:v>-89.74448212464264</c:v>
              </c:pt>
              <c:pt idx="105">
                <c:v>-89.74285125117909</c:v>
              </c:pt>
              <c:pt idx="106">
                <c:v>-89.74120470140637</c:v>
              </c:pt>
              <c:pt idx="107">
                <c:v>-89.73954227358536</c:v>
              </c:pt>
              <c:pt idx="108">
                <c:v>-89.73786376272558</c:v>
              </c:pt>
              <c:pt idx="109">
                <c:v>-89.73616896051291</c:v>
              </c:pt>
              <c:pt idx="110">
                <c:v>-89.7344576552408</c:v>
              </c:pt>
              <c:pt idx="111">
                <c:v>-89.73272963176855</c:v>
              </c:pt>
              <c:pt idx="112">
                <c:v>-89.73098467141</c:v>
              </c:pt>
              <c:pt idx="113">
                <c:v>-89.7292225518992</c:v>
              </c:pt>
              <c:pt idx="114">
                <c:v>-89.72744304732734</c:v>
              </c:pt>
              <c:pt idx="115">
                <c:v>-89.72564592802203</c:v>
              </c:pt>
              <c:pt idx="116">
                <c:v>-89.72383096050352</c:v>
              </c:pt>
              <c:pt idx="117">
                <c:v>-89.72199790744455</c:v>
              </c:pt>
              <c:pt idx="118">
                <c:v>-89.72014652751109</c:v>
              </c:pt>
              <c:pt idx="119">
                <c:v>-89.71827657535034</c:v>
              </c:pt>
              <c:pt idx="120">
                <c:v>-89.71638780149175</c:v>
              </c:pt>
              <c:pt idx="121">
                <c:v>-89.71447995223436</c:v>
              </c:pt>
              <c:pt idx="122">
                <c:v>-89.71255276960831</c:v>
              </c:pt>
              <c:pt idx="123">
                <c:v>-89.71060599124654</c:v>
              </c:pt>
              <c:pt idx="124">
                <c:v>-89.70863935031603</c:v>
              </c:pt>
              <c:pt idx="125">
                <c:v>-89.70665257542387</c:v>
              </c:pt>
              <c:pt idx="126">
                <c:v>-89.70464539053302</c:v>
              </c:pt>
              <c:pt idx="127">
                <c:v>-89.70261751483545</c:v>
              </c:pt>
              <c:pt idx="128">
                <c:v>-89.70056866268777</c:v>
              </c:pt>
              <c:pt idx="129">
                <c:v>-89.69849854348092</c:v>
              </c:pt>
              <c:pt idx="130">
                <c:v>-89.69640686156055</c:v>
              </c:pt>
              <c:pt idx="131">
                <c:v>-89.69429331611377</c:v>
              </c:pt>
              <c:pt idx="132">
                <c:v>-89.69215760104854</c:v>
              </c:pt>
              <c:pt idx="133">
                <c:v>-89.68999940489746</c:v>
              </c:pt>
              <c:pt idx="134">
                <c:v>-89.6878184107028</c:v>
              </c:pt>
              <c:pt idx="135">
                <c:v>-89.68561429588826</c:v>
              </c:pt>
              <c:pt idx="136">
                <c:v>-89.6833867321468</c:v>
              </c:pt>
              <c:pt idx="137">
                <c:v>-89.68113538532418</c:v>
              </c:pt>
              <c:pt idx="138">
                <c:v>-89.67885991527208</c:v>
              </c:pt>
              <c:pt idx="139">
                <c:v>-89.67655997575217</c:v>
              </c:pt>
              <c:pt idx="140">
                <c:v>-89.67423521426649</c:v>
              </c:pt>
              <c:pt idx="141">
                <c:v>-89.67188527195901</c:v>
              </c:pt>
              <c:pt idx="142">
                <c:v>-89.6695097834294</c:v>
              </c:pt>
              <c:pt idx="143">
                <c:v>-89.66710837665822</c:v>
              </c:pt>
              <c:pt idx="144">
                <c:v>-89.6646806727869</c:v>
              </c:pt>
              <c:pt idx="145">
                <c:v>-89.66222628600927</c:v>
              </c:pt>
              <c:pt idx="146">
                <c:v>-89.65974482342477</c:v>
              </c:pt>
              <c:pt idx="147">
                <c:v>-89.65723588485031</c:v>
              </c:pt>
              <c:pt idx="148">
                <c:v>-89.65469906268633</c:v>
              </c:pt>
              <c:pt idx="149">
                <c:v>-89.65213394172743</c:v>
              </c:pt>
              <c:pt idx="150">
                <c:v>-89.64954009900403</c:v>
              </c:pt>
              <c:pt idx="151">
                <c:v>-89.64691710361485</c:v>
              </c:pt>
              <c:pt idx="152">
                <c:v>-89.64426451652754</c:v>
              </c:pt>
              <c:pt idx="153">
                <c:v>-89.64158189040164</c:v>
              </c:pt>
              <c:pt idx="154">
                <c:v>-89.63886876941157</c:v>
              </c:pt>
              <c:pt idx="155">
                <c:v>-89.6361246890377</c:v>
              </c:pt>
              <c:pt idx="156">
                <c:v>-89.63334917587751</c:v>
              </c:pt>
              <c:pt idx="157">
                <c:v>-89.63054174741954</c:v>
              </c:pt>
              <c:pt idx="158">
                <c:v>-89.62770191186317</c:v>
              </c:pt>
              <c:pt idx="159">
                <c:v>-89.6248291678758</c:v>
              </c:pt>
              <c:pt idx="160">
                <c:v>-89.6219230043761</c:v>
              </c:pt>
              <c:pt idx="161">
                <c:v>-89.61898290033761</c:v>
              </c:pt>
              <c:pt idx="162">
                <c:v>-89.61600832449591</c:v>
              </c:pt>
              <c:pt idx="163">
                <c:v>-89.61299873514496</c:v>
              </c:pt>
              <c:pt idx="164">
                <c:v>-89.60995357990285</c:v>
              </c:pt>
              <c:pt idx="165">
                <c:v>-89.60687229540443</c:v>
              </c:pt>
              <c:pt idx="166">
                <c:v>-89.60375430710324</c:v>
              </c:pt>
              <c:pt idx="167">
                <c:v>-89.60059902895232</c:v>
              </c:pt>
              <c:pt idx="168">
                <c:v>-89.59740586315739</c:v>
              </c:pt>
              <c:pt idx="169">
                <c:v>-89.59417419986653</c:v>
              </c:pt>
              <c:pt idx="170">
                <c:v>-89.5909034169037</c:v>
              </c:pt>
              <c:pt idx="171">
                <c:v>-89.5875928794478</c:v>
              </c:pt>
              <c:pt idx="172">
                <c:v>-89.58424193973893</c:v>
              </c:pt>
              <c:pt idx="173">
                <c:v>-89.58084993675314</c:v>
              </c:pt>
              <c:pt idx="174">
                <c:v>-89.57741619586247</c:v>
              </c:pt>
              <c:pt idx="175">
                <c:v>-89.5739400285174</c:v>
              </c:pt>
              <c:pt idx="176">
                <c:v>-89.57042073188416</c:v>
              </c:pt>
              <c:pt idx="177">
                <c:v>-89.56685758850179</c:v>
              </c:pt>
              <c:pt idx="178">
                <c:v>-89.56324986590604</c:v>
              </c:pt>
              <c:pt idx="179">
                <c:v>-89.55959681624238</c:v>
              </c:pt>
              <c:pt idx="180">
                <c:v>-89.55589767590254</c:v>
              </c:pt>
              <c:pt idx="181">
                <c:v>-89.5521516650947</c:v>
              </c:pt>
              <c:pt idx="182">
                <c:v>-89.54835798744305</c:v>
              </c:pt>
              <c:pt idx="183">
                <c:v>-89.54451582956676</c:v>
              </c:pt>
              <c:pt idx="184">
                <c:v>-89.54062436061858</c:v>
              </c:pt>
              <c:pt idx="185">
                <c:v>-89.53668273186793</c:v>
              </c:pt>
              <c:pt idx="186">
                <c:v>-89.53269007622475</c:v>
              </c:pt>
              <c:pt idx="187">
                <c:v>-89.52864550771878</c:v>
              </c:pt>
              <c:pt idx="188">
                <c:v>-89.52454812107432</c:v>
              </c:pt>
              <c:pt idx="189">
                <c:v>-89.52039699114036</c:v>
              </c:pt>
              <c:pt idx="190">
                <c:v>-89.51619117240857</c:v>
              </c:pt>
              <c:pt idx="191">
                <c:v>-89.51192969844334</c:v>
              </c:pt>
              <c:pt idx="192">
                <c:v>-89.50761158132791</c:v>
              </c:pt>
              <c:pt idx="193">
                <c:v>-89.50323581110706</c:v>
              </c:pt>
              <c:pt idx="194">
                <c:v>-89.49880135516042</c:v>
              </c:pt>
              <c:pt idx="195">
                <c:v>-89.4943071576318</c:v>
              </c:pt>
              <c:pt idx="196">
                <c:v>-89.48975213874535</c:v>
              </c:pt>
              <c:pt idx="197">
                <c:v>-89.48513519420416</c:v>
              </c:pt>
              <c:pt idx="198">
                <c:v>-89.48045519447659</c:v>
              </c:pt>
              <c:pt idx="199">
                <c:v>-89.4757109841159</c:v>
              </c:pt>
              <c:pt idx="200">
                <c:v>-89.47090138106088</c:v>
              </c:pt>
              <c:pt idx="201">
                <c:v>-89.46602517586247</c:v>
              </c:pt>
              <c:pt idx="202">
                <c:v>-89.46108113093982</c:v>
              </c:pt>
              <c:pt idx="203">
                <c:v>-89.45606797976664</c:v>
              </c:pt>
              <c:pt idx="204">
                <c:v>-89.45098442609658</c:v>
              </c:pt>
              <c:pt idx="205">
                <c:v>-89.44582914307603</c:v>
              </c:pt>
              <c:pt idx="206">
                <c:v>-89.44060077238655</c:v>
              </c:pt>
              <c:pt idx="207">
                <c:v>-89.43529792336211</c:v>
              </c:pt>
              <c:pt idx="208">
                <c:v>-89.42991917202416</c:v>
              </c:pt>
              <c:pt idx="209">
                <c:v>-89.42446306015962</c:v>
              </c:pt>
              <c:pt idx="210">
                <c:v>-89.41892809429123</c:v>
              </c:pt>
              <c:pt idx="211">
                <c:v>-89.41331274465395</c:v>
              </c:pt>
              <c:pt idx="212">
                <c:v>-89.4076154441402</c:v>
              </c:pt>
              <c:pt idx="213">
                <c:v>-89.40183458720388</c:v>
              </c:pt>
              <c:pt idx="214">
                <c:v>-89.3959685286995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-89.37784207353039</c:v>
              </c:pt>
              <c:pt idx="218">
                <c:v>-89.371617923452</c:v>
              </c:pt>
              <c:pt idx="219">
                <c:v>-89.36529970954344</c:v>
              </c:pt>
              <c:pt idx="220">
                <c:v>-89.35888552287027</c:v>
              </c:pt>
              <c:pt idx="221">
                <c:v>-89.35237340570981</c:v>
              </c:pt>
              <c:pt idx="222">
                <c:v>-89.34576135010836</c:v>
              </c:pt>
              <c:pt idx="223">
                <c:v>-89.33904729622996</c:v>
              </c:pt>
              <c:pt idx="224">
                <c:v>-89.33222913082157</c:v>
              </c:pt>
              <c:pt idx="225">
                <c:v>-89.3253046854682</c:v>
              </c:pt>
              <c:pt idx="226">
                <c:v>-89.31827173491135</c:v>
              </c:pt>
              <c:pt idx="227">
                <c:v>-89.31112799520825</c:v>
              </c:pt>
              <c:pt idx="228">
                <c:v>-89.30387112188554</c:v>
              </c:pt>
              <c:pt idx="229">
                <c:v>-89.29649870797927</c:v>
              </c:pt>
              <c:pt idx="230">
                <c:v>-89.28900828203403</c:v>
              </c:pt>
              <c:pt idx="231">
                <c:v>-89.28139730600714</c:v>
              </c:pt>
              <c:pt idx="232">
                <c:v>-89.27366317311855</c:v>
              </c:pt>
              <c:pt idx="233">
                <c:v>-89.26580320556639</c:v>
              </c:pt>
              <c:pt idx="234">
                <c:v>-89.25781465220513</c:v>
              </c:pt>
              <c:pt idx="235">
                <c:v>-89.2496946861335</c:v>
              </c:pt>
              <c:pt idx="236">
                <c:v>-89.2414404021501</c:v>
              </c:pt>
              <c:pt idx="237">
                <c:v>-89.23304881411568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-89.20701909273531</c:v>
              </c:pt>
              <c:pt idx="241">
                <c:v>-89.198046711213</c:v>
              </c:pt>
              <c:pt idx="242">
                <c:v>-89.18892078196242</c:v>
              </c:pt>
              <c:pt idx="243">
                <c:v>-89.17963777214615</c:v>
              </c:pt>
              <c:pt idx="244">
                <c:v>-89.17019404648445</c:v>
              </c:pt>
              <c:pt idx="245">
                <c:v>-89.16058586365074</c:v>
              </c:pt>
              <c:pt idx="246">
                <c:v>-89.15080937253646</c:v>
              </c:pt>
              <c:pt idx="247">
                <c:v>-89.14086060835</c:v>
              </c:pt>
              <c:pt idx="248">
                <c:v>-89.13073548855661</c:v>
              </c:pt>
              <c:pt idx="249">
                <c:v>-89.12042980862736</c:v>
              </c:pt>
              <c:pt idx="250">
                <c:v>-89.10993923767877</c:v>
              </c:pt>
              <c:pt idx="251">
                <c:v>-89.09925931381946</c:v>
              </c:pt>
              <c:pt idx="252">
                <c:v>-89.08838543937344</c:v>
              </c:pt>
              <c:pt idx="253">
                <c:v>-89.07731287591301</c:v>
              </c:pt>
              <c:pt idx="254">
                <c:v>-89.06603673897548</c:v>
              </c:pt>
              <c:pt idx="255">
                <c:v>-89.05455199268117</c:v>
              </c:pt>
              <c:pt idx="256">
                <c:v>-89.04285344399214</c:v>
              </c:pt>
              <c:pt idx="257">
                <c:v>-89.03093573683299</c:v>
              </c:pt>
              <c:pt idx="258">
                <c:v>-89.01879334583354</c:v>
              </c:pt>
              <c:pt idx="259">
                <c:v>-89.0064205698948</c:v>
              </c:pt>
              <c:pt idx="260">
                <c:v>-88.99381152540322</c:v>
              </c:pt>
              <c:pt idx="261">
                <c:v>-88.98096013913722</c:v>
              </c:pt>
              <c:pt idx="262">
                <c:v>-88.96786014091147</c:v>
              </c:pt>
              <c:pt idx="263">
                <c:v>-88.95450505579015</c:v>
              </c:pt>
              <c:pt idx="264">
                <c:v>-88.94088819601508</c:v>
              </c:pt>
              <c:pt idx="265">
                <c:v>-88.92700265252427</c:v>
              </c:pt>
              <c:pt idx="266">
                <c:v>-88.9128412860902</c:v>
              </c:pt>
              <c:pt idx="267">
                <c:v>-88.89839671800348</c:v>
              </c:pt>
              <c:pt idx="268">
                <c:v>-88.88366132037008</c:v>
              </c:pt>
              <c:pt idx="269">
                <c:v>-88.86862720589436</c:v>
              </c:pt>
              <c:pt idx="270">
                <c:v>-88.85328621719223</c:v>
              </c:pt>
              <c:pt idx="271">
                <c:v>-88.83762991558459</c:v>
              </c:pt>
              <c:pt idx="272">
                <c:v>-88.82164956932985</c:v>
              </c:pt>
              <c:pt idx="273">
                <c:v>-88.80533614131483</c:v>
              </c:pt>
              <c:pt idx="274">
                <c:v>-88.78868027606292</c:v>
              </c:pt>
              <c:pt idx="275">
                <c:v>-88.77167228618569</c:v>
              </c:pt>
              <c:pt idx="276">
                <c:v>-88.75430213806216</c:v>
              </c:pt>
              <c:pt idx="277">
                <c:v>-88.73655943687207</c:v>
              </c:pt>
              <c:pt idx="278">
                <c:v>-88.71843341078309</c:v>
              </c:pt>
              <c:pt idx="279">
                <c:v>-88.69991289442405</c:v>
              </c:pt>
              <c:pt idx="280">
                <c:v>-88.68098631139028</c:v>
              </c:pt>
              <c:pt idx="281">
                <c:v>-88.66164165592143</c:v>
              </c:pt>
              <c:pt idx="282">
                <c:v>-88.64186647358196</c:v>
              </c:pt>
              <c:pt idx="283">
                <c:v>-88.62164784090736</c:v>
              </c:pt>
              <c:pt idx="284">
                <c:v>-88.60097234397732</c:v>
              </c:pt>
              <c:pt idx="285">
                <c:v>-88.5798260558304</c:v>
              </c:pt>
              <c:pt idx="286">
                <c:v>-88.55819451264709</c:v>
              </c:pt>
              <c:pt idx="287">
                <c:v>-88.53606268864739</c:v>
              </c:pt>
              <c:pt idx="288">
                <c:v>-88.5134149695657</c:v>
              </c:pt>
              <c:pt idx="289">
                <c:v>-88.49023512469239</c:v>
              </c:pt>
              <c:pt idx="290">
                <c:v>-88.46650627732376</c:v>
              </c:pt>
              <c:pt idx="291">
                <c:v>-88.44221087353064</c:v>
              </c:pt>
              <c:pt idx="292">
                <c:v>-88.41733064918</c:v>
              </c:pt>
              <c:pt idx="293">
                <c:v>-88.3918465950445</c:v>
              </c:pt>
              <c:pt idx="294">
                <c:v>-88.36573891984096</c:v>
              </c:pt>
              <c:pt idx="295">
                <c:v>-88.33898701122014</c:v>
              </c:pt>
              <c:pt idx="296">
                <c:v>-88.31156939431948</c:v>
              </c:pt>
              <c:pt idx="297">
                <c:v>-88.28346368795826</c:v>
              </c:pt>
              <c:pt idx="298">
                <c:v>-88.25464655815654</c:v>
              </c:pt>
              <c:pt idx="299">
                <c:v>-88.22509366882485</c:v>
              </c:pt>
              <c:pt idx="300">
                <c:v>-88.19477962948372</c:v>
              </c:pt>
              <c:pt idx="301">
                <c:v>-88.16367793973664</c:v>
              </c:pt>
              <c:pt idx="302">
                <c:v>-88.13176093026053</c:v>
              </c:pt>
              <c:pt idx="303">
                <c:v>-88.09899970018606</c:v>
              </c:pt>
              <c:pt idx="304">
                <c:v>-88.06536405036545</c:v>
              </c:pt>
              <c:pt idx="305">
                <c:v>-88.03082241254168</c:v>
              </c:pt>
              <c:pt idx="306">
                <c:v>-87.99534177379498</c:v>
              </c:pt>
              <c:pt idx="307">
                <c:v>-87.95888759615872</c:v>
              </c:pt>
              <c:pt idx="308">
                <c:v>-87.92142373093212</c:v>
              </c:pt>
              <c:pt idx="309">
                <c:v>-87.88291232725925</c:v>
              </c:pt>
              <c:pt idx="310">
                <c:v>-87.84331373466357</c:v>
              </c:pt>
              <c:pt idx="311">
                <c:v>-87.80258639884661</c:v>
              </c:pt>
              <c:pt idx="312">
                <c:v>-87.76068675051768</c:v>
              </c:pt>
              <c:pt idx="313">
                <c:v>-87.71756908642351</c:v>
              </c:pt>
              <c:pt idx="314">
                <c:v>-87.67318544210762</c:v>
              </c:pt>
              <c:pt idx="315">
                <c:v>-87.62748545573312</c:v>
              </c:pt>
              <c:pt idx="316">
                <c:v>-87.5804162221725</c:v>
              </c:pt>
              <c:pt idx="317">
                <c:v>-87.53192213657316</c:v>
              </c:pt>
              <c:pt idx="318">
                <c:v>-87.48194472658629</c:v>
              </c:pt>
              <c:pt idx="319">
                <c:v>-87.43042247224889</c:v>
              </c:pt>
              <c:pt idx="320">
                <c:v>-87.37729061245216</c:v>
              </c:pt>
              <c:pt idx="321">
                <c:v>-87.32248093690653</c:v>
              </c:pt>
              <c:pt idx="322">
                <c:v>-87.26592156227476</c:v>
              </c:pt>
              <c:pt idx="323">
                <c:v>-87.20753669114195</c:v>
              </c:pt>
              <c:pt idx="324">
                <c:v>-87.14724635222117</c:v>
              </c:pt>
              <c:pt idx="325">
                <c:v>-87.08496612019891</c:v>
              </c:pt>
              <c:pt idx="326">
                <c:v>-87.02060681329111</c:v>
              </c:pt>
              <c:pt idx="327">
                <c:v>-86.95407416650234</c:v>
              </c:pt>
              <c:pt idx="328">
                <c:v>-86.88526847830077</c:v>
              </c:pt>
              <c:pt idx="329">
                <c:v>-86.8140842282213</c:v>
              </c:pt>
              <c:pt idx="330">
                <c:v>-86.74040966264569</c:v>
              </c:pt>
              <c:pt idx="331">
                <c:v>-86.66412634563304</c:v>
              </c:pt>
              <c:pt idx="332">
                <c:v>-86.58510867147123</c:v>
              </c:pt>
              <c:pt idx="333">
                <c:v>-86.5032233350631</c:v>
              </c:pt>
              <c:pt idx="334">
                <c:v>-86.4183287560655</c:v>
              </c:pt>
              <c:pt idx="335">
                <c:v>-86.33027445196079</c:v>
              </c:pt>
              <c:pt idx="336">
                <c:v>-86.23890035494321</c:v>
              </c:pt>
              <c:pt idx="337">
                <c:v>-86.1440360666888</c:v>
              </c:pt>
              <c:pt idx="338">
                <c:v>-86.0455000445561</c:v>
              </c:pt>
              <c:pt idx="339">
                <c:v>-85.94309871188455</c:v>
              </c:pt>
              <c:pt idx="340">
                <c:v>-85.83662548418394</c:v>
              </c:pt>
              <c:pt idx="341">
                <c:v>-85.72585970206191</c:v>
              </c:pt>
              <c:pt idx="342">
                <c:v>-85.6105654605109</c:v>
              </c:pt>
              <c:pt idx="343">
                <c:v>-85.49049032297793</c:v>
              </c:pt>
              <c:pt idx="344">
                <c:v>-85.36536390707705</c:v>
              </c:pt>
              <c:pt idx="345">
                <c:v>-85.23489632716414</c:v>
              </c:pt>
              <c:pt idx="346">
                <c:v>-85.09877647703168</c:v>
              </c:pt>
              <c:pt idx="347">
                <c:v>-84.95667013381271</c:v>
              </c:pt>
              <c:pt idx="348">
                <c:v>-84.808217861573</c:v>
              </c:pt>
              <c:pt idx="349">
                <c:v>-84.65303269031608</c:v>
              </c:pt>
              <c:pt idx="350">
                <c:v>-84.49069754253692</c:v>
              </c:pt>
              <c:pt idx="351">
                <c:v>-84.32076237581991</c:v>
              </c:pt>
              <c:pt idx="352">
                <c:v>-84.14274100545573</c:v>
              </c:pt>
              <c:pt idx="353">
                <c:v>-83.95610756587277</c:v>
              </c:pt>
              <c:pt idx="354">
                <c:v>-83.76029256380764</c:v>
              </c:pt>
              <c:pt idx="355">
                <c:v>-83.55467846919532</c:v>
              </c:pt>
              <c:pt idx="356">
                <c:v>-83.33859478190645</c:v>
              </c:pt>
              <c:pt idx="357">
                <c:v>-83.11131250303546</c:v>
              </c:pt>
              <c:pt idx="358">
                <c:v>-82.87203792889133</c:v>
              </c:pt>
              <c:pt idx="359">
                <c:v>-82.61990567322088</c:v>
              </c:pt>
              <c:pt idx="360">
                <c:v>-82.35397080878215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-81.46251378087887</c:v>
              </c:pt>
              <c:pt idx="364">
                <c:v>-81.12999272381815</c:v>
              </c:pt>
              <c:pt idx="365">
                <c:v>-80.77739699795237</c:v>
              </c:pt>
              <c:pt idx="366">
                <c:v>-80.40307147961936</c:v>
              </c:pt>
              <c:pt idx="367">
                <c:v>-80.00518835696069</c:v>
              </c:pt>
              <c:pt idx="368">
                <c:v>-79.58172558723827</c:v>
              </c:pt>
              <c:pt idx="369">
                <c:v>-79.13044230513692</c:v>
              </c:pt>
              <c:pt idx="370">
                <c:v>-78.64885072364316</c:v>
              </c:pt>
              <c:pt idx="371">
                <c:v>-78.13418400489044</c:v>
              </c:pt>
              <c:pt idx="372">
                <c:v>-77.58335950967535</c:v>
              </c:pt>
              <c:pt idx="373">
                <c:v>-76.99293676450229</c:v>
              </c:pt>
              <c:pt idx="374">
                <c:v>-76.35906941830585</c:v>
              </c:pt>
              <c:pt idx="375">
                <c:v>-75.67745040687277</c:v>
              </c:pt>
              <c:pt idx="376">
                <c:v>-74.94324951502294</c:v>
              </c:pt>
              <c:pt idx="377">
                <c:v>-74.15104254775319</c:v>
              </c:pt>
              <c:pt idx="378">
                <c:v>-73.29473142701163</c:v>
              </c:pt>
              <c:pt idx="379">
                <c:v>-72.36745477471405</c:v>
              </c:pt>
              <c:pt idx="380">
                <c:v>-71.36148900672985</c:v>
              </c:pt>
              <c:pt idx="381">
                <c:v>-70.26814076951023</c:v>
              </c:pt>
              <c:pt idx="382">
                <c:v>-69.077632878055</c:v>
              </c:pt>
              <c:pt idx="383">
                <c:v>-67.7789880178238</c:v>
              </c:pt>
              <c:pt idx="384">
                <c:v>-66.35991770871013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-61.23592791917245</c:v>
              </c:pt>
              <c:pt idx="388">
                <c:v>-59.183772710877165</c:v>
              </c:pt>
              <c:pt idx="389">
                <c:v>-56.92881879496981</c:v>
              </c:pt>
              <c:pt idx="390">
                <c:v>-54.45157257990955</c:v>
              </c:pt>
              <c:pt idx="391">
                <c:v>-51.73290879449579</c:v>
              </c:pt>
              <c:pt idx="392">
                <c:v>-48.75539991256474</c:v>
              </c:pt>
              <c:pt idx="393">
                <c:v>-45.50518784426175</c:v>
              </c:pt>
              <c:pt idx="394">
                <c:v>-41.974430804483596</c:v>
              </c:pt>
              <c:pt idx="395">
                <c:v>-38.1642309744041</c:v>
              </c:pt>
              <c:pt idx="396">
                <c:v>-34.08774016853783</c:v>
              </c:pt>
              <c:pt idx="397">
                <c:v>-29.77287541296882</c:v>
              </c:pt>
              <c:pt idx="398">
                <c:v>-25.26384359937306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5.870429248984252</c:v>
              </c:pt>
              <c:pt idx="406">
                <c:v>9.474224252457095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28.38837579578532</c:v>
              </c:pt>
              <c:pt idx="416">
                <c:v>29.22205452980821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30.04320302135513</c:v>
              </c:pt>
              <c:pt idx="423">
                <c:v>29.49808993006372</c:v>
              </c:pt>
              <c:pt idx="424">
                <c:v>28.74874674183619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</c:v>
              </c:pt>
              <c:pt idx="435">
                <c:v>3.5668135389334332</c:v>
              </c:pt>
              <c:pt idx="436">
                <c:v>-0.5121405794788974</c:v>
              </c:pt>
              <c:pt idx="437">
                <c:v>-4.842641033855304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-32.38099788238858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-47.48316859175431</c:v>
              </c:pt>
              <c:pt idx="448">
                <c:v>-50.56883362277595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-58.30342083059889</c:v>
              </c:pt>
              <c:pt idx="452">
                <c:v>-60.43471501338749</c:v>
              </c:pt>
              <c:pt idx="453">
                <c:v>-62.37467012265507</c:v>
              </c:pt>
              <c:pt idx="454">
                <c:v>-64.14169019957991</c:v>
              </c:pt>
              <c:pt idx="455">
                <c:v>-65.75293800399521</c:v>
              </c:pt>
              <c:pt idx="456">
                <c:v>-67.22415678137858</c:v>
              </c:pt>
              <c:pt idx="457">
                <c:v>-68.56962266490476</c:v>
              </c:pt>
              <c:pt idx="458">
                <c:v>-69.80217868262626</c:v>
              </c:pt>
              <c:pt idx="459">
                <c:v>-70.933316147146</c:v>
              </c:pt>
              <c:pt idx="460">
                <c:v>-71.97328044259864</c:v>
              </c:pt>
              <c:pt idx="461">
                <c:v>-72.93118633993298</c:v>
              </c:pt>
              <c:pt idx="462">
                <c:v>-73.81513362119057</c:v>
              </c:pt>
              <c:pt idx="463">
                <c:v>-74.63231761020346</c:v>
              </c:pt>
              <c:pt idx="464">
                <c:v>-75.38913171656777</c:v>
              </c:pt>
              <c:pt idx="465">
                <c:v>-76.09126070345059</c:v>
              </c:pt>
              <c:pt idx="466">
                <c:v>-76.74376437973334</c:v>
              </c:pt>
              <c:pt idx="467">
                <c:v>-77.35115200161924</c:v>
              </c:pt>
              <c:pt idx="468">
                <c:v>-77.9174479900311</c:v>
              </c:pt>
              <c:pt idx="469">
                <c:v>-78.44624972241414</c:v>
              </c:pt>
              <c:pt idx="470">
                <c:v>-78.94077820806518</c:v>
              </c:pt>
              <c:pt idx="471">
                <c:v>-79.40392244468862</c:v>
              </c:pt>
              <c:pt idx="472">
                <c:v>-79.8382782073233</c:v>
              </c:pt>
              <c:pt idx="473">
                <c:v>-80.24618195900462</c:v>
              </c:pt>
              <c:pt idx="474">
                <c:v>-80.62974050215398</c:v>
              </c:pt>
              <c:pt idx="475">
                <c:v>-80.99085692057614</c:v>
              </c:pt>
              <c:pt idx="476">
                <c:v>-81.33125329576133</c:v>
              </c:pt>
              <c:pt idx="477">
                <c:v>-81.65249062009447</c:v>
              </c:pt>
              <c:pt idx="478">
                <c:v>-81.95598627472646</c:v>
              </c:pt>
              <c:pt idx="479">
                <c:v>-82.24302939114439</c:v>
              </c:pt>
              <c:pt idx="480">
                <c:v>-82.51479437280119</c:v>
              </c:pt>
              <c:pt idx="481">
                <c:v>-82.77235281537698</c:v>
              </c:pt>
              <c:pt idx="482">
                <c:v>-83.0166840321973</c:v>
              </c:pt>
              <c:pt idx="483">
                <c:v>-83.24868436323231</c:v>
              </c:pt>
              <c:pt idx="484">
                <c:v>-83.46917542162544</c:v>
              </c:pt>
              <c:pt idx="485">
                <c:v>-83.67891141129776</c:v>
              </c:pt>
              <c:pt idx="486">
                <c:v>-83.87858563081855</c:v>
              </c:pt>
              <c:pt idx="487">
                <c:v>-84.0688362637297</c:v>
              </c:pt>
              <c:pt idx="488">
                <c:v>-84.2502515418394</c:v>
              </c:pt>
              <c:pt idx="489">
                <c:v>-84.42337435696966</c:v>
              </c:pt>
              <c:pt idx="490">
                <c:v>-84.58870638656379</c:v>
              </c:pt>
              <c:pt idx="491">
                <c:v>-84.74671179024197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-85.18091442280826</c:v>
              </c:pt>
              <c:pt idx="495">
                <c:v>-85.31361387274409</c:v>
              </c:pt>
              <c:pt idx="496">
                <c:v>-85.44084983992543</c:v>
              </c:pt>
              <c:pt idx="497">
                <c:v>-85.56292051832</c:v>
              </c:pt>
              <c:pt idx="498">
                <c:v>-85.6801039290014</c:v>
              </c:pt>
              <c:pt idx="499">
                <c:v>-85.7926595397338</c:v>
              </c:pt>
              <c:pt idx="500">
                <c:v>-85.90082973477628</c:v>
              </c:pt>
              <c:pt idx="501">
                <c:v>-86.0048411507974</c:v>
              </c:pt>
              <c:pt idx="502">
                <c:v>-86.10490589236937</c:v>
              </c:pt>
              <c:pt idx="503">
                <c:v>-86.20122263935114</c:v>
              </c:pt>
              <c:pt idx="504">
                <c:v>-86.29397765697232</c:v>
              </c:pt>
              <c:pt idx="505">
                <c:v>-86.38334571833835</c:v>
              </c:pt>
              <c:pt idx="506">
                <c:v>-86.46949094777091</c:v>
              </c:pt>
              <c:pt idx="507">
                <c:v>-86.55256759274182</c:v>
              </c:pt>
              <c:pt idx="508">
                <c:v>-86.63272073123399</c:v>
              </c:pt>
              <c:pt idx="509">
                <c:v>-86.71008692052916</c:v>
              </c:pt>
              <c:pt idx="510">
                <c:v>-86.78479479304544</c:v>
              </c:pt>
              <c:pt idx="511">
                <c:v>-86.8569656039445</c:v>
              </c:pt>
              <c:pt idx="512">
                <c:v>-86.92671373510493</c:v>
              </c:pt>
              <c:pt idx="513">
                <c:v>-86.99414715915673</c:v>
              </c:pt>
              <c:pt idx="514">
                <c:v>-87.05936786741863</c:v>
              </c:pt>
              <c:pt idx="515">
                <c:v>-87.12247226471192</c:v>
              </c:pt>
              <c:pt idx="516">
                <c:v>-87.18355153402321</c:v>
              </c:pt>
              <c:pt idx="517">
                <c:v>-87.24269197370134</c:v>
              </c:pt>
              <c:pt idx="518">
                <c:v>-87.29997530931851</c:v>
              </c:pt>
              <c:pt idx="519">
                <c:v>-87.3554789825961</c:v>
              </c:pt>
              <c:pt idx="520">
                <c:v>-87.40927641920679</c:v>
              </c:pt>
              <c:pt idx="521">
                <c:v>-87.46143727703125</c:v>
              </c:pt>
              <c:pt idx="522">
                <c:v>-87.51202767686767</c:v>
              </c:pt>
              <c:pt idx="523">
                <c:v>-87.56111041659277</c:v>
              </c:pt>
              <c:pt idx="524">
                <c:v>-87.608745170404</c:v>
              </c:pt>
              <c:pt idx="525">
                <c:v>-87.6549886742106</c:v>
              </c:pt>
              <c:pt idx="526">
                <c:v>-87.69989489817559</c:v>
              </c:pt>
              <c:pt idx="527">
                <c:v>-87.74351520769531</c:v>
              </c:pt>
              <c:pt idx="528">
                <c:v>-87.78589851333767</c:v>
              </c:pt>
              <c:pt idx="529">
                <c:v>-87.82709141089985</c:v>
              </c:pt>
              <c:pt idx="530">
                <c:v>-87.86713831215724</c:v>
              </c:pt>
              <c:pt idx="531">
                <c:v>-87.906081567012</c:v>
              </c:pt>
              <c:pt idx="532">
                <c:v>-87.94396157783414</c:v>
              </c:pt>
              <c:pt idx="533">
                <c:v>-87.98081690630349</c:v>
              </c:pt>
              <c:pt idx="534">
                <c:v>-88.0166843735459</c:v>
              </c:pt>
              <c:pt idx="535">
                <c:v>-88.05159915394451</c:v>
              </c:pt>
              <c:pt idx="536">
                <c:v>-88.08559486309532</c:v>
              </c:pt>
              <c:pt idx="537">
                <c:v>-88.11870364023254</c:v>
              </c:pt>
              <c:pt idx="538">
                <c:v>-88.15095622568725</c:v>
              </c:pt>
              <c:pt idx="539">
                <c:v>-88.18238203361166</c:v>
              </c:pt>
              <c:pt idx="540">
                <c:v>-88.21300922029808</c:v>
              </c:pt>
              <c:pt idx="541">
                <c:v>-88.24286474840272</c:v>
              </c:pt>
              <c:pt idx="542">
                <c:v>-88.27197444739971</c:v>
              </c:pt>
              <c:pt idx="543">
                <c:v>-88.30036307045833</c:v>
              </c:pt>
              <c:pt idx="544">
                <c:v>-88.32805434801467</c:v>
              </c:pt>
              <c:pt idx="545">
                <c:v>-88.35507103827287</c:v>
              </c:pt>
              <c:pt idx="546">
                <c:v>-88.38143497473258</c:v>
              </c:pt>
              <c:pt idx="547">
                <c:v>-88.40716711110541</c:v>
              </c:pt>
              <c:pt idx="548">
                <c:v>-88.43228756366724</c:v>
              </c:pt>
              <c:pt idx="549">
                <c:v>-88.45681565125872</c:v>
              </c:pt>
              <c:pt idx="550">
                <c:v>-88.48076993299925</c:v>
              </c:pt>
              <c:pt idx="551">
                <c:v>-88.50416824404554</c:v>
              </c:pt>
              <c:pt idx="552">
                <c:v>-88.52702772928542</c:v>
              </c:pt>
              <c:pt idx="553">
                <c:v>-88.54936487528701</c:v>
              </c:pt>
              <c:pt idx="554">
                <c:v>-88.57119554048742</c:v>
              </c:pt>
              <c:pt idx="555">
                <c:v>-88.59253498380458</c:v>
              </c:pt>
              <c:pt idx="556">
                <c:v>-88.61339789169824</c:v>
              </c:pt>
              <c:pt idx="557">
                <c:v>-88.63379840385743</c:v>
              </c:pt>
              <c:pt idx="558">
                <c:v>-88.65375013749606</c:v>
              </c:pt>
              <c:pt idx="559">
                <c:v>-88.67326621045946</c:v>
              </c:pt>
              <c:pt idx="560">
                <c:v>-88.69235926309373</c:v>
              </c:pt>
              <c:pt idx="561">
                <c:v>-88.71104147901721</c:v>
              </c:pt>
              <c:pt idx="562">
                <c:v>-88.72932460483395</c:v>
              </c:pt>
              <c:pt idx="563">
                <c:v>-88.74721996889559</c:v>
              </c:pt>
              <c:pt idx="564">
                <c:v>-88.76473849906857</c:v>
              </c:pt>
              <c:pt idx="565">
                <c:v>-88.78189073967619</c:v>
              </c:pt>
              <c:pt idx="566">
                <c:v>-88.79868686759298</c:v>
              </c:pt>
              <c:pt idx="567">
                <c:v>-88.8151367075489</c:v>
              </c:pt>
              <c:pt idx="568">
                <c:v>-88.83124974664739</c:v>
              </c:pt>
              <c:pt idx="569">
                <c:v>-88.84703514831132</c:v>
              </c:pt>
              <c:pt idx="570">
                <c:v>-88.86250176544907</c:v>
              </c:pt>
              <c:pt idx="571">
                <c:v>-88.87765815298822</c:v>
              </c:pt>
              <c:pt idx="572">
                <c:v>-88.89251257995097</c:v>
              </c:pt>
              <c:pt idx="573">
                <c:v>-88.90707304080934</c:v>
              </c:pt>
              <c:pt idx="574">
                <c:v>-88.92134726641841</c:v>
              </c:pt>
              <c:pt idx="575">
                <c:v>-88.9353427343609</c:v>
              </c:pt>
              <c:pt idx="576">
                <c:v>-88.94906667894232</c:v>
              </c:pt>
              <c:pt idx="577">
                <c:v>-88.96252610058922</c:v>
              </c:pt>
              <c:pt idx="578">
                <c:v>-88.97572777492114</c:v>
              </c:pt>
              <c:pt idx="579">
                <c:v>-88.98867826137214</c:v>
              </c:pt>
              <c:pt idx="580">
                <c:v>-89.0013839114176</c:v>
              </c:pt>
              <c:pt idx="581">
                <c:v>-89.01385087648904</c:v>
              </c:pt>
              <c:pt idx="582">
                <c:v>-89.02608511550578</c:v>
              </c:pt>
              <c:pt idx="583">
                <c:v>-89.03809240205128</c:v>
              </c:pt>
              <c:pt idx="584">
                <c:v>-89.04987833129155</c:v>
              </c:pt>
              <c:pt idx="585">
                <c:v>-89.06144832654607</c:v>
              </c:pt>
              <c:pt idx="586">
                <c:v>-89.07280764560709</c:v>
              </c:pt>
              <c:pt idx="587">
                <c:v>-89.08396138679973</c:v>
              </c:pt>
              <c:pt idx="588">
                <c:v>-89.09491449474535</c:v>
              </c:pt>
              <c:pt idx="589">
                <c:v>-89.10567176587764</c:v>
              </c:pt>
              <c:pt idx="590">
                <c:v>-89.11623785382477</c:v>
              </c:pt>
              <c:pt idx="591">
                <c:v>-89.12661727441464</c:v>
              </c:pt>
              <c:pt idx="592">
                <c:v>-89.13681441059649</c:v>
              </c:pt>
              <c:pt idx="593">
                <c:v>-89.14683351712085</c:v>
              </c:pt>
              <c:pt idx="594">
                <c:v>-89.15667872500443</c:v>
              </c:pt>
              <c:pt idx="595">
                <c:v>-89.16635404583826</c:v>
              </c:pt>
              <c:pt idx="596">
                <c:v>-89.17586337592789</c:v>
              </c:pt>
              <c:pt idx="597">
                <c:v>-89.1852105002337</c:v>
              </c:pt>
              <c:pt idx="598">
                <c:v>-89.19439909619757</c:v>
              </c:pt>
              <c:pt idx="599">
                <c:v>-89.2034327373785</c:v>
              </c:pt>
              <c:pt idx="600">
                <c:v>-89.21231489698681</c:v>
              </c:pt>
              <c:pt idx="601">
                <c:v>-89.22104895121123</c:v>
              </c:pt>
              <c:pt idx="602">
                <c:v>-89.22963818251253</c:v>
              </c:pt>
              <c:pt idx="603">
                <c:v>-89.23808578270112</c:v>
              </c:pt>
              <c:pt idx="604">
                <c:v>-89.24639485592719</c:v>
              </c:pt>
              <c:pt idx="605">
                <c:v>-89.2545684215824</c:v>
              </c:pt>
              <c:pt idx="606">
                <c:v>-89.26260941707142</c:v>
              </c:pt>
              <c:pt idx="607">
                <c:v>-89.27052070042865</c:v>
              </c:pt>
              <c:pt idx="608">
                <c:v>-89.2783050529467</c:v>
              </c:pt>
              <c:pt idx="609">
                <c:v>-89.2859651815869</c:v>
              </c:pt>
              <c:pt idx="610">
                <c:v>-89.29350372138646</c:v>
              </c:pt>
              <c:pt idx="611">
                <c:v>-89.30092323774413</c:v>
              </c:pt>
              <c:pt idx="612">
                <c:v>-89.30822622861118</c:v>
              </c:pt>
              <c:pt idx="613">
                <c:v>-89.31541512658913</c:v>
              </c:pt>
              <c:pt idx="614">
                <c:v>-89.32249230103987</c:v>
              </c:pt>
              <c:pt idx="615">
                <c:v>-89.32946005998724</c:v>
              </c:pt>
              <c:pt idx="616">
                <c:v>-89.33632065203054</c:v>
              </c:pt>
              <c:pt idx="617">
                <c:v>-89.3430762682195</c:v>
              </c:pt>
              <c:pt idx="618">
                <c:v>-89.34972904375807</c:v>
              </c:pt>
              <c:pt idx="619">
                <c:v>-89.35628105974003</c:v>
              </c:pt>
              <c:pt idx="620">
                <c:v>-89.36273434476402</c:v>
              </c:pt>
              <c:pt idx="621">
                <c:v>-89.36909087655518</c:v>
              </c:pt>
              <c:pt idx="622">
                <c:v>-89.37535258346097</c:v>
              </c:pt>
              <c:pt idx="623">
                <c:v>-89.38152134594051</c:v>
              </c:pt>
              <c:pt idx="624">
                <c:v>-89.38759899796982</c:v>
              </c:pt>
              <c:pt idx="625">
                <c:v>-89.39358732842703</c:v>
              </c:pt>
              <c:pt idx="626">
                <c:v>-89.39948808244283</c:v>
              </c:pt>
              <c:pt idx="627">
                <c:v>-89.40530296262297</c:v>
              </c:pt>
              <c:pt idx="628">
                <c:v>-89.4110336303518</c:v>
              </c:pt>
              <c:pt idx="629">
                <c:v>-89.41668170694227</c:v>
              </c:pt>
              <c:pt idx="630">
                <c:v>-89.42224877481387</c:v>
              </c:pt>
              <c:pt idx="631">
                <c:v>-89.4277363785931</c:v>
              </c:pt>
              <c:pt idx="632">
                <c:v>-89.43314602620435</c:v>
              </c:pt>
              <c:pt idx="633">
                <c:v>-89.43847918990853</c:v>
              </c:pt>
              <c:pt idx="634">
                <c:v>-89.44373730732923</c:v>
              </c:pt>
              <c:pt idx="635">
                <c:v>-89.44892178239711</c:v>
              </c:pt>
              <c:pt idx="636">
                <c:v>-89.45403398630283</c:v>
              </c:pt>
              <c:pt idx="637">
                <c:v>-89.45907525844696</c:v>
              </c:pt>
              <c:pt idx="638">
                <c:v>-89.46404690725595</c:v>
              </c:pt>
              <c:pt idx="639">
                <c:v>-89.4689502111011</c:v>
              </c:pt>
              <c:pt idx="640">
                <c:v>-89.47378641908865</c:v>
              </c:pt>
              <c:pt idx="641">
                <c:v>-89.47855675188013</c:v>
              </c:pt>
              <c:pt idx="642">
                <c:v>-89.48326240244697</c:v>
              </c:pt>
              <c:pt idx="643">
                <c:v>-89.48790453684856</c:v>
              </c:pt>
              <c:pt idx="644">
                <c:v>-89.49248429492994</c:v>
              </c:pt>
              <c:pt idx="645">
                <c:v>-89.49700279104785</c:v>
              </c:pt>
              <c:pt idx="646">
                <c:v>-89.50146111473646</c:v>
              </c:pt>
              <c:pt idx="647">
                <c:v>-89.50586033139832</c:v>
              </c:pt>
              <c:pt idx="648">
                <c:v>-89.51020148290522</c:v>
              </c:pt>
              <c:pt idx="649">
                <c:v>-89.51448558825162</c:v>
              </c:pt>
              <c:pt idx="650">
                <c:v>-89.51871364413054</c:v>
              </c:pt>
              <c:pt idx="651">
                <c:v>-89.52288662553573</c:v>
              </c:pt>
              <c:pt idx="652">
                <c:v>-89.527005486329</c:v>
              </c:pt>
              <c:pt idx="653">
                <c:v>-89.53107115975408</c:v>
              </c:pt>
              <c:pt idx="654">
                <c:v>-89.53508455903125</c:v>
              </c:pt>
              <c:pt idx="655">
                <c:v>-89.53904657781466</c:v>
              </c:pt>
              <c:pt idx="656">
                <c:v>-89.54295809070818</c:v>
              </c:pt>
              <c:pt idx="657">
                <c:v>-89.54681995378586</c:v>
              </c:pt>
              <c:pt idx="658">
                <c:v>-89.55063300501082</c:v>
              </c:pt>
              <c:pt idx="659">
                <c:v>-89.55439806472074</c:v>
              </c:pt>
              <c:pt idx="660">
                <c:v>-89.55811593607284</c:v>
              </c:pt>
              <c:pt idx="661">
                <c:v>-89.56178740547213</c:v>
              </c:pt>
              <c:pt idx="662">
                <c:v>-89.56541324298647</c:v>
              </c:pt>
              <c:pt idx="663">
                <c:v>-89.5689942027489</c:v>
              </c:pt>
              <c:pt idx="664">
                <c:v>-89.57253102334352</c:v>
              </c:pt>
              <c:pt idx="665">
                <c:v>-89.57602442823587</c:v>
              </c:pt>
              <c:pt idx="666">
                <c:v>-89.57947512608098</c:v>
              </c:pt>
              <c:pt idx="667">
                <c:v>-89.58288381112558</c:v>
              </c:pt>
              <c:pt idx="668">
                <c:v>-89.5862511635415</c:v>
              </c:pt>
              <c:pt idx="669">
                <c:v>-89.58957784978512</c:v>
              </c:pt>
              <c:pt idx="670">
                <c:v>-89.59286452291126</c:v>
              </c:pt>
              <c:pt idx="671">
                <c:v>-89.59611182288688</c:v>
              </c:pt>
              <c:pt idx="672">
                <c:v>-89.59932037694264</c:v>
              </c:pt>
              <c:pt idx="673">
                <c:v>-89.60249079984513</c:v>
              </c:pt>
              <c:pt idx="674">
                <c:v>-89.60562369418844</c:v>
              </c:pt>
              <c:pt idx="675">
                <c:v>-89.60871965070497</c:v>
              </c:pt>
              <c:pt idx="676">
                <c:v>-89.61177924854259</c:v>
              </c:pt>
              <c:pt idx="677">
                <c:v>-89.61480305551245</c:v>
              </c:pt>
              <c:pt idx="678">
                <c:v>-89.61779162837524</c:v>
              </c:pt>
              <c:pt idx="679">
                <c:v>-89.62074551311298</c:v>
              </c:pt>
              <c:pt idx="680">
                <c:v>-89.62366524513786</c:v>
              </c:pt>
              <c:pt idx="681">
                <c:v>-89.62655134956246</c:v>
              </c:pt>
              <c:pt idx="682">
                <c:v>-89.62940434143695</c:v>
              </c:pt>
              <c:pt idx="683">
                <c:v>-89.63222472599512</c:v>
              </c:pt>
              <c:pt idx="684">
                <c:v>-89.63501299882292</c:v>
              </c:pt>
              <c:pt idx="685">
                <c:v>-89.63776964614452</c:v>
              </c:pt>
              <c:pt idx="686">
                <c:v>-89.64049514499746</c:v>
              </c:pt>
              <c:pt idx="687">
                <c:v>-89.64318996344664</c:v>
              </c:pt>
              <c:pt idx="688">
                <c:v>-89.64585456078127</c:v>
              </c:pt>
              <c:pt idx="689">
                <c:v>-89.64848938773586</c:v>
              </c:pt>
              <c:pt idx="690">
                <c:v>-89.65109488664562</c:v>
              </c:pt>
              <c:pt idx="691">
                <c:v>-89.65367149167092</c:v>
              </c:pt>
              <c:pt idx="692">
                <c:v>-89.65621962892646</c:v>
              </c:pt>
              <c:pt idx="693">
                <c:v>-89.65873971673176</c:v>
              </c:pt>
              <c:pt idx="694">
                <c:v>-89.66123216571444</c:v>
              </c:pt>
              <c:pt idx="695">
                <c:v>-89.66369737902353</c:v>
              </c:pt>
              <c:pt idx="696">
                <c:v>-89.66613575245931</c:v>
              </c:pt>
              <c:pt idx="697">
                <c:v>-89.66854767467204</c:v>
              </c:pt>
              <c:pt idx="698">
                <c:v>-89.67093352727008</c:v>
              </c:pt>
              <c:pt idx="699">
                <c:v>-89.67329368501925</c:v>
              </c:pt>
              <c:pt idx="700">
                <c:v>-89.67562851595162</c:v>
              </c:pt>
              <c:pt idx="701">
                <c:v>-89.67793838154348</c:v>
              </c:pt>
              <c:pt idx="702">
                <c:v>-89.68022363682879</c:v>
              </c:pt>
              <c:pt idx="703">
                <c:v>-89.6824846305372</c:v>
              </c:pt>
              <c:pt idx="704">
                <c:v>-89.68472170525686</c:v>
              </c:pt>
              <c:pt idx="705">
                <c:v>-89.68693519752553</c:v>
              </c:pt>
              <c:pt idx="706">
                <c:v>-89.68912543799809</c:v>
              </c:pt>
              <c:pt idx="707">
                <c:v>-89.6912927515243</c:v>
              </c:pt>
              <c:pt idx="708">
                <c:v>-89.69343745731037</c:v>
              </c:pt>
              <c:pt idx="709">
                <c:v>-89.69555986900907</c:v>
              </c:pt>
              <c:pt idx="710">
                <c:v>-89.69766029487558</c:v>
              </c:pt>
              <c:pt idx="711">
                <c:v>-89.69973903781104</c:v>
              </c:pt>
              <c:pt idx="712">
                <c:v>-89.70179639553852</c:v>
              </c:pt>
              <c:pt idx="713">
                <c:v>-89.70383266068166</c:v>
              </c:pt>
              <c:pt idx="714">
                <c:v>-89.70584812086832</c:v>
              </c:pt>
              <c:pt idx="715">
                <c:v>-89.7078430588187</c:v>
              </c:pt>
              <c:pt idx="716">
                <c:v>-89.70981775249491</c:v>
              </c:pt>
              <c:pt idx="717">
                <c:v>-89.71177247513579</c:v>
              </c:pt>
              <c:pt idx="718">
                <c:v>-89.71370749540844</c:v>
              </c:pt>
              <c:pt idx="719">
                <c:v>-89.71562307744148</c:v>
              </c:pt>
              <c:pt idx="720">
                <c:v>-89.7175194809675</c:v>
              </c:pt>
              <c:pt idx="721">
                <c:v>-89.71939696139525</c:v>
              </c:pt>
              <c:pt idx="722">
                <c:v>-89.72125576988803</c:v>
              </c:pt>
              <c:pt idx="723">
                <c:v>-89.72309615343818</c:v>
              </c:pt>
              <c:pt idx="724">
                <c:v>-89.72491835498076</c:v>
              </c:pt>
              <c:pt idx="725">
                <c:v>-89.72672261344816</c:v>
              </c:pt>
              <c:pt idx="726">
                <c:v>-89.72850916386423</c:v>
              </c:pt>
              <c:pt idx="727">
                <c:v>-89.73027823740122</c:v>
              </c:pt>
              <c:pt idx="728">
                <c:v>-89.73203006147992</c:v>
              </c:pt>
              <c:pt idx="729">
                <c:v>-89.73376485983631</c:v>
              </c:pt>
              <c:pt idx="730">
                <c:v>-89.73548285257665</c:v>
              </c:pt>
              <c:pt idx="731">
                <c:v>-89.73718425624304</c:v>
              </c:pt>
              <c:pt idx="732">
                <c:v>-89.7388692839294</c:v>
              </c:pt>
              <c:pt idx="733">
                <c:v>-89.74053814529843</c:v>
              </c:pt>
              <c:pt idx="734">
                <c:v>-89.7421910466673</c:v>
              </c:pt>
              <c:pt idx="735">
                <c:v>-89.74382819108203</c:v>
              </c:pt>
              <c:pt idx="736">
                <c:v>-89.74544977834374</c:v>
              </c:pt>
              <c:pt idx="737">
                <c:v>-89.74705600511123</c:v>
              </c:pt>
              <c:pt idx="738">
                <c:v>-89.74864706494093</c:v>
              </c:pt>
              <c:pt idx="739">
                <c:v>-89.75022314833735</c:v>
              </c:pt>
              <c:pt idx="740">
                <c:v>-89.75178444283966</c:v>
              </c:pt>
              <c:pt idx="741">
                <c:v>-89.75333113303475</c:v>
              </c:pt>
              <c:pt idx="742">
                <c:v>-89.75486340066838</c:v>
              </c:pt>
              <c:pt idx="743">
                <c:v>-89.75638142462124</c:v>
              </c:pt>
              <c:pt idx="744">
                <c:v>-89.75788538105539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-89.76231456610836</c:v>
              </c:pt>
              <c:pt idx="748">
                <c:v>-89.76376396021894</c:v>
              </c:pt>
              <c:pt idx="749">
                <c:v>-89.76520012772819</c:v>
              </c:pt>
              <c:pt idx="750">
                <c:v>-89.76662322922371</c:v>
              </c:pt>
              <c:pt idx="751">
                <c:v>-89.7680334228231</c:v>
              </c:pt>
              <c:pt idx="752">
                <c:v>-89.76943086428827</c:v>
              </c:pt>
              <c:pt idx="753">
                <c:v>-89.77081570703454</c:v>
              </c:pt>
              <c:pt idx="754">
                <c:v>-89.77218810216105</c:v>
              </c:pt>
              <c:pt idx="755">
                <c:v>-89.77354819850265</c:v>
              </c:pt>
              <c:pt idx="756">
                <c:v>-89.77489614271755</c:v>
              </c:pt>
              <c:pt idx="757">
                <c:v>-89.77623207922666</c:v>
              </c:pt>
              <c:pt idx="758">
                <c:v>-89.77755615034404</c:v>
              </c:pt>
              <c:pt idx="759">
                <c:v>-89.77886849626256</c:v>
              </c:pt>
              <c:pt idx="760">
                <c:v>-89.78016925513698</c:v>
              </c:pt>
              <c:pt idx="761">
                <c:v>-89.78145856305464</c:v>
              </c:pt>
              <c:pt idx="762">
                <c:v>-89.78273655413597</c:v>
              </c:pt>
              <c:pt idx="763">
                <c:v>-89.7840033605301</c:v>
              </c:pt>
              <c:pt idx="764">
                <c:v>-89.78525911246794</c:v>
              </c:pt>
              <c:pt idx="765">
                <c:v>-89.78650393828615</c:v>
              </c:pt>
              <c:pt idx="766">
                <c:v>-89.78773796446173</c:v>
              </c:pt>
              <c:pt idx="767">
                <c:v>-89.78896131565003</c:v>
              </c:pt>
              <c:pt idx="768">
                <c:v>-89.79017411470089</c:v>
              </c:pt>
              <c:pt idx="769">
                <c:v>-89.79137648271418</c:v>
              </c:pt>
              <c:pt idx="770">
                <c:v>-89.79256853905194</c:v>
              </c:pt>
              <c:pt idx="771">
                <c:v>-89.79375040137558</c:v>
              </c:pt>
              <c:pt idx="772">
                <c:v>-89.79492218566118</c:v>
              </c:pt>
              <c:pt idx="773">
                <c:v>-89.79608400624353</c:v>
              </c:pt>
              <c:pt idx="774">
                <c:v>-89.79723597584905</c:v>
              </c:pt>
              <c:pt idx="775">
                <c:v>-89.79837820559992</c:v>
              </c:pt>
              <c:pt idx="776">
                <c:v>-89.79951080506454</c:v>
              </c:pt>
              <c:pt idx="777">
                <c:v>-89.80063388227221</c:v>
              </c:pt>
              <c:pt idx="778">
                <c:v>-89.80174754373094</c:v>
              </c:pt>
              <c:pt idx="779">
                <c:v>-89.80285189447753</c:v>
              </c:pt>
              <c:pt idx="780">
                <c:v>-89.80394703808095</c:v>
              </c:pt>
              <c:pt idx="781">
                <c:v>-89.80503307667038</c:v>
              </c:pt>
              <c:pt idx="782">
                <c:v>-89.80611011095992</c:v>
              </c:pt>
              <c:pt idx="783">
                <c:v>-89.80717824029068</c:v>
              </c:pt>
              <c:pt idx="784">
                <c:v>-89.80823756260854</c:v>
              </c:pt>
              <c:pt idx="785">
                <c:v>-89.80928817454179</c:v>
              </c:pt>
              <c:pt idx="786">
                <c:v>-89.81033017137511</c:v>
              </c:pt>
              <c:pt idx="787">
                <c:v>-89.81136364712688</c:v>
              </c:pt>
              <c:pt idx="788">
                <c:v>-89.81238869449072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</c:v>
              </c:pt>
              <c:pt idx="792">
                <c:v>-89.81640641081509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-89.81933556028291</c:v>
              </c:pt>
              <c:pt idx="796">
                <c:v>-89.82029637155192</c:v>
              </c:pt>
              <c:pt idx="797">
                <c:v>-89.82124953464047</c:v>
              </c:pt>
              <c:pt idx="798">
                <c:v>-89.82219513054096</c:v>
              </c:pt>
              <c:pt idx="799">
                <c:v>-89.82313323918787</c:v>
              </c:pt>
              <c:pt idx="800">
                <c:v>-89.82406393947996</c:v>
              </c:pt>
            </c:numLit>
          </c:yVal>
        </c:ser>
        <c:ser>
          <c:idx val="1"/>
          <c:order val="1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-89.92247963145424</c:v>
              </c:pt>
              <c:pt idx="1">
                <c:v>-89.92190716140918</c:v>
              </c:pt>
              <c:pt idx="2">
                <c:v>-89.92132898332993</c:v>
              </c:pt>
              <c:pt idx="3">
                <c:v>-89.9207450252714</c:v>
              </c:pt>
              <c:pt idx="4">
                <c:v>-89.92015521418894</c:v>
              </c:pt>
              <c:pt idx="5">
                <c:v>-89.91955947591826</c:v>
              </c:pt>
              <c:pt idx="6">
                <c:v>-89.91895773515516</c:v>
              </c:pt>
              <c:pt idx="7">
                <c:v>-89.91834991543519</c:v>
              </c:pt>
              <c:pt idx="8">
                <c:v>-89.91773593911223</c:v>
              </c:pt>
              <c:pt idx="9">
                <c:v>-89.91711572733728</c:v>
              </c:pt>
              <c:pt idx="10">
                <c:v>-89.9164892000362</c:v>
              </c:pt>
              <c:pt idx="11">
                <c:v>-89.91585627588734</c:v>
              </c:pt>
              <c:pt idx="12">
                <c:v>-89.91521687229887</c:v>
              </c:pt>
              <c:pt idx="13">
                <c:v>-89.9145709053851</c:v>
              </c:pt>
              <c:pt idx="14">
                <c:v>-89.91391828994277</c:v>
              </c:pt>
              <c:pt idx="15">
                <c:v>-89.91325893942636</c:v>
              </c:pt>
              <c:pt idx="16">
                <c:v>-89.91259276592353</c:v>
              </c:pt>
              <c:pt idx="17">
                <c:v>-89.91191968012961</c:v>
              </c:pt>
              <c:pt idx="18">
                <c:v>-89.9112395913212</c:v>
              </c:pt>
              <c:pt idx="19">
                <c:v>-89.91055240733012</c:v>
              </c:pt>
              <c:pt idx="20">
                <c:v>-89.90985803451592</c:v>
              </c:pt>
              <c:pt idx="21">
                <c:v>-89.90915637773827</c:v>
              </c:pt>
              <c:pt idx="22">
                <c:v>-89.9084473403287</c:v>
              </c:pt>
              <c:pt idx="23">
                <c:v>-89.90773082406149</c:v>
              </c:pt>
              <c:pt idx="24">
                <c:v>-89.90700672912405</c:v>
              </c:pt>
              <c:pt idx="25">
                <c:v>-89.90627495408704</c:v>
              </c:pt>
              <c:pt idx="26">
                <c:v>-89.90553539587296</c:v>
              </c:pt>
              <c:pt idx="27">
                <c:v>-89.90478794972505</c:v>
              </c:pt>
              <c:pt idx="28">
                <c:v>-89.90403250917461</c:v>
              </c:pt>
              <c:pt idx="29">
                <c:v>-89.90326896600828</c:v>
              </c:pt>
              <c:pt idx="30">
                <c:v>-89.90249721023416</c:v>
              </c:pt>
              <c:pt idx="31">
                <c:v>-89.90171713004729</c:v>
              </c:pt>
              <c:pt idx="32">
                <c:v>-89.90092861179463</c:v>
              </c:pt>
              <c:pt idx="33">
                <c:v>-89.90013153993858</c:v>
              </c:pt>
              <c:pt idx="34">
                <c:v>-89.8993257970207</c:v>
              </c:pt>
              <c:pt idx="35">
                <c:v>-89.89851126362336</c:v>
              </c:pt>
              <c:pt idx="36">
                <c:v>-89.89768781833173</c:v>
              </c:pt>
              <c:pt idx="37">
                <c:v>-89.89685533769405</c:v>
              </c:pt>
              <c:pt idx="38">
                <c:v>-89.8960136961813</c:v>
              </c:pt>
              <c:pt idx="39">
                <c:v>-89.89516276614614</c:v>
              </c:pt>
              <c:pt idx="40">
                <c:v>-89.89430241778057</c:v>
              </c:pt>
              <c:pt idx="41">
                <c:v>-89.89343251907269</c:v>
              </c:pt>
              <c:pt idx="42">
                <c:v>-89.89255293576274</c:v>
              </c:pt>
              <c:pt idx="43">
                <c:v>-89.89166353129771</c:v>
              </c:pt>
              <c:pt idx="44">
                <c:v>-89.89076416678519</c:v>
              </c:pt>
              <c:pt idx="45">
                <c:v>-89.88985470094609</c:v>
              </c:pt>
              <c:pt idx="46">
                <c:v>-89.88893499006615</c:v>
              </c:pt>
              <c:pt idx="47">
                <c:v>-89.88800488794625</c:v>
              </c:pt>
              <c:pt idx="48">
                <c:v>-89.88706424585196</c:v>
              </c:pt>
              <c:pt idx="49">
                <c:v>-89.88611291246147</c:v>
              </c:pt>
              <c:pt idx="50">
                <c:v>-89.88515073381238</c:v>
              </c:pt>
              <c:pt idx="51">
                <c:v>-89.88417755324733</c:v>
              </c:pt>
              <c:pt idx="52">
                <c:v>-89.88319321135832</c:v>
              </c:pt>
              <c:pt idx="53">
                <c:v>-89.8821975459296</c:v>
              </c:pt>
              <c:pt idx="54">
                <c:v>-89.88119039187934</c:v>
              </c:pt>
              <c:pt idx="55">
                <c:v>-89.88017158119966</c:v>
              </c:pt>
              <c:pt idx="56">
                <c:v>-89.8791409428955</c:v>
              </c:pt>
              <c:pt idx="57">
                <c:v>-89.87809830292183</c:v>
              </c:pt>
              <c:pt idx="58">
                <c:v>-89.87704348411941</c:v>
              </c:pt>
              <c:pt idx="59">
                <c:v>-89.87597630614876</c:v>
              </c:pt>
              <c:pt idx="60">
                <c:v>-89.87489658542299</c:v>
              </c:pt>
              <c:pt idx="61">
                <c:v>-89.87380413503848</c:v>
              </c:pt>
              <c:pt idx="62">
                <c:v>-89.87269876470424</c:v>
              </c:pt>
              <c:pt idx="63">
                <c:v>-89.87158028066905</c:v>
              </c:pt>
              <c:pt idx="64">
                <c:v>-89.87044848564747</c:v>
              </c:pt>
              <c:pt idx="65">
                <c:v>-89.86930317874341</c:v>
              </c:pt>
              <c:pt idx="66">
                <c:v>-89.86814415537215</c:v>
              </c:pt>
              <c:pt idx="67">
                <c:v>-89.86697120718009</c:v>
              </c:pt>
              <c:pt idx="68">
                <c:v>-89.86578412196285</c:v>
              </c:pt>
              <c:pt idx="69">
                <c:v>-89.86458268358105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</c:v>
              </c:pt>
              <c:pt idx="76">
                <c:v>-89.85575170335476</c:v>
              </c:pt>
              <c:pt idx="77">
                <c:v>-89.85442715692876</c:v>
              </c:pt>
              <c:pt idx="78">
                <c:v>-89.85308612002154</c:v>
              </c:pt>
              <c:pt idx="79">
                <c:v>-89.85172833201563</c:v>
              </c:pt>
              <c:pt idx="80">
                <c:v>-89.85035352727809</c:v>
              </c:pt>
              <c:pt idx="81">
                <c:v>-89.84896143504605</c:v>
              </c:pt>
              <c:pt idx="82">
                <c:v>-89.84755177930978</c:v>
              </c:pt>
              <c:pt idx="83">
                <c:v>-89.84612427869214</c:v>
              </c:pt>
              <c:pt idx="84">
                <c:v>-89.84467864632522</c:v>
              </c:pt>
              <c:pt idx="85">
                <c:v>-89.84321458972337</c:v>
              </c:pt>
              <c:pt idx="86">
                <c:v>-89.8417318106531</c:v>
              </c:pt>
              <c:pt idx="87">
                <c:v>-89.84023000499951</c:v>
              </c:pt>
              <c:pt idx="88">
                <c:v>-89.83870886262861</c:v>
              </c:pt>
              <c:pt idx="89">
                <c:v>-89.83716806724675</c:v>
              </c:pt>
              <c:pt idx="90">
                <c:v>-89.83560729625539</c:v>
              </c:pt>
              <c:pt idx="91">
                <c:v>-89.83402622060255</c:v>
              </c:pt>
              <c:pt idx="92">
                <c:v>-89.83242450462986</c:v>
              </c:pt>
              <c:pt idx="93">
                <c:v>-89.83080180591544</c:v>
              </c:pt>
              <c:pt idx="94">
                <c:v>-89.82915777511263</c:v>
              </c:pt>
              <c:pt idx="95">
                <c:v>-89.82749205578396</c:v>
              </c:pt>
              <c:pt idx="96">
                <c:v>-89.82580428423093</c:v>
              </c:pt>
              <c:pt idx="97">
                <c:v>-89.82409408931846</c:v>
              </c:pt>
              <c:pt idx="98">
                <c:v>-89.8223610922952</c:v>
              </c:pt>
              <c:pt idx="99">
                <c:v>-89.82060490660793</c:v>
              </c:pt>
              <c:pt idx="100">
                <c:v>-89.81882513771141</c:v>
              </c:pt>
              <c:pt idx="101">
                <c:v>-89.81702138287247</c:v>
              </c:pt>
              <c:pt idx="102">
                <c:v>-89.8151932309688</c:v>
              </c:pt>
              <c:pt idx="103">
                <c:v>-89.8133402622817</c:v>
              </c:pt>
              <c:pt idx="104">
                <c:v>-89.81146204828302</c:v>
              </c:pt>
              <c:pt idx="105">
                <c:v>-89.80955815141631</c:v>
              </c:pt>
              <c:pt idx="106">
                <c:v>-89.80762812487104</c:v>
              </c:pt>
              <c:pt idx="107">
                <c:v>-89.80567151235047</c:v>
              </c:pt>
              <c:pt idx="108">
                <c:v>-89.80368784783344</c:v>
              </c:pt>
              <c:pt idx="109">
                <c:v>-89.80167665532807</c:v>
              </c:pt>
              <c:pt idx="110">
                <c:v>-89.79963744861898</c:v>
              </c:pt>
              <c:pt idx="111">
                <c:v>-89.79756973100707</c:v>
              </c:pt>
              <c:pt idx="112">
                <c:v>-89.79547299504124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-89.789003435375</c:v>
              </c:pt>
              <c:pt idx="116">
                <c:v>-89.78678532660685</c:v>
              </c:pt>
              <c:pt idx="117">
                <c:v>-89.78453549099426</c:v>
              </c:pt>
              <c:pt idx="118">
                <c:v>-89.78225335047935</c:v>
              </c:pt>
              <c:pt idx="119">
                <c:v>-89.77993831413663</c:v>
              </c:pt>
              <c:pt idx="120">
                <c:v>-89.77758977783382</c:v>
              </c:pt>
              <c:pt idx="121">
                <c:v>-89.77520712388072</c:v>
              </c:pt>
              <c:pt idx="122">
                <c:v>-89.77278972066837</c:v>
              </c:pt>
              <c:pt idx="123">
                <c:v>-89.77033692229682</c:v>
              </c:pt>
              <c:pt idx="124">
                <c:v>-89.767848068191</c:v>
              </c:pt>
              <c:pt idx="125">
                <c:v>-89.76532248270499</c:v>
              </c:pt>
              <c:pt idx="126">
                <c:v>-89.76275947471346</c:v>
              </c:pt>
              <c:pt idx="127">
                <c:v>-89.76015833719086</c:v>
              </c:pt>
              <c:pt idx="128">
                <c:v>-89.75751834677659</c:v>
              </c:pt>
              <c:pt idx="129">
                <c:v>-89.7548387633269</c:v>
              </c:pt>
              <c:pt idx="130">
                <c:v>-89.75211882945219</c:v>
              </c:pt>
              <c:pt idx="131">
                <c:v>-89.7493577700397</c:v>
              </c:pt>
              <c:pt idx="132">
                <c:v>-89.74655479176062</c:v>
              </c:pt>
              <c:pt idx="133">
                <c:v>-89.74370908256134</c:v>
              </c:pt>
              <c:pt idx="134">
                <c:v>-89.7408198111383</c:v>
              </c:pt>
              <c:pt idx="135">
                <c:v>-89.73788612639542</c:v>
              </c:pt>
              <c:pt idx="136">
                <c:v>-89.73490715688419</c:v>
              </c:pt>
              <c:pt idx="137">
                <c:v>-89.73188201022487</c:v>
              </c:pt>
              <c:pt idx="138">
                <c:v>-89.72880977250868</c:v>
              </c:pt>
              <c:pt idx="139">
                <c:v>-89.72568950768033</c:v>
              </c:pt>
              <c:pt idx="140">
                <c:v>-89.72252025689987</c:v>
              </c:pt>
              <c:pt idx="141">
                <c:v>-89.71930103788249</c:v>
              </c:pt>
              <c:pt idx="142">
                <c:v>-89.71603084421753</c:v>
              </c:pt>
              <c:pt idx="143">
                <c:v>-89.7127086446626</c:v>
              </c:pt>
              <c:pt idx="144">
                <c:v>-89.70933338241527</c:v>
              </c:pt>
              <c:pt idx="145">
                <c:v>-89.70590397435899</c:v>
              </c:pt>
              <c:pt idx="146">
                <c:v>-89.70241931028315</c:v>
              </c:pt>
              <c:pt idx="147">
                <c:v>-89.69887825207677</c:v>
              </c:pt>
              <c:pt idx="148">
                <c:v>-89.69527963289354</c:v>
              </c:pt>
              <c:pt idx="149">
                <c:v>-89.6916222562884</c:v>
              </c:pt>
              <c:pt idx="150">
                <c:v>-89.6879048953232</c:v>
              </c:pt>
              <c:pt idx="151">
                <c:v>-89.68412629164142</c:v>
              </c:pt>
              <c:pt idx="152">
                <c:v>-89.68028515451027</c:v>
              </c:pt>
              <c:pt idx="153">
                <c:v>-89.67638015982796</c:v>
              </c:pt>
              <c:pt idx="154">
                <c:v>-89.67240994909652</c:v>
              </c:pt>
              <c:pt idx="155">
                <c:v>-89.66837312835698</c:v>
              </c:pt>
              <c:pt idx="156">
                <c:v>-89.66426826708637</c:v>
              </c:pt>
              <c:pt idx="157">
                <c:v>-89.66009389705506</c:v>
              </c:pt>
              <c:pt idx="158">
                <c:v>-89.65584851114171</c:v>
              </c:pt>
              <c:pt idx="159">
                <c:v>-89.65153056210559</c:v>
              </c:pt>
              <c:pt idx="160">
                <c:v>-89.64713846131315</c:v>
              </c:pt>
              <c:pt idx="161">
                <c:v>-89.64267057741762</c:v>
              </c:pt>
              <c:pt idx="162">
                <c:v>-89.6381252349896</c:v>
              </c:pt>
              <c:pt idx="163">
                <c:v>-89.6335007130961</c:v>
              </c:pt>
              <c:pt idx="164">
                <c:v>-89.62879524382643</c:v>
              </c:pt>
              <c:pt idx="165">
                <c:v>-89.62400701076236</c:v>
              </c:pt>
              <c:pt idx="166">
                <c:v>-89.61913414738969</c:v>
              </c:pt>
              <c:pt idx="167">
                <c:v>-89.61417473544964</c:v>
              </c:pt>
              <c:pt idx="168">
                <c:v>-89.60912680322683</c:v>
              </c:pt>
              <c:pt idx="169">
                <c:v>-89.60398832377058</c:v>
              </c:pt>
              <c:pt idx="170">
                <c:v>-89.59875721304766</c:v>
              </c:pt>
              <c:pt idx="171">
                <c:v>-89.5934313280228</c:v>
              </c:pt>
              <c:pt idx="172">
                <c:v>-89.58800846466342</c:v>
              </c:pt>
              <c:pt idx="173">
                <c:v>-89.58248635586588</c:v>
              </c:pt>
              <c:pt idx="174">
                <c:v>-89.57686266929957</c:v>
              </c:pt>
              <c:pt idx="175">
                <c:v>-89.57113500516402</c:v>
              </c:pt>
              <c:pt idx="176">
                <c:v>-89.56530089385657</c:v>
              </c:pt>
              <c:pt idx="177">
                <c:v>-89.559357793546</c:v>
              </c:pt>
              <c:pt idx="178">
                <c:v>-89.55330308764657</c:v>
              </c:pt>
              <c:pt idx="179">
                <c:v>-89.54713408218963</c:v>
              </c:pt>
              <c:pt idx="180">
                <c:v>-89.54084800308709</c:v>
              </c:pt>
              <c:pt idx="181">
                <c:v>-89.534441993281</c:v>
              </c:pt>
              <c:pt idx="182">
                <c:v>-89.52791310977514</c:v>
              </c:pt>
              <c:pt idx="183">
                <c:v>-89.52125832054216</c:v>
              </c:pt>
              <c:pt idx="184">
                <c:v>-89.51447450130061</c:v>
              </c:pt>
              <c:pt idx="185">
                <c:v>-89.50755843215497</c:v>
              </c:pt>
              <c:pt idx="186">
                <c:v>-89.50050679409267</c:v>
              </c:pt>
              <c:pt idx="187">
                <c:v>-89.49331616533122</c:v>
              </c:pt>
              <c:pt idx="188">
                <c:v>-89.48598301750705</c:v>
              </c:pt>
              <c:pt idx="189">
                <c:v>-89.47850371169922</c:v>
              </c:pt>
              <c:pt idx="190">
                <c:v>-89.47087449427902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-89.4470480231052</c:v>
              </c:pt>
              <c:pt idx="194">
                <c:v>-89.43877917305643</c:v>
              </c:pt>
              <c:pt idx="195">
                <c:v>-89.4303397640718</c:v>
              </c:pt>
              <c:pt idx="196">
                <c:v>-89.42172525622385</c:v>
              </c:pt>
              <c:pt idx="197">
                <c:v>-89.41293096015835</c:v>
              </c:pt>
              <c:pt idx="198">
                <c:v>-89.40395203119282</c:v>
              </c:pt>
              <c:pt idx="199">
                <c:v>-89.39478346314176</c:v>
              </c:pt>
              <c:pt idx="200">
                <c:v>-89.38542008185304</c:v>
              </c:pt>
              <c:pt idx="201">
                <c:v>-89.37585653844192</c:v>
              </c:pt>
              <c:pt idx="202">
                <c:v>-89.3660873022037</c:v>
              </c:pt>
              <c:pt idx="203">
                <c:v>-89.35610665318978</c:v>
              </c:pt>
              <c:pt idx="204">
                <c:v>-89.34590867442748</c:v>
              </c:pt>
              <c:pt idx="205">
                <c:v>-89.33548724376409</c:v>
              </c:pt>
              <c:pt idx="206">
                <c:v>-89.32483602531431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-89.29143688688113</c:v>
              </c:pt>
              <c:pt idx="210">
                <c:v>-89.27979856030711</c:v>
              </c:pt>
              <c:pt idx="211">
                <c:v>-89.26789523049773</c:v>
              </c:pt>
              <c:pt idx="212">
                <c:v>-89.25571907436255</c:v>
              </c:pt>
              <c:pt idx="213">
                <c:v>-89.24326198204126</c:v>
              </c:pt>
              <c:pt idx="214">
                <c:v>-89.23051554424305</c:v>
              </c:pt>
              <c:pt idx="215">
                <c:v>-89.21747103892804</c:v>
              </c:pt>
              <c:pt idx="216">
                <c:v>-89.20411941729081</c:v>
              </c:pt>
              <c:pt idx="217">
                <c:v>-89.19045128900504</c:v>
              </c:pt>
              <c:pt idx="218">
                <c:v>-89.1764569066825</c:v>
              </c:pt>
              <c:pt idx="219">
                <c:v>-89.16212614949946</c:v>
              </c:pt>
              <c:pt idx="220">
                <c:v>-89.14744850593809</c:v>
              </c:pt>
              <c:pt idx="221">
                <c:v>-89.13241305558749</c:v>
              </c:pt>
              <c:pt idx="222">
                <c:v>-89.11700844994617</c:v>
              </c:pt>
              <c:pt idx="223">
                <c:v>-89.10122289216022</c:v>
              </c:pt>
              <c:pt idx="224">
                <c:v>-89.08504411563204</c:v>
              </c:pt>
              <c:pt idx="225">
                <c:v>-89.06845936142318</c:v>
              </c:pt>
              <c:pt idx="226">
                <c:v>-89.05145535437617</c:v>
              </c:pt>
              <c:pt idx="227">
                <c:v>-89.03401827786804</c:v>
              </c:pt>
              <c:pt idx="228">
                <c:v>-89.01613374710644</c:v>
              </c:pt>
              <c:pt idx="229">
                <c:v>-88.99778678087074</c:v>
              </c:pt>
              <c:pt idx="230">
                <c:v>-88.97896177159218</c:v>
              </c:pt>
              <c:pt idx="231">
                <c:v>-88.95964245366139</c:v>
              </c:pt>
              <c:pt idx="232">
                <c:v>-88.93981186983977</c:v>
              </c:pt>
              <c:pt idx="233">
                <c:v>-88.91945233564464</c:v>
              </c:pt>
              <c:pt idx="234">
                <c:v>-88.89854540156482</c:v>
              </c:pt>
              <c:pt idx="235">
                <c:v>-88.87707181295536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-88.80904558316111</c:v>
              </c:pt>
              <c:pt idx="239">
                <c:v>-88.78509517914887</c:v>
              </c:pt>
              <c:pt idx="240">
                <c:v>-88.76046818206962</c:v>
              </c:pt>
              <c:pt idx="241">
                <c:v>-88.73513951153323</c:v>
              </c:pt>
              <c:pt idx="242">
                <c:v>-88.7090829204731</c:v>
              </c:pt>
              <c:pt idx="243">
                <c:v>-88.68227092919167</c:v>
              </c:pt>
              <c:pt idx="244">
                <c:v>-88.65467475498482</c:v>
              </c:pt>
              <c:pt idx="245">
                <c:v>-88.62626423699878</c:v>
              </c:pt>
              <c:pt idx="246">
                <c:v>-88.59700775594618</c:v>
              </c:pt>
              <c:pt idx="247">
                <c:v>-88.5668721482691</c:v>
              </c:pt>
              <c:pt idx="248">
                <c:v>-88.53582261430445</c:v>
              </c:pt>
              <c:pt idx="249">
                <c:v>-88.5038226199625</c:v>
              </c:pt>
              <c:pt idx="250">
                <c:v>-88.47083379138469</c:v>
              </c:pt>
              <c:pt idx="251">
                <c:v>-88.43681580199821</c:v>
              </c:pt>
              <c:pt idx="252">
                <c:v>-88.4017262513257</c:v>
              </c:pt>
              <c:pt idx="253">
                <c:v>-88.36552053485094</c:v>
              </c:pt>
              <c:pt idx="254">
                <c:v>-88.32815170416991</c:v>
              </c:pt>
              <c:pt idx="255">
                <c:v>-88.28957031657933</c:v>
              </c:pt>
              <c:pt idx="256">
                <c:v>-88.2497242731789</c:v>
              </c:pt>
              <c:pt idx="257">
                <c:v>-88.20855864445441</c:v>
              </c:pt>
              <c:pt idx="258">
                <c:v>-88.16601548222124</c:v>
              </c:pt>
              <c:pt idx="259">
                <c:v>-88.12203361667616</c:v>
              </c:pt>
              <c:pt idx="260">
                <c:v>-88.07654843718429</c:v>
              </c:pt>
              <c:pt idx="261">
                <c:v>-88.02949165528</c:v>
              </c:pt>
              <c:pt idx="262">
                <c:v>-87.98079104819047</c:v>
              </c:pt>
              <c:pt idx="263">
                <c:v>-87.93037018101803</c:v>
              </c:pt>
              <c:pt idx="264">
                <c:v>-87.87814810550219</c:v>
              </c:pt>
              <c:pt idx="265">
                <c:v>-87.8240390330534</c:v>
              </c:pt>
              <c:pt idx="266">
                <c:v>-87.76795197948921</c:v>
              </c:pt>
              <c:pt idx="267">
                <c:v>-87.70979037861153</c:v>
              </c:pt>
              <c:pt idx="268">
                <c:v>-87.64945166141972</c:v>
              </c:pt>
              <c:pt idx="269">
                <c:v>-87.58682679739329</c:v>
              </c:pt>
              <c:pt idx="270">
                <c:v>-87.52179979383398</c:v>
              </c:pt>
              <c:pt idx="271">
                <c:v>-87.45424714878142</c:v>
              </c:pt>
              <c:pt idx="272">
                <c:v>-87.38403725246023</c:v>
              </c:pt>
              <c:pt idx="273">
                <c:v>-87.3110297315849</c:v>
              </c:pt>
              <c:pt idx="274">
                <c:v>-87.23507473013164</c:v>
              </c:pt>
              <c:pt idx="275">
                <c:v>-87.15601211936311</c:v>
              </c:pt>
              <c:pt idx="276">
                <c:v>-87.07367062894785</c:v>
              </c:pt>
              <c:pt idx="277">
                <c:v>-86.98786688993279</c:v>
              </c:pt>
              <c:pt idx="278">
                <c:v>-86.89840437908191</c:v>
              </c:pt>
              <c:pt idx="279">
                <c:v>-86.80507225265816</c:v>
              </c:pt>
              <c:pt idx="280">
                <c:v>-86.70764405606205</c:v>
              </c:pt>
              <c:pt idx="281">
                <c:v>-86.60587629382117</c:v>
              </c:pt>
              <c:pt idx="282">
                <c:v>-86.49950684219048</c:v>
              </c:pt>
              <c:pt idx="283">
                <c:v>-86.3882531840299</c:v>
              </c:pt>
              <c:pt idx="284">
                <c:v>-86.27181044259349</c:v>
              </c:pt>
              <c:pt idx="285">
                <c:v>-86.14984918733832</c:v>
              </c:pt>
              <c:pt idx="286">
                <c:v>-86.02201298069544</c:v>
              </c:pt>
              <c:pt idx="287">
                <c:v>-85.88791562989611</c:v>
              </c:pt>
              <c:pt idx="288">
                <c:v>-85.74713810218836</c:v>
              </c:pt>
              <c:pt idx="289">
                <c:v>-85.59922505502247</c:v>
              </c:pt>
              <c:pt idx="290">
                <c:v>-85.44368092473147</c:v>
              </c:pt>
              <c:pt idx="291">
                <c:v>-85.27996550773145</c:v>
              </c:pt>
              <c:pt idx="292">
                <c:v>-85.10748895686568</c:v>
              </c:pt>
              <c:pt idx="293">
                <c:v>-84.92560610198471</c:v>
              </c:pt>
              <c:pt idx="294">
                <c:v>-84.73360998755798</c:v>
              </c:pt>
              <c:pt idx="295">
                <c:v>-84.53072450056548</c:v>
              </c:pt>
              <c:pt idx="296">
                <c:v>-84.31609593830969</c:v>
              </c:pt>
              <c:pt idx="297">
                <c:v>-84.08878333725342</c:v>
              </c:pt>
              <c:pt idx="298">
                <c:v>-83.84774734928975</c:v>
              </c:pt>
              <c:pt idx="299">
                <c:v>-83.59183740961423</c:v>
              </c:pt>
              <c:pt idx="300">
                <c:v>-83.31977688872445</c:v>
              </c:pt>
              <c:pt idx="301">
                <c:v>-83.03014585768277</c:v>
              </c:pt>
              <c:pt idx="302">
                <c:v>-82.72136101778973</c:v>
              </c:pt>
              <c:pt idx="303">
                <c:v>-82.39165224943557</c:v>
              </c:pt>
              <c:pt idx="304">
                <c:v>-82.03903511548195</c:v>
              </c:pt>
              <c:pt idx="305">
                <c:v>-81.66127850599023</c:v>
              </c:pt>
              <c:pt idx="306">
                <c:v>-81.25586642593117</c:v>
              </c:pt>
              <c:pt idx="307">
                <c:v>-80.8199526958279</c:v>
              </c:pt>
              <c:pt idx="308">
                <c:v>-80.35030704492313</c:v>
              </c:pt>
              <c:pt idx="309">
                <c:v>-79.84325071179184</c:v>
              </c:pt>
              <c:pt idx="310">
                <c:v>-79.29457920892322</c:v>
              </c:pt>
              <c:pt idx="311">
                <c:v>-78.69946933180476</c:v>
              </c:pt>
              <c:pt idx="312">
                <c:v>-78.05236677061626</c:v>
              </c:pt>
              <c:pt idx="313">
                <c:v>-77.34684978058714</c:v>
              </c:pt>
              <c:pt idx="314">
                <c:v>-76.57546325007007</c:v>
              </c:pt>
              <c:pt idx="315">
                <c:v>-75.72951614132927</c:v>
              </c:pt>
              <c:pt idx="316">
                <c:v>-74.79883365273787</c:v>
              </c:pt>
              <c:pt idx="317">
                <c:v>-73.77145359028692</c:v>
              </c:pt>
              <c:pt idx="318">
                <c:v>-72.63325446616264</c:v>
              </c:pt>
              <c:pt idx="319">
                <c:v>-71.36750108746848</c:v>
              </c:pt>
              <c:pt idx="320">
                <c:v>-69.95429257848069</c:v>
              </c:pt>
              <c:pt idx="321">
                <c:v>-68.36989936868038</c:v>
              </c:pt>
              <c:pt idx="322">
                <c:v>-66.58598254945888</c:v>
              </c:pt>
              <c:pt idx="323">
                <c:v>-64.56870655040197</c:v>
              </c:pt>
              <c:pt idx="324">
                <c:v>-62.27779406091336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-53.24819457827966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</c:v>
              </c:pt>
              <c:pt idx="331">
                <c:v>-33.82185529486336</c:v>
              </c:pt>
              <c:pt idx="332">
                <c:v>-27.34248854287217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-5.243605573030922</c:v>
              </c:pt>
              <c:pt idx="336">
                <c:v>2.2364957238589334</c:v>
              </c:pt>
              <c:pt idx="337">
                <c:v>9.342479775678603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38.94344717467471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50.39294871725205</c:v>
              </c:pt>
              <c:pt idx="349">
                <c:v>51.88090688117798</c:v>
              </c:pt>
              <c:pt idx="350">
                <c:v>53.1831230498978</c:v>
              </c:pt>
              <c:pt idx="351">
                <c:v>54.32357477108405</c:v>
              </c:pt>
              <c:pt idx="352">
                <c:v>55.32226216949339</c:v>
              </c:pt>
              <c:pt idx="353">
                <c:v>56.19588530608216</c:v>
              </c:pt>
              <c:pt idx="354">
                <c:v>56.95840850690815</c:v>
              </c:pt>
              <c:pt idx="355">
                <c:v>57.62152448642282</c:v>
              </c:pt>
              <c:pt idx="356">
                <c:v>58.195033233025306</c:v>
              </c:pt>
              <c:pt idx="357">
                <c:v>58.68715003878547</c:v>
              </c:pt>
              <c:pt idx="358">
                <c:v>59.104755371847816</c:v>
              </c:pt>
              <c:pt idx="359">
                <c:v>59.45359731356194</c:v>
              </c:pt>
              <c:pt idx="360">
                <c:v>59.73845538124165</c:v>
              </c:pt>
              <c:pt idx="361">
                <c:v>59.96327287772266</c:v>
              </c:pt>
              <c:pt idx="362">
                <c:v>60.131263488785805</c:v>
              </c:pt>
              <c:pt idx="363">
                <c:v>60.24499667730276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60.27800513204975</c:v>
              </c:pt>
              <c:pt idx="367">
                <c:v>60.18959551133152</c:v>
              </c:pt>
              <c:pt idx="368">
                <c:v>60.05200981749404</c:v>
              </c:pt>
              <c:pt idx="369">
                <c:v>59.86492465317014</c:v>
              </c:pt>
              <c:pt idx="370">
                <c:v>59.62759697056793</c:v>
              </c:pt>
              <c:pt idx="371">
                <c:v>59.33885931861086</c:v>
              </c:pt>
              <c:pt idx="372">
                <c:v>58.99710750624571</c:v>
              </c:pt>
              <c:pt idx="373">
                <c:v>58.60028064386619</c:v>
              </c:pt>
              <c:pt idx="374">
                <c:v>58.14583335486779</c:v>
              </c:pt>
              <c:pt idx="375">
                <c:v>57.63069980233441</c:v>
              </c:pt>
              <c:pt idx="376">
                <c:v>57.051249057066634</c:v>
              </c:pt>
              <c:pt idx="377">
                <c:v>56.40323125382005</c:v>
              </c:pt>
              <c:pt idx="378">
                <c:v>55.681713964197606</c:v>
              </c:pt>
              <c:pt idx="379">
                <c:v>54.88100829110731</c:v>
              </c:pt>
              <c:pt idx="380">
                <c:v>53.99458441551044</c:v>
              </c:pt>
              <c:pt idx="381">
                <c:v>53.01497678458077</c:v>
              </c:pt>
              <c:pt idx="382">
                <c:v>51.93367994509841</c:v>
              </c:pt>
              <c:pt idx="383">
                <c:v>50.741037379850226</c:v>
              </c:pt>
              <c:pt idx="384">
                <c:v>49.42612785861814</c:v>
              </c:pt>
              <c:pt idx="385">
                <c:v>47.97665713202465</c:v>
              </c:pt>
              <c:pt idx="386">
                <c:v>46.378867759379524</c:v>
              </c:pt>
              <c:pt idx="387">
                <c:v>44.61748707224138</c:v>
              </c:pt>
              <c:pt idx="388">
                <c:v>42.675743398910534</c:v>
              </c:pt>
              <c:pt idx="389">
                <c:v>40.53549426630247</c:v>
              </c:pt>
              <c:pt idx="390">
                <c:v>38.17752740511261</c:v>
              </c:pt>
              <c:pt idx="391">
                <c:v>35.58211477925207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9.644850824297036</c:v>
              </c:pt>
              <c:pt idx="399">
                <c:v>4.896535049808284</c:v>
              </c:pt>
              <c:pt idx="400">
                <c:v>-1.28074974964597E-06</c:v>
              </c:pt>
              <c:pt idx="401">
                <c:v>-4.972336985146956</c:v>
              </c:pt>
              <c:pt idx="402">
                <c:v>-9.941472536724998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</c:v>
              </c:pt>
              <c:pt idx="409">
                <c:v>-39.46843474408763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-48.08426337955036</c:v>
              </c:pt>
              <c:pt idx="413">
                <c:v>-50.473732521985156</c:v>
              </c:pt>
              <c:pt idx="414">
                <c:v>-52.65469730746452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</c:v>
              </c:pt>
              <c:pt idx="418">
                <c:v>-59.6615528696842</c:v>
              </c:pt>
              <c:pt idx="419">
                <c:v>-61.06434351145484</c:v>
              </c:pt>
              <c:pt idx="420">
                <c:v>-62.35462088372705</c:v>
              </c:pt>
              <c:pt idx="421">
                <c:v>-63.5435120677174</c:v>
              </c:pt>
              <c:pt idx="422">
                <c:v>-64.64093573923041</c:v>
              </c:pt>
              <c:pt idx="423">
                <c:v>-65.65571980152204</c:v>
              </c:pt>
              <c:pt idx="424">
                <c:v>-66.5957162409991</c:v>
              </c:pt>
              <c:pt idx="425">
                <c:v>-67.46790915010105</c:v>
              </c:pt>
              <c:pt idx="426">
                <c:v>-68.27851389387145</c:v>
              </c:pt>
              <c:pt idx="427">
                <c:v>-69.03306667523461</c:v>
              </c:pt>
              <c:pt idx="428">
                <c:v>-69.73650452804996</c:v>
              </c:pt>
              <c:pt idx="429">
                <c:v>-70.39323620999917</c:v>
              </c:pt>
              <c:pt idx="430">
                <c:v>-71.00720469725653</c:v>
              </c:pt>
              <c:pt idx="431">
                <c:v>-71.58194207974628</c:v>
              </c:pt>
              <c:pt idx="432">
                <c:v>-72.12061767136326</c:v>
              </c:pt>
              <c:pt idx="433">
                <c:v>-72.6260801184689</c:v>
              </c:pt>
              <c:pt idx="434">
                <c:v>-73.10089423385186</c:v>
              </c:pt>
              <c:pt idx="435">
                <c:v>-73.54737321580059</c:v>
              </c:pt>
              <c:pt idx="436">
                <c:v>-73.96760684152218</c:v>
              </c:pt>
              <c:pt idx="437">
                <c:v>-74.36348615543679</c:v>
              </c:pt>
              <c:pt idx="438">
                <c:v>-74.73672510874455</c:v>
              </c:pt>
              <c:pt idx="439">
                <c:v>-75.08887954830642</c:v>
              </c:pt>
              <c:pt idx="440">
                <c:v>-75.42136390060234</c:v>
              </c:pt>
              <c:pt idx="441">
                <c:v>-75.7354658504816</c:v>
              </c:pt>
              <c:pt idx="442">
                <c:v>-76.03235927398438</c:v>
              </c:pt>
              <c:pt idx="443">
                <c:v>-76.31311564939571</c:v>
              </c:pt>
              <c:pt idx="444">
                <c:v>-76.57871414022239</c:v>
              </c:pt>
              <c:pt idx="445">
                <c:v>-76.83005051746787</c:v>
              </c:pt>
              <c:pt idx="446">
                <c:v>-77.06794506591238</c:v>
              </c:pt>
              <c:pt idx="447">
                <c:v>-77.29314959952336</c:v>
              </c:pt>
              <c:pt idx="448">
                <c:v>-77.50635369431377</c:v>
              </c:pt>
              <c:pt idx="449">
                <c:v>-77.70819023249534</c:v>
              </c:pt>
              <c:pt idx="450">
                <c:v>-77.8992403392555</c:v>
              </c:pt>
              <c:pt idx="451">
                <c:v>-78.08003778277536</c:v>
              </c:pt>
              <c:pt idx="452">
                <c:v>-78.25107289879143</c:v>
              </c:pt>
              <c:pt idx="453">
                <c:v>-78.41279609300739</c:v>
              </c:pt>
              <c:pt idx="454">
                <c:v>-78.56562096770325</c:v>
              </c:pt>
              <c:pt idx="455">
                <c:v>-78.70992711288159</c:v>
              </c:pt>
              <c:pt idx="456">
                <c:v>-78.84606259703968</c:v>
              </c:pt>
              <c:pt idx="457">
                <c:v>-78.97434618811425</c:v>
              </c:pt>
              <c:pt idx="458">
                <c:v>-79.09506933112836</c:v>
              </c:pt>
              <c:pt idx="459">
                <c:v>-79.20849790558376</c:v>
              </c:pt>
              <c:pt idx="460">
                <c:v>-79.31487378254857</c:v>
              </c:pt>
              <c:pt idx="461">
                <c:v>-79.4144161986425</c:v>
              </c:pt>
              <c:pt idx="462">
                <c:v>-79.50732296168748</c:v>
              </c:pt>
              <c:pt idx="463">
                <c:v>-79.59377150059555</c:v>
              </c:pt>
              <c:pt idx="464">
                <c:v>-79.67391977006264</c:v>
              </c:pt>
              <c:pt idx="465">
                <c:v>-79.74790701882907</c:v>
              </c:pt>
              <c:pt idx="466">
                <c:v>-79.8158544285641</c:v>
              </c:pt>
              <c:pt idx="467">
                <c:v>-79.87786562884295</c:v>
              </c:pt>
              <c:pt idx="468">
                <c:v>-79.93402709216005</c:v>
              </c:pt>
              <c:pt idx="469">
                <c:v>-79.9844084114556</c:v>
              </c:pt>
              <c:pt idx="470">
                <c:v>-80.02906246113949</c:v>
              </c:pt>
              <c:pt idx="471">
                <c:v>-80.0680254411388</c:v>
              </c:pt>
              <c:pt idx="472">
                <c:v>-80.10131680194951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-80.16709938074185</c:v>
              </c:pt>
              <c:pt idx="476">
                <c:v>-80.17755412605416</c:v>
              </c:pt>
              <c:pt idx="477">
                <c:v>-80.1821717024652</c:v>
              </c:pt>
              <c:pt idx="478">
                <c:v>-80.18086213709222</c:v>
              </c:pt>
              <c:pt idx="479">
                <c:v>-80.17351430525862</c:v>
              </c:pt>
              <c:pt idx="480">
                <c:v>-80.15999460186632</c:v>
              </c:pt>
              <c:pt idx="481">
                <c:v>-80.14014537887967</c:v>
              </c:pt>
              <c:pt idx="482">
                <c:v>-80.1137831189741</c:v>
              </c:pt>
              <c:pt idx="483">
                <c:v>-80.08069630956642</c:v>
              </c:pt>
              <c:pt idx="484">
                <c:v>-80.04064297455236</c:v>
              </c:pt>
              <c:pt idx="485">
                <c:v>-79.99334781275819</c:v>
              </c:pt>
              <c:pt idx="486">
                <c:v>-79.93849888210379</c:v>
              </c:pt>
              <c:pt idx="487">
                <c:v>-79.8757437563273</c:v>
              </c:pt>
              <c:pt idx="488">
                <c:v>-79.80468506632035</c:v>
              </c:pt>
              <c:pt idx="489">
                <c:v>-79.72487531999477</c:v>
              </c:pt>
              <c:pt idx="490">
                <c:v>-79.63581087227588</c:v>
              </c:pt>
              <c:pt idx="491">
                <c:v>-79.53692488919097</c:v>
              </c:pt>
              <c:pt idx="492">
                <c:v>-79.4275791156557</c:v>
              </c:pt>
              <c:pt idx="493">
                <c:v>-79.30705421355835</c:v>
              </c:pt>
              <c:pt idx="494">
                <c:v>-79.17453838263707</c:v>
              </c:pt>
              <c:pt idx="495">
                <c:v>-79.02911390818453</c:v>
              </c:pt>
              <c:pt idx="496">
                <c:v>-78.86974119241225</c:v>
              </c:pt>
              <c:pt idx="497">
                <c:v>-78.69523971457308</c:v>
              </c:pt>
              <c:pt idx="498">
                <c:v>-78.50426522071706</c:v>
              </c:pt>
              <c:pt idx="499">
                <c:v>-78.29528225661885</c:v>
              </c:pt>
              <c:pt idx="500">
                <c:v>-78.0665309120651</c:v>
              </c:pt>
              <c:pt idx="501">
                <c:v>-77.8159863210136</c:v>
              </c:pt>
              <c:pt idx="502">
                <c:v>-77.54130903156009</c:v>
              </c:pt>
              <c:pt idx="503">
                <c:v>-77.23978378173693</c:v>
              </c:pt>
              <c:pt idx="504">
                <c:v>-76.90824343469016</c:v>
              </c:pt>
              <c:pt idx="505">
                <c:v>-76.5429737567763</c:v>
              </c:pt>
              <c:pt idx="506">
                <c:v>-76.13959324427984</c:v>
              </c:pt>
              <c:pt idx="507">
                <c:v>-75.69290014145483</c:v>
              </c:pt>
              <c:pt idx="508">
                <c:v>-75.19667588034244</c:v>
              </c:pt>
              <c:pt idx="509">
                <c:v>-74.6434300135963</c:v>
              </c:pt>
              <c:pt idx="510">
                <c:v>-74.02406569898409</c:v>
              </c:pt>
              <c:pt idx="511">
                <c:v>-73.32743599317804</c:v>
              </c:pt>
              <c:pt idx="512">
                <c:v>-72.5397481656778</c:v>
              </c:pt>
              <c:pt idx="513">
                <c:v>-71.64375365920321</c:v>
              </c:pt>
              <c:pt idx="514">
                <c:v>-70.61763157489617</c:v>
              </c:pt>
              <c:pt idx="515">
                <c:v>-69.43342791408526</c:v>
              </c:pt>
              <c:pt idx="516">
                <c:v>-68.05484229767661</c:v>
              </c:pt>
              <c:pt idx="517">
                <c:v>-66.43404499110702</c:v>
              </c:pt>
              <c:pt idx="518">
                <c:v>-64.50704127555903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</c:v>
              </c:pt>
              <c:pt idx="522">
                <c:v>-51.41020380845762</c:v>
              </c:pt>
              <c:pt idx="523">
                <c:v>-45.74069575421431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</c:v>
              </c:pt>
              <c:pt idx="528">
                <c:v>11.70887240611468</c:v>
              </c:pt>
              <c:pt idx="529">
                <c:v>25.36742213692788</c:v>
              </c:pt>
              <c:pt idx="530">
                <c:v>36.793078127092095</c:v>
              </c:pt>
              <c:pt idx="531">
                <c:v>45.80834537310955</c:v>
              </c:pt>
              <c:pt idx="532">
                <c:v>52.77687497859375</c:v>
              </c:pt>
              <c:pt idx="533">
                <c:v>58.17313881898852</c:v>
              </c:pt>
              <c:pt idx="534">
                <c:v>62.4032346037298</c:v>
              </c:pt>
              <c:pt idx="535">
                <c:v>65.77231313074911</c:v>
              </c:pt>
              <c:pt idx="536">
                <c:v>68.49991617689467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74.19227560370071</c:v>
              </c:pt>
              <c:pt idx="540">
                <c:v>75.5412392231326</c:v>
              </c:pt>
              <c:pt idx="541">
                <c:v>76.70495791818806</c:v>
              </c:pt>
              <c:pt idx="542">
                <c:v>77.7178598172302</c:v>
              </c:pt>
              <c:pt idx="543">
                <c:v>78.60653491128427</c:v>
              </c:pt>
              <c:pt idx="544">
                <c:v>79.39179691530744</c:v>
              </c:pt>
              <c:pt idx="545">
                <c:v>80.09014142743315</c:v>
              </c:pt>
              <c:pt idx="546">
                <c:v>80.71479202874305</c:v>
              </c:pt>
              <c:pt idx="547">
                <c:v>81.27646133609463</c:v>
              </c:pt>
              <c:pt idx="548">
                <c:v>81.78391214214324</c:v>
              </c:pt>
              <c:pt idx="549">
                <c:v>82.24437643473345</c:v>
              </c:pt>
              <c:pt idx="550">
                <c:v>82.6638720465</c:v>
              </c:pt>
              <c:pt idx="551">
                <c:v>83.04744463708582</c:v>
              </c:pt>
              <c:pt idx="552">
                <c:v>83.39935456222334</c:v>
              </c:pt>
              <c:pt idx="553">
                <c:v>83.72322260336384</c:v>
              </c:pt>
              <c:pt idx="554">
                <c:v>84.02214466170535</c:v>
              </c:pt>
              <c:pt idx="555">
                <c:v>84.29878280441031</c:v>
              </c:pt>
              <c:pt idx="556">
                <c:v>84.55543812244953</c:v>
              </c:pt>
              <c:pt idx="557">
                <c:v>84.7941094750965</c:v>
              </c:pt>
              <c:pt idx="558">
                <c:v>85.01654119173003</c:v>
              </c:pt>
              <c:pt idx="559">
                <c:v>85.22426206560608</c:v>
              </c:pt>
              <c:pt idx="560">
                <c:v>85.41861742979276</c:v>
              </c:pt>
              <c:pt idx="561">
                <c:v>85.60079569898807</c:v>
              </c:pt>
              <c:pt idx="562">
                <c:v>85.77185045493351</c:v>
              </c:pt>
              <c:pt idx="563">
                <c:v>85.93271892082143</c:v>
              </c:pt>
              <c:pt idx="564">
                <c:v>86.08423749243288</c:v>
              </c:pt>
              <c:pt idx="565">
                <c:v>86.22715485679267</c:v>
              </c:pt>
              <c:pt idx="566">
                <c:v>86.36214312289722</c:v>
              </c:pt>
              <c:pt idx="567">
                <c:v>86.48980730607447</c:v>
              </c:pt>
              <c:pt idx="568">
                <c:v>86.61069344228756</c:v>
              </c:pt>
              <c:pt idx="569">
                <c:v>86.72529555711999</c:v>
              </c:pt>
              <c:pt idx="570">
                <c:v>86.8340616731138</c:v>
              </c:pt>
              <c:pt idx="571">
                <c:v>86.93739900635279</c:v>
              </c:pt>
              <c:pt idx="572">
                <c:v>87.03567847675656</c:v>
              </c:pt>
              <c:pt idx="573">
                <c:v>87.129238635268</c:v>
              </c:pt>
              <c:pt idx="574">
                <c:v>87.21838909378633</c:v>
              </c:pt>
              <c:pt idx="575">
                <c:v>87.30341352959236</c:v>
              </c:pt>
              <c:pt idx="576">
                <c:v>87.38457232444544</c:v>
              </c:pt>
              <c:pt idx="577">
                <c:v>87.46210488901994</c:v>
              </c:pt>
              <c:pt idx="578">
                <c:v>87.53623171549141</c:v>
              </c:pt>
              <c:pt idx="579">
                <c:v>87.60715619456373</c:v>
              </c:pt>
              <c:pt idx="580">
                <c:v>87.67506622781234</c:v>
              </c:pt>
              <c:pt idx="581">
                <c:v>87.74013566168378</c:v>
              </c:pt>
              <c:pt idx="582">
                <c:v>87.80252556569283</c:v>
              </c:pt>
              <c:pt idx="583">
                <c:v>87.86238537417283</c:v>
              </c:pt>
              <c:pt idx="584">
                <c:v>87.91985390823511</c:v>
              </c:pt>
              <c:pt idx="585">
                <c:v>87.97506029231407</c:v>
              </c:pt>
              <c:pt idx="586">
                <c:v>88.02812477774017</c:v>
              </c:pt>
              <c:pt idx="587">
                <c:v>88.07915948413623</c:v>
              </c:pt>
              <c:pt idx="588">
                <c:v>88.12826906802177</c:v>
              </c:pt>
              <c:pt idx="589">
                <c:v>88.17555132681382</c:v>
              </c:pt>
              <c:pt idx="590">
                <c:v>88.22109774537053</c:v>
              </c:pt>
              <c:pt idx="591">
                <c:v>88.26499399134211</c:v>
              </c:pt>
              <c:pt idx="592">
                <c:v>88.30732036482249</c:v>
              </c:pt>
              <c:pt idx="593">
                <c:v>88.34815220713416</c:v>
              </c:pt>
              <c:pt idx="594">
                <c:v>88.38756027300528</c:v>
              </c:pt>
              <c:pt idx="595">
                <c:v>88.42561106989574</c:v>
              </c:pt>
              <c:pt idx="596">
                <c:v>88.46236716779973</c:v>
              </c:pt>
              <c:pt idx="597">
                <c:v>88.49788748246897</c:v>
              </c:pt>
              <c:pt idx="598">
                <c:v>88.53222753467549</c:v>
              </c:pt>
              <c:pt idx="599">
                <c:v>88.56543968783441</c:v>
              </c:pt>
              <c:pt idx="600">
                <c:v>88.59757336606576</c:v>
              </c:pt>
              <c:pt idx="601">
                <c:v>88.6286752545378</c:v>
              </c:pt>
              <c:pt idx="602">
                <c:v>88.65878948374751</c:v>
              </c:pt>
              <c:pt idx="603">
                <c:v>88.68795779921535</c:v>
              </c:pt>
              <c:pt idx="604">
                <c:v>88.71621971791917</c:v>
              </c:pt>
              <c:pt idx="605">
                <c:v>88.74361267265792</c:v>
              </c:pt>
              <c:pt idx="606">
                <c:v>88.77017214541462</c:v>
              </c:pt>
              <c:pt idx="607">
                <c:v>88.79593179067946</c:v>
              </c:pt>
              <c:pt idx="608">
                <c:v>88.8209235496038</c:v>
              </c:pt>
              <c:pt idx="609">
                <c:v>88.84517775576477</c:v>
              </c:pt>
              <c:pt idx="610">
                <c:v>88.86872323325125</c:v>
              </c:pt>
              <c:pt idx="611">
                <c:v>88.8915873877108</c:v>
              </c:pt>
              <c:pt idx="612">
                <c:v>88.91379629093684</c:v>
              </c:pt>
              <c:pt idx="613">
                <c:v>88.93537475952301</c:v>
              </c:pt>
              <c:pt idx="614">
                <c:v>88.95634642806463</c:v>
              </c:pt>
              <c:pt idx="615">
                <c:v>88.97673381733772</c:v>
              </c:pt>
              <c:pt idx="616">
                <c:v>88.99655839785537</c:v>
              </c:pt>
              <c:pt idx="617">
                <c:v>89.01584064915922</c:v>
              </c:pt>
              <c:pt idx="618">
                <c:v>89.03460011517521</c:v>
              </c:pt>
              <c:pt idx="619">
                <c:v>89.05285545593442</c:v>
              </c:pt>
              <c:pt idx="620">
                <c:v>89.07062449593286</c:v>
              </c:pt>
              <c:pt idx="621">
                <c:v>89.08792426938098</c:v>
              </c:pt>
              <c:pt idx="622">
                <c:v>89.10477106257288</c:v>
              </c:pt>
              <c:pt idx="623">
                <c:v>89.12118045358584</c:v>
              </c:pt>
              <c:pt idx="624">
                <c:v>89.13716734950408</c:v>
              </c:pt>
              <c:pt idx="625">
                <c:v>89.15274602134289</c:v>
              </c:pt>
              <c:pt idx="626">
                <c:v>89.16793013683775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89.21124340746539</c:v>
              </c:pt>
              <c:pt idx="630">
                <c:v>89.2249749495219</c:v>
              </c:pt>
              <c:pt idx="631">
                <c:v>89.23837224075584</c:v>
              </c:pt>
              <c:pt idx="632">
                <c:v>89.25144591567552</c:v>
              </c:pt>
              <c:pt idx="633">
                <c:v>89.26420618645972</c:v>
              </c:pt>
              <c:pt idx="634">
                <c:v>89.27666286318197</c:v>
              </c:pt>
              <c:pt idx="635">
                <c:v>89.28882537290119</c:v>
              </c:pt>
              <c:pt idx="636">
                <c:v>89.30070277768542</c:v>
              </c:pt>
              <c:pt idx="637">
                <c:v>89.31230379164205</c:v>
              </c:pt>
              <c:pt idx="638">
                <c:v>89.32363679701562</c:v>
              </c:pt>
              <c:pt idx="639">
                <c:v>89.33470985941123</c:v>
              </c:pt>
              <c:pt idx="640">
                <c:v>89.34553074219878</c:v>
              </c:pt>
              <c:pt idx="641">
                <c:v>89.35610692014929</c:v>
              </c:pt>
              <c:pt idx="642">
                <c:v>89.36644559234904</c:v>
              </c:pt>
              <c:pt idx="643">
                <c:v>89.37655369443645</c:v>
              </c:pt>
              <c:pt idx="644">
                <c:v>89.3864379102018</c:v>
              </c:pt>
              <c:pt idx="645">
                <c:v>89.3961046825881</c:v>
              </c:pt>
              <c:pt idx="646">
                <c:v>89.40556022412937</c:v>
              </c:pt>
              <c:pt idx="647">
                <c:v>89.41481052685798</c:v>
              </c:pt>
              <c:pt idx="648">
                <c:v>89.42386137171293</c:v>
              </c:pt>
              <c:pt idx="649">
                <c:v>89.43271833747795</c:v>
              </c:pt>
              <c:pt idx="650">
                <c:v>89.44138680927621</c:v>
              </c:pt>
              <c:pt idx="651">
                <c:v>89.44987198664643</c:v>
              </c:pt>
              <c:pt idx="652">
                <c:v>89.4581788912253</c:v>
              </c:pt>
              <c:pt idx="653">
                <c:v>89.46631237405649</c:v>
              </c:pt>
              <c:pt idx="654">
                <c:v>89.47427712254878</c:v>
              </c:pt>
              <c:pt idx="655">
                <c:v>89.48207766710185</c:v>
              </c:pt>
              <c:pt idx="656">
                <c:v>89.48971838741757</c:v>
              </c:pt>
              <c:pt idx="657">
                <c:v>89.49720351851467</c:v>
              </c:pt>
              <c:pt idx="658">
                <c:v>89.50453715646198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89.52566810092748</c:v>
              </c:pt>
              <c:pt idx="662">
                <c:v>89.53243413415245</c:v>
              </c:pt>
              <c:pt idx="663">
                <c:v>89.53906725316305</c:v>
              </c:pt>
              <c:pt idx="664">
                <c:v>89.54557082679177</c:v>
              </c:pt>
              <c:pt idx="665">
                <c:v>89.551948118347</c:v>
              </c:pt>
              <c:pt idx="666">
                <c:v>89.55820228957288</c:v>
              </c:pt>
              <c:pt idx="667">
                <c:v>89.56433640443399</c:v>
              </c:pt>
              <c:pt idx="668">
                <c:v>89.57035343273567</c:v>
              </c:pt>
              <c:pt idx="669">
                <c:v>89.57625625358749</c:v>
              </c:pt>
              <c:pt idx="670">
                <c:v>89.5820476587182</c:v>
              </c:pt>
              <c:pt idx="671">
                <c:v>89.587730355649</c:v>
              </c:pt>
              <c:pt idx="672">
                <c:v>89.5933069707316</c:v>
              </c:pt>
              <c:pt idx="673">
                <c:v>89.59878005205931</c:v>
              </c:pt>
              <c:pt idx="674">
                <c:v>89.60415207225554</c:v>
              </c:pt>
              <c:pt idx="675">
                <c:v>89.60942543114605</c:v>
              </c:pt>
              <c:pt idx="676">
                <c:v>89.61460245832133</c:v>
              </c:pt>
              <c:pt idx="677">
                <c:v>89.61968541559348</c:v>
              </c:pt>
              <c:pt idx="678">
                <c:v>89.62467649935247</c:v>
              </c:pt>
              <c:pt idx="679">
                <c:v>89.62957784282729</c:v>
              </c:pt>
              <c:pt idx="680">
                <c:v>89.6343915182553</c:v>
              </c:pt>
              <c:pt idx="681">
                <c:v>89.63911953896499</c:v>
              </c:pt>
              <c:pt idx="682">
                <c:v>89.6437638613764</c:v>
              </c:pt>
              <c:pt idx="683">
                <c:v>89.64832638692066</c:v>
              </c:pt>
              <c:pt idx="684">
                <c:v>89.6528089638857</c:v>
              </c:pt>
              <c:pt idx="685">
                <c:v>89.65721338918873</c:v>
              </c:pt>
              <c:pt idx="686">
                <c:v>89.66154141007995</c:v>
              </c:pt>
              <c:pt idx="687">
                <c:v>89.66579472578073</c:v>
              </c:pt>
              <c:pt idx="688">
                <c:v>89.66997498905843</c:v>
              </c:pt>
              <c:pt idx="689">
                <c:v>89.67408380774108</c:v>
              </c:pt>
              <c:pt idx="690">
                <c:v>89.67812274617468</c:v>
              </c:pt>
              <c:pt idx="691">
                <c:v>89.68209332662511</c:v>
              </c:pt>
              <c:pt idx="692">
                <c:v>89.68599703062793</c:v>
              </c:pt>
              <c:pt idx="693">
                <c:v>89.6898353002869</c:v>
              </c:pt>
              <c:pt idx="694">
                <c:v>89.6936095395251</c:v>
              </c:pt>
              <c:pt idx="695">
                <c:v>89.69732111528936</c:v>
              </c:pt>
              <c:pt idx="696">
                <c:v>89.70097135871043</c:v>
              </c:pt>
              <c:pt idx="697">
                <c:v>89.70456156622119</c:v>
              </c:pt>
              <c:pt idx="698">
                <c:v>89.70809300063324</c:v>
              </c:pt>
              <c:pt idx="699">
                <c:v>89.71156689217598</c:v>
              </c:pt>
              <c:pt idx="700">
                <c:v>89.71498443949716</c:v>
              </c:pt>
              <c:pt idx="701">
                <c:v>89.71834681062792</c:v>
              </c:pt>
              <c:pt idx="702">
                <c:v>89.72165514391402</c:v>
              </c:pt>
              <c:pt idx="703">
                <c:v>89.72491054891351</c:v>
              </c:pt>
              <c:pt idx="704">
                <c:v>89.72811410726331</c:v>
              </c:pt>
              <c:pt idx="705">
                <c:v>89.73126687351481</c:v>
              </c:pt>
              <c:pt idx="706">
                <c:v>89.73436987594098</c:v>
              </c:pt>
              <c:pt idx="707">
                <c:v>89.73742411731514</c:v>
              </c:pt>
              <c:pt idx="708">
                <c:v>89.74043057566337</c:v>
              </c:pt>
              <c:pt idx="709">
                <c:v>89.74339020499008</c:v>
              </c:pt>
              <c:pt idx="710">
                <c:v>89.74630393598024</c:v>
              </c:pt>
              <c:pt idx="711">
                <c:v>89.74917267667641</c:v>
              </c:pt>
              <c:pt idx="712">
                <c:v>89.75199731313398</c:v>
              </c:pt>
              <c:pt idx="713">
                <c:v>89.75477871005354</c:v>
              </c:pt>
              <c:pt idx="714">
                <c:v>89.75751771139282</c:v>
              </c:pt>
              <c:pt idx="715">
                <c:v>89.76021514095758</c:v>
              </c:pt>
              <c:pt idx="716">
                <c:v>89.76287180297356</c:v>
              </c:pt>
              <c:pt idx="717">
                <c:v>89.76548848263889</c:v>
              </c:pt>
              <c:pt idx="718">
                <c:v>89.76806594665936</c:v>
              </c:pt>
              <c:pt idx="719">
                <c:v>89.77060494376495</c:v>
              </c:pt>
              <c:pt idx="720">
                <c:v>89.77310620521077</c:v>
              </c:pt>
              <c:pt idx="721">
                <c:v>89.77557044526101</c:v>
              </c:pt>
              <c:pt idx="722">
                <c:v>89.77799836165778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89.78507090794027</c:v>
              </c:pt>
              <c:pt idx="726">
                <c:v>89.78736019227708</c:v>
              </c:pt>
              <c:pt idx="727">
                <c:v>89.7896164092198</c:v>
              </c:pt>
              <c:pt idx="728">
                <c:v>89.79184016641571</c:v>
              </c:pt>
              <c:pt idx="729">
                <c:v>89.79403205787911</c:v>
              </c:pt>
              <c:pt idx="730">
                <c:v>89.79619266435448</c:v>
              </c:pt>
              <c:pt idx="731">
                <c:v>89.79832255366767</c:v>
              </c:pt>
              <c:pt idx="732">
                <c:v>89.8004222810668</c:v>
              </c:pt>
              <c:pt idx="733">
                <c:v>89.80249238955271</c:v>
              </c:pt>
              <c:pt idx="734">
                <c:v>89.8045334101988</c:v>
              </c:pt>
              <c:pt idx="735">
                <c:v>89.80654586246195</c:v>
              </c:pt>
              <c:pt idx="736">
                <c:v>89.80853025448343</c:v>
              </c:pt>
              <c:pt idx="737">
                <c:v>89.81048708338118</c:v>
              </c:pt>
              <c:pt idx="738">
                <c:v>89.81241683553293</c:v>
              </c:pt>
              <c:pt idx="739">
                <c:v>89.81431998685133</c:v>
              </c:pt>
              <c:pt idx="740">
                <c:v>89.81619700305062</c:v>
              </c:pt>
              <c:pt idx="741">
                <c:v>89.81804833990547</c:v>
              </c:pt>
              <c:pt idx="742">
                <c:v>89.81987444350227</c:v>
              </c:pt>
              <c:pt idx="743">
                <c:v>89.821675750483</c:v>
              </c:pt>
              <c:pt idx="744">
                <c:v>89.823452688282</c:v>
              </c:pt>
              <c:pt idx="745">
                <c:v>89.82520567535592</c:v>
              </c:pt>
              <c:pt idx="746">
                <c:v>89.82693512140683</c:v>
              </c:pt>
              <c:pt idx="747">
                <c:v>89.82864142759927</c:v>
              </c:pt>
              <c:pt idx="748">
                <c:v>89.83032498677056</c:v>
              </c:pt>
              <c:pt idx="749">
                <c:v>89.83198618363555</c:v>
              </c:pt>
              <c:pt idx="750">
                <c:v>89.83362539498538</c:v>
              </c:pt>
              <c:pt idx="751">
                <c:v>89.83524298988054</c:v>
              </c:pt>
              <c:pt idx="752">
                <c:v>89.83683932983853</c:v>
              </c:pt>
              <c:pt idx="753">
                <c:v>89.83841476901625</c:v>
              </c:pt>
              <c:pt idx="754">
                <c:v>89.83996965438737</c:v>
              </c:pt>
              <c:pt idx="755">
                <c:v>89.84150432591451</c:v>
              </c:pt>
              <c:pt idx="756">
                <c:v>89.84301911671704</c:v>
              </c:pt>
              <c:pt idx="757">
                <c:v>89.84451435323368</c:v>
              </c:pt>
              <c:pt idx="758">
                <c:v>89.84599035538118</c:v>
              </c:pt>
              <c:pt idx="759">
                <c:v>89.8474474367084</c:v>
              </c:pt>
              <c:pt idx="760">
                <c:v>89.848885904546</c:v>
              </c:pt>
              <c:pt idx="761">
                <c:v>89.85030606015228</c:v>
              </c:pt>
              <c:pt idx="762">
                <c:v>89.85170819885506</c:v>
              </c:pt>
              <c:pt idx="763">
                <c:v>89.85309261018976</c:v>
              </c:pt>
              <c:pt idx="764">
                <c:v>89.8544595780335</c:v>
              </c:pt>
              <c:pt idx="765">
                <c:v>89.85580938073585</c:v>
              </c:pt>
              <c:pt idx="766">
                <c:v>89.8571422912461</c:v>
              </c:pt>
              <c:pt idx="767">
                <c:v>89.85845857723689</c:v>
              </c:pt>
              <c:pt idx="768">
                <c:v>89.85975850122485</c:v>
              </c:pt>
              <c:pt idx="769">
                <c:v>89.86104232068797</c:v>
              </c:pt>
              <c:pt idx="770">
                <c:v>89.86231028817977</c:v>
              </c:pt>
              <c:pt idx="771">
                <c:v>89.8635626514405</c:v>
              </c:pt>
              <c:pt idx="772">
                <c:v>89.86479965350574</c:v>
              </c:pt>
              <c:pt idx="773">
                <c:v>89.86602153281139</c:v>
              </c:pt>
              <c:pt idx="774">
                <c:v>89.86722852329717</c:v>
              </c:pt>
              <c:pt idx="775">
                <c:v>89.86842085450611</c:v>
              </c:pt>
              <c:pt idx="776">
                <c:v>89.86959875168267</c:v>
              </c:pt>
              <c:pt idx="777">
                <c:v>89.87076243586719</c:v>
              </c:pt>
              <c:pt idx="778">
                <c:v>89.871912123989</c:v>
              </c:pt>
              <c:pt idx="779">
                <c:v>89.87304802895656</c:v>
              </c:pt>
              <c:pt idx="780">
                <c:v>89.87417035974525</c:v>
              </c:pt>
              <c:pt idx="781">
                <c:v>89.87527932148329</c:v>
              </c:pt>
              <c:pt idx="782">
                <c:v>89.87637511553538</c:v>
              </c:pt>
              <c:pt idx="783">
                <c:v>89.8774579395839</c:v>
              </c:pt>
              <c:pt idx="784">
                <c:v>89.87852798770881</c:v>
              </c:pt>
              <c:pt idx="785">
                <c:v>89.8795854504647</c:v>
              </c:pt>
              <c:pt idx="786">
                <c:v>89.8806305149566</c:v>
              </c:pt>
              <c:pt idx="787">
                <c:v>89.88166336491348</c:v>
              </c:pt>
              <c:pt idx="788">
                <c:v>89.88268418076026</c:v>
              </c:pt>
              <c:pt idx="789">
                <c:v>89.8836931396878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</c:v>
              </c:pt>
              <c:pt idx="793">
                <c:v>89.88761384061476</c:v>
              </c:pt>
              <c:pt idx="794">
                <c:v>89.88856606431229</c:v>
              </c:pt>
              <c:pt idx="795">
                <c:v>89.88950743003585</c:v>
              </c:pt>
              <c:pt idx="796">
                <c:v>89.89043809416235</c:v>
              </c:pt>
              <c:pt idx="797">
                <c:v>89.89135821033727</c:v>
              </c:pt>
              <c:pt idx="798">
                <c:v>89.89226792953119</c:v>
              </c:pt>
              <c:pt idx="799">
                <c:v>89.89316740009438</c:v>
              </c:pt>
              <c:pt idx="800">
                <c:v>89.89405676781068</c:v>
              </c:pt>
            </c:numLit>
          </c:yVal>
        </c:ser>
        <c:ser>
          <c:idx val="2"/>
          <c:order val="2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-77.89836041685763</c:v>
              </c:pt>
              <c:pt idx="1">
                <c:v>-77.87060060391488</c:v>
              </c:pt>
              <c:pt idx="2">
                <c:v>-77.84270889479733</c:v>
              </c:pt>
              <c:pt idx="3">
                <c:v>-77.8146843043924</c:v>
              </c:pt>
              <c:pt idx="4">
                <c:v>-77.78652583737217</c:v>
              </c:pt>
              <c:pt idx="5">
                <c:v>-77.7582324880561</c:v>
              </c:pt>
              <c:pt idx="6">
                <c:v>-77.72980324027247</c:v>
              </c:pt>
              <c:pt idx="7">
                <c:v>-77.70123706721752</c:v>
              </c:pt>
              <c:pt idx="8">
                <c:v>-77.67253293131124</c:v>
              </c:pt>
              <c:pt idx="9">
                <c:v>-77.64368978405207</c:v>
              </c:pt>
              <c:pt idx="10">
                <c:v>-77.61470656586737</c:v>
              </c:pt>
              <c:pt idx="11">
                <c:v>-77.58558220596417</c:v>
              </c:pt>
              <c:pt idx="12">
                <c:v>-77.5563156221743</c:v>
              </c:pt>
              <c:pt idx="13">
                <c:v>-77.52690572079933</c:v>
              </c:pt>
              <c:pt idx="14">
                <c:v>-77.4973513964518</c:v>
              </c:pt>
              <c:pt idx="15">
                <c:v>-77.46765153189362</c:v>
              </c:pt>
              <c:pt idx="16">
                <c:v>-77.43780499787249</c:v>
              </c:pt>
              <c:pt idx="17">
                <c:v>-77.40781065295508</c:v>
              </c:pt>
              <c:pt idx="18">
                <c:v>-77.37766734335713</c:v>
              </c:pt>
              <c:pt idx="19">
                <c:v>-77.34737390277094</c:v>
              </c:pt>
              <c:pt idx="20">
                <c:v>-77.31692915219068</c:v>
              </c:pt>
              <c:pt idx="21">
                <c:v>-77.2863318997325</c:v>
              </c:pt>
              <c:pt idx="22">
                <c:v>-77.25558094045437</c:v>
              </c:pt>
              <c:pt idx="23">
                <c:v>-77.22467505617007</c:v>
              </c:pt>
              <c:pt idx="24">
                <c:v>-77.1936130152625</c:v>
              </c:pt>
              <c:pt idx="25">
                <c:v>-77.16239357249144</c:v>
              </c:pt>
              <c:pt idx="26">
                <c:v>-77.13101546879984</c:v>
              </c:pt>
              <c:pt idx="27">
                <c:v>-77.09947743111537</c:v>
              </c:pt>
              <c:pt idx="28">
                <c:v>-77.0677781721489</c:v>
              </c:pt>
              <c:pt idx="29">
                <c:v>-77.03591639019001</c:v>
              </c:pt>
              <c:pt idx="30">
                <c:v>-77.00389076889817</c:v>
              </c:pt>
              <c:pt idx="31">
                <c:v>-76.97169997708991</c:v>
              </c:pt>
              <c:pt idx="32">
                <c:v>-76.93934266852382</c:v>
              </c:pt>
              <c:pt idx="33">
                <c:v>-76.90681748167947</c:v>
              </c:pt>
              <c:pt idx="34">
                <c:v>-76.87412303953448</c:v>
              </c:pt>
              <c:pt idx="35">
                <c:v>-76.84125794933577</c:v>
              </c:pt>
              <c:pt idx="36">
                <c:v>-76.80822080236791</c:v>
              </c:pt>
              <c:pt idx="37">
                <c:v>-76.7750101737176</c:v>
              </c:pt>
              <c:pt idx="38">
                <c:v>-76.74162462203154</c:v>
              </c:pt>
              <c:pt idx="39">
                <c:v>-76.70806268927318</c:v>
              </c:pt>
              <c:pt idx="40">
                <c:v>-76.67432290047223</c:v>
              </c:pt>
              <c:pt idx="41">
                <c:v>-76.64040376347151</c:v>
              </c:pt>
              <c:pt idx="42">
                <c:v>-76.60630376866759</c:v>
              </c:pt>
              <c:pt idx="43">
                <c:v>-76.57202138874797</c:v>
              </c:pt>
              <c:pt idx="44">
                <c:v>-76.53755507842278</c:v>
              </c:pt>
              <c:pt idx="45">
                <c:v>-76.50290327415148</c:v>
              </c:pt>
              <c:pt idx="46">
                <c:v>-76.46806439386415</c:v>
              </c:pt>
              <c:pt idx="47">
                <c:v>-76.43303683667862</c:v>
              </c:pt>
              <c:pt idx="48">
                <c:v>-76.39781898261108</c:v>
              </c:pt>
              <c:pt idx="49">
                <c:v>-76.3624091922823</c:v>
              </c:pt>
              <c:pt idx="50">
                <c:v>-76.32680580661744</c:v>
              </c:pt>
              <c:pt idx="51">
                <c:v>-76.29100714654</c:v>
              </c:pt>
              <c:pt idx="52">
                <c:v>-76.25501151266228</c:v>
              </c:pt>
              <c:pt idx="53">
                <c:v>-76.21881718496577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</c:v>
              </c:pt>
              <c:pt idx="57">
                <c:v>-76.07201779531104</c:v>
              </c:pt>
              <c:pt idx="58">
                <c:v>-76.0348034532263</c:v>
              </c:pt>
              <c:pt idx="59">
                <c:v>-75.9973796454417</c:v>
              </c:pt>
              <c:pt idx="60">
                <c:v>-75.95974449811997</c:v>
              </c:pt>
              <c:pt idx="61">
                <c:v>-75.92189611402578</c:v>
              </c:pt>
              <c:pt idx="62">
                <c:v>-75.88383257214787</c:v>
              </c:pt>
              <c:pt idx="63">
                <c:v>-75.8455519273149</c:v>
              </c:pt>
              <c:pt idx="64">
                <c:v>-75.8070522098029</c:v>
              </c:pt>
              <c:pt idx="65">
                <c:v>-75.76833142493548</c:v>
              </c:pt>
              <c:pt idx="66">
                <c:v>-75.7293875526758</c:v>
              </c:pt>
              <c:pt idx="67">
                <c:v>-75.69021854720997</c:v>
              </c:pt>
              <c:pt idx="68">
                <c:v>-75.650822336523</c:v>
              </c:pt>
              <c:pt idx="69">
                <c:v>-75.61119682196579</c:v>
              </c:pt>
              <c:pt idx="70">
                <c:v>-75.57133987781256</c:v>
              </c:pt>
              <c:pt idx="71">
                <c:v>-75.53124935081071</c:v>
              </c:pt>
              <c:pt idx="72">
                <c:v>-75.49092305972003</c:v>
              </c:pt>
              <c:pt idx="73">
                <c:v>-75.45035879484439</c:v>
              </c:pt>
              <c:pt idx="74">
                <c:v>-75.40955431755171</c:v>
              </c:pt>
              <c:pt idx="75">
                <c:v>-75.36850735978514</c:v>
              </c:pt>
              <c:pt idx="76">
                <c:v>-75.32721562356457</c:v>
              </c:pt>
              <c:pt idx="77">
                <c:v>-75.2856767804767</c:v>
              </c:pt>
              <c:pt idx="78">
                <c:v>-75.24388847115516</c:v>
              </c:pt>
              <c:pt idx="79">
                <c:v>-75.20184830474993</c:v>
              </c:pt>
              <c:pt idx="80">
                <c:v>-75.15955385838491</c:v>
              </c:pt>
              <c:pt idx="81">
                <c:v>-75.11700267660459</c:v>
              </c:pt>
              <c:pt idx="82">
                <c:v>-75.07419227080977</c:v>
              </c:pt>
              <c:pt idx="83">
                <c:v>-75.03112011867888</c:v>
              </c:pt>
              <c:pt idx="84">
                <c:v>-74.98778366358037</c:v>
              </c:pt>
              <c:pt idx="85">
                <c:v>-74.94418031396938</c:v>
              </c:pt>
              <c:pt idx="86">
                <c:v>-74.90030744277368</c:v>
              </c:pt>
              <c:pt idx="87">
                <c:v>-74.85616238676535</c:v>
              </c:pt>
              <c:pt idx="88">
                <c:v>-74.81174244591928</c:v>
              </c:pt>
              <c:pt idx="89">
                <c:v>-74.76704488275746</c:v>
              </c:pt>
              <c:pt idx="90">
                <c:v>-74.72206692167897</c:v>
              </c:pt>
              <c:pt idx="91">
                <c:v>-74.676805748276</c:v>
              </c:pt>
              <c:pt idx="92">
                <c:v>-74.63125850863398</c:v>
              </c:pt>
              <c:pt idx="93">
                <c:v>-74.58542230861727</c:v>
              </c:pt>
              <c:pt idx="94">
                <c:v>-74.5392942131376</c:v>
              </c:pt>
              <c:pt idx="95">
                <c:v>-74.49287124540811</c:v>
              </c:pt>
              <c:pt idx="96">
                <c:v>-74.4461503861799</c:v>
              </c:pt>
              <c:pt idx="97">
                <c:v>-74.39912857296079</c:v>
              </c:pt>
              <c:pt idx="98">
                <c:v>-74.35180269921764</c:v>
              </c:pt>
              <c:pt idx="99">
                <c:v>-74.3041696135607</c:v>
              </c:pt>
              <c:pt idx="100">
                <c:v>-74.2562261189087</c:v>
              </c:pt>
              <c:pt idx="101">
                <c:v>-74.20796897163599</c:v>
              </c:pt>
              <c:pt idx="102">
                <c:v>-74.1593948806989</c:v>
              </c:pt>
              <c:pt idx="103">
                <c:v>-74.11050050674395</c:v>
              </c:pt>
              <c:pt idx="104">
                <c:v>-74.06128246119405</c:v>
              </c:pt>
              <c:pt idx="105">
                <c:v>-74.01173730531409</c:v>
              </c:pt>
              <c:pt idx="106">
                <c:v>-73.96186154925576</c:v>
              </c:pt>
              <c:pt idx="107">
                <c:v>-73.91165165107826</c:v>
              </c:pt>
              <c:pt idx="108">
                <c:v>-73.86110401574861</c:v>
              </c:pt>
              <c:pt idx="109">
                <c:v>-73.81021499411652</c:v>
              </c:pt>
              <c:pt idx="110">
                <c:v>-73.7589808818662</c:v>
              </c:pt>
              <c:pt idx="111">
                <c:v>-73.70739791844274</c:v>
              </c:pt>
              <c:pt idx="112">
                <c:v>-73.6554622859549</c:v>
              </c:pt>
              <c:pt idx="113">
                <c:v>-73.60317010804872</c:v>
              </c:pt>
              <c:pt idx="114">
                <c:v>-73.55051744875688</c:v>
              </c:pt>
              <c:pt idx="115">
                <c:v>-73.49750031131944</c:v>
              </c:pt>
              <c:pt idx="116">
                <c:v>-73.444114636976</c:v>
              </c:pt>
              <c:pt idx="117">
                <c:v>-73.39035630372938</c:v>
              </c:pt>
              <c:pt idx="118">
                <c:v>-73.33622112507852</c:v>
              </c:pt>
              <c:pt idx="119">
                <c:v>-73.2817048487206</c:v>
              </c:pt>
              <c:pt idx="120">
                <c:v>-73.22680315522241</c:v>
              </c:pt>
              <c:pt idx="121">
                <c:v>-73.17151165665811</c:v>
              </c:pt>
              <c:pt idx="122">
                <c:v>-73.11582589521274</c:v>
              </c:pt>
              <c:pt idx="123">
                <c:v>-73.05974134175344</c:v>
              </c:pt>
              <c:pt idx="124">
                <c:v>-73.00325339436242</c:v>
              </c:pt>
              <c:pt idx="125">
                <c:v>-72.94635737683572</c:v>
              </c:pt>
              <c:pt idx="126">
                <c:v>-72.88904853714193</c:v>
              </c:pt>
              <c:pt idx="127">
                <c:v>-72.83132204584479</c:v>
              </c:pt>
              <c:pt idx="128">
                <c:v>-72.77317299448372</c:v>
              </c:pt>
              <c:pt idx="129">
                <c:v>-72.71459639391358</c:v>
              </c:pt>
              <c:pt idx="130">
                <c:v>-72.65558717260318</c:v>
              </c:pt>
              <c:pt idx="131">
                <c:v>-72.5961401748899</c:v>
              </c:pt>
              <c:pt idx="132">
                <c:v>-72.5362501591878</c:v>
              </c:pt>
              <c:pt idx="133">
                <c:v>-72.47591179615245</c:v>
              </c:pt>
              <c:pt idx="134">
                <c:v>-72.41511966679485</c:v>
              </c:pt>
              <c:pt idx="135">
                <c:v>-72.35386826054922</c:v>
              </c:pt>
              <c:pt idx="136">
                <c:v>-72.29215197328809</c:v>
              </c:pt>
              <c:pt idx="137">
                <c:v>-72.22996510528647</c:v>
              </c:pt>
              <c:pt idx="138">
                <c:v>-72.16730185913192</c:v>
              </c:pt>
              <c:pt idx="139">
                <c:v>-72.10415633757943</c:v>
              </c:pt>
              <c:pt idx="140">
                <c:v>-72.04052254134862</c:v>
              </c:pt>
              <c:pt idx="141">
                <c:v>-71.9763943668632</c:v>
              </c:pt>
              <c:pt idx="142">
                <c:v>-71.91176560392879</c:v>
              </c:pt>
              <c:pt idx="143">
                <c:v>-71.84662993334875</c:v>
              </c:pt>
              <c:pt idx="144">
                <c:v>-71.78098092447495</c:v>
              </c:pt>
              <c:pt idx="145">
                <c:v>-71.71481203269312</c:v>
              </c:pt>
              <c:pt idx="146">
                <c:v>-71.64811659683716</c:v>
              </c:pt>
              <c:pt idx="147">
                <c:v>-71.58088783653554</c:v>
              </c:pt>
              <c:pt idx="148">
                <c:v>-71.51311884948345</c:v>
              </c:pt>
              <c:pt idx="149">
                <c:v>-71.44480260863708</c:v>
              </c:pt>
              <c:pt idx="150">
                <c:v>-71.37593195933466</c:v>
              </c:pt>
              <c:pt idx="151">
                <c:v>-71.30649961633272</c:v>
              </c:pt>
              <c:pt idx="152">
                <c:v>-71.23649816076177</c:v>
              </c:pt>
              <c:pt idx="153">
                <c:v>-71.16592003699603</c:v>
              </c:pt>
              <c:pt idx="154">
                <c:v>-71.09475754943388</c:v>
              </c:pt>
              <c:pt idx="155">
                <c:v>-71.02300285918693</c:v>
              </c:pt>
              <c:pt idx="156">
                <c:v>-70.95064798067561</c:v>
              </c:pt>
              <c:pt idx="157">
                <c:v>-70.87768477812479</c:v>
              </c:pt>
              <c:pt idx="158">
                <c:v>-70.8041049619627</c:v>
              </c:pt>
              <c:pt idx="159">
                <c:v>-70.729900085111</c:v>
              </c:pt>
              <c:pt idx="160">
                <c:v>-70.6550615391703</c:v>
              </c:pt>
              <c:pt idx="161">
                <c:v>-70.57958055049286</c:v>
              </c:pt>
              <c:pt idx="162">
                <c:v>-70.50344817614038</c:v>
              </c:pt>
              <c:pt idx="163">
                <c:v>-70.42665529972368</c:v>
              </c:pt>
              <c:pt idx="164">
                <c:v>-70.34919262711772</c:v>
              </c:pt>
              <c:pt idx="165">
                <c:v>-70.27105068205042</c:v>
              </c:pt>
              <c:pt idx="166">
                <c:v>-70.19221980155973</c:v>
              </c:pt>
              <c:pt idx="167">
                <c:v>-70.11269013131266</c:v>
              </c:pt>
              <c:pt idx="168">
                <c:v>-70.03245162078792</c:v>
              </c:pt>
              <c:pt idx="169">
                <c:v>-69.95149401830588</c:v>
              </c:pt>
              <c:pt idx="170">
                <c:v>-69.86980686591295</c:v>
              </c:pt>
              <c:pt idx="171">
                <c:v>-69.78737949410797</c:v>
              </c:pt>
              <c:pt idx="172">
                <c:v>-69.7042010164058</c:v>
              </c:pt>
              <c:pt idx="173">
                <c:v>-69.62026032373412</c:v>
              </c:pt>
              <c:pt idx="174">
                <c:v>-69.53554607865718</c:v>
              </c:pt>
              <c:pt idx="175">
                <c:v>-69.45004670941802</c:v>
              </c:pt>
              <c:pt idx="176">
                <c:v>-69.36375040379586</c:v>
              </c:pt>
              <c:pt idx="177">
                <c:v>-69.27664510277103</c:v>
              </c:pt>
              <c:pt idx="178">
                <c:v>-69.18871849398761</c:v>
              </c:pt>
              <c:pt idx="179">
                <c:v>-69.09995800501082</c:v>
              </c:pt>
              <c:pt idx="180">
                <c:v>-69.01035079636985</c:v>
              </c:pt>
              <c:pt idx="181">
                <c:v>-68.91988375437502</c:v>
              </c:pt>
              <c:pt idx="182">
                <c:v>-68.8285434837076</c:v>
              </c:pt>
              <c:pt idx="183">
                <c:v>-68.7363162997681</c:v>
              </c:pt>
              <c:pt idx="184">
                <c:v>-68.64318822077571</c:v>
              </c:pt>
              <c:pt idx="185">
                <c:v>-68.54914495961329</c:v>
              </c:pt>
              <c:pt idx="186">
                <c:v>-68.45417191539909</c:v>
              </c:pt>
              <c:pt idx="187">
                <c:v>-68.35825416478711</c:v>
              </c:pt>
              <c:pt idx="188">
                <c:v>-68.26137645297727</c:v>
              </c:pt>
              <c:pt idx="189">
                <c:v>-68.16352318442425</c:v>
              </c:pt>
              <c:pt idx="190">
                <c:v>-68.06467841323978</c:v>
              </c:pt>
              <c:pt idx="191">
                <c:v>-67.96482583327071</c:v>
              </c:pt>
              <c:pt idx="192">
                <c:v>-67.86394876784247</c:v>
              </c:pt>
              <c:pt idx="193">
                <c:v>-67.76203015915766</c:v>
              </c:pt>
              <c:pt idx="194">
                <c:v>-67.65905255732888</c:v>
              </c:pt>
              <c:pt idx="195">
                <c:v>-67.55499810904027</c:v>
              </c:pt>
              <c:pt idx="196">
                <c:v>-67.44984854581992</c:v>
              </c:pt>
              <c:pt idx="197">
                <c:v>-67.34358517190215</c:v>
              </c:pt>
              <c:pt idx="198">
                <c:v>-67.23618885167565</c:v>
              </c:pt>
              <c:pt idx="199">
                <c:v>-67.12763999668856</c:v>
              </c:pt>
              <c:pt idx="200">
                <c:v>-67.01791855220112</c:v>
              </c:pt>
              <c:pt idx="201">
                <c:v>-66.90700398326382</c:v>
              </c:pt>
              <c:pt idx="202">
                <c:v>-66.79487526030509</c:v>
              </c:pt>
              <c:pt idx="203">
                <c:v>-66.68151084420307</c:v>
              </c:pt>
              <c:pt idx="204">
                <c:v>-66.56688867083072</c:v>
              </c:pt>
              <c:pt idx="205">
                <c:v>-66.45098613503984</c:v>
              </c:pt>
              <c:pt idx="206">
                <c:v>-66.33378007407252</c:v>
              </c:pt>
              <c:pt idx="207">
                <c:v>-66.21524675037178</c:v>
              </c:pt>
              <c:pt idx="208">
                <c:v>-66.09536183376363</c:v>
              </c:pt>
              <c:pt idx="209">
                <c:v>-65.97410038299164</c:v>
              </c:pt>
              <c:pt idx="210">
                <c:v>-65.85143682657285</c:v>
              </c:pt>
              <c:pt idx="211">
                <c:v>-65.72734494294468</c:v>
              </c:pt>
              <c:pt idx="212">
                <c:v>-65.60179783988151</c:v>
              </c:pt>
              <c:pt idx="213">
                <c:v>-65.4747679331396</c:v>
              </c:pt>
              <c:pt idx="214">
                <c:v>-65.34622692430688</c:v>
              </c:pt>
              <c:pt idx="215">
                <c:v>-65.21614577781935</c:v>
              </c:pt>
              <c:pt idx="216">
                <c:v>-65.08449469710992</c:v>
              </c:pt>
              <c:pt idx="217">
                <c:v>-64.95124309985327</c:v>
              </c:pt>
              <c:pt idx="218">
                <c:v>-64.8163595922701</c:v>
              </c:pt>
              <c:pt idx="219">
                <c:v>-64.67981194244305</c:v>
              </c:pt>
              <c:pt idx="220">
                <c:v>-64.54156705261495</c:v>
              </c:pt>
              <c:pt idx="221">
                <c:v>-64.40159093041098</c:v>
              </c:pt>
              <c:pt idx="222">
                <c:v>-64.25984865895131</c:v>
              </c:pt>
              <c:pt idx="223">
                <c:v>-64.11630436579661</c:v>
              </c:pt>
              <c:pt idx="224">
                <c:v>-63.97092119067993</c:v>
              </c:pt>
              <c:pt idx="225">
                <c:v>-63.82366125197538</c:v>
              </c:pt>
              <c:pt idx="226">
                <c:v>-63.674485611841085</c:v>
              </c:pt>
              <c:pt idx="227">
                <c:v>-63.52335423998617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</c:v>
              </c:pt>
              <c:pt idx="232">
                <c:v>-62.73687899741171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</c:v>
              </c:pt>
              <c:pt idx="236">
                <c:v>-62.067967020128506</c:v>
              </c:pt>
              <c:pt idx="237">
                <c:v>-61.89480733493144</c:v>
              </c:pt>
              <c:pt idx="238">
                <c:v>-61.71916754276935</c:v>
              </c:pt>
              <c:pt idx="239">
                <c:v>-61.54099108399785</c:v>
              </c:pt>
              <c:pt idx="240">
                <c:v>-61.36021967825255</c:v>
              </c:pt>
              <c:pt idx="241">
                <c:v>-61.1767932611088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</c:v>
              </c:pt>
              <c:pt idx="245">
                <c:v>-60.41526997516447</c:v>
              </c:pt>
              <c:pt idx="246">
                <c:v>-60.21760031644578</c:v>
              </c:pt>
              <c:pt idx="247">
                <c:v>-60.016873899971834</c:v>
              </c:pt>
              <c:pt idx="248">
                <c:v>-59.81301616242472</c:v>
              </c:pt>
              <c:pt idx="249">
                <c:v>-59.6059501442779</c:v>
              </c:pt>
              <c:pt idx="250">
                <c:v>-59.39559639808005</c:v>
              </c:pt>
              <c:pt idx="251">
                <c:v>-59.1818728928601</c:v>
              </c:pt>
              <c:pt idx="252">
                <c:v>-58.964694914491155</c:v>
              </c:pt>
              <c:pt idx="253">
                <c:v>-58.74397496184807</c:v>
              </c:pt>
              <c:pt idx="254">
                <c:v>-58.519622638575555</c:v>
              </c:pt>
              <c:pt idx="255">
                <c:v>-58.29154454028657</c:v>
              </c:pt>
              <c:pt idx="256">
                <c:v>-58.05964413701914</c:v>
              </c:pt>
              <c:pt idx="257">
                <c:v>-57.82382165073454</c:v>
              </c:pt>
              <c:pt idx="258">
                <c:v>-57.583973927689804</c:v>
              </c:pt>
              <c:pt idx="259">
                <c:v>-57.3399943054664</c:v>
              </c:pt>
              <c:pt idx="260">
                <c:v>-57.0917724744588</c:v>
              </c:pt>
              <c:pt idx="261">
                <c:v>-56.83919433362055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-56.05412097237833</c:v>
              </c:pt>
              <c:pt idx="265">
                <c:v>-55.78289536489676</c:v>
              </c:pt>
              <c:pt idx="266">
                <c:v>-55.50668059358141</c:v>
              </c:pt>
              <c:pt idx="267">
                <c:v>-55.22533643162823</c:v>
              </c:pt>
              <c:pt idx="268">
                <c:v>-54.93871767286102</c:v>
              </c:pt>
              <c:pt idx="269">
                <c:v>-54.64667393420867</c:v>
              </c:pt>
              <c:pt idx="270">
                <c:v>-54.349049450692014</c:v>
              </c:pt>
              <c:pt idx="271">
                <c:v>-54.04568286277066</c:v>
              </c:pt>
              <c:pt idx="272">
                <c:v>-53.73640699595004</c:v>
              </c:pt>
              <c:pt idx="273">
                <c:v>-53.421048632539474</c:v>
              </c:pt>
              <c:pt idx="274">
                <c:v>-53.09942827550903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-52.09510090218295</c:v>
              </c:pt>
              <c:pt idx="278">
                <c:v>-51.74650330698257</c:v>
              </c:pt>
              <c:pt idx="279">
                <c:v>-51.39064322761474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</c:v>
              </c:pt>
              <c:pt idx="284">
                <c:v>-49.49432425715033</c:v>
              </c:pt>
              <c:pt idx="285">
                <c:v>-49.08991974005137</c:v>
              </c:pt>
              <c:pt idx="286">
                <c:v>-48.67651318011055</c:v>
              </c:pt>
              <c:pt idx="287">
                <c:v>-48.25381863769339</c:v>
              </c:pt>
              <c:pt idx="288">
                <c:v>-47.82153988913121</c:v>
              </c:pt>
              <c:pt idx="289">
                <c:v>-47.37937012061199</c:v>
              </c:pt>
              <c:pt idx="290">
                <c:v>-46.9269916278599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-45.50525736913266</c:v>
              </c:pt>
              <c:pt idx="294">
                <c:v>-45.00863920236556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</c:v>
              </c:pt>
              <c:pt idx="298">
                <c:v>-42.89851482760468</c:v>
              </c:pt>
              <c:pt idx="299">
                <c:v>-42.33803349962882</c:v>
              </c:pt>
              <c:pt idx="300">
                <c:v>-41.76351292572508</c:v>
              </c:pt>
              <c:pt idx="301">
                <c:v>-41.17450147152309</c:v>
              </c:pt>
              <c:pt idx="302">
                <c:v>-40.57053511451341</c:v>
              </c:pt>
              <c:pt idx="303">
                <c:v>-39.95113772141855</c:v>
              </c:pt>
              <c:pt idx="304">
                <c:v>-39.31582144091985</c:v>
              </c:pt>
              <c:pt idx="305">
                <c:v>-38.664087228309945</c:v>
              </c:pt>
              <c:pt idx="306">
                <c:v>-37.99542552038935</c:v>
              </c:pt>
              <c:pt idx="307">
                <c:v>-37.309317080599634</c:v>
              </c:pt>
              <c:pt idx="308">
                <c:v>-36.60523403621266</c:v>
              </c:pt>
              <c:pt idx="309">
                <c:v>-35.882641131203144</c:v>
              </c:pt>
              <c:pt idx="310">
                <c:v>-35.14099722013047</c:v>
              </c:pt>
              <c:pt idx="311">
                <c:v>-34.379757030116245</c:v>
              </c:pt>
              <c:pt idx="312">
                <c:v>-33.5983732195019</c:v>
              </c:pt>
              <c:pt idx="313">
                <c:v>-32.79629876302132</c:v>
              </c:pt>
              <c:pt idx="314">
                <c:v>-31.97298969432937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</c:v>
              </c:pt>
              <c:pt idx="336">
                <c:v>-7.740381942203684</c:v>
              </c:pt>
              <c:pt idx="337">
                <c:v>-6.363284653419385</c:v>
              </c:pt>
              <c:pt idx="338">
                <c:v>-4.967728038036821</c:v>
              </c:pt>
              <c:pt idx="339">
                <c:v>-3.5553026754253785</c:v>
              </c:pt>
              <c:pt idx="340">
                <c:v>-2.12776237041622</c:v>
              </c:pt>
              <c:pt idx="341">
                <c:v>-0.6870202082424522</c:v>
              </c:pt>
              <c:pt idx="342">
                <c:v>0.7648577514342833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5.164549486266893</c:v>
              </c:pt>
              <c:pt idx="346">
                <c:v>6.6376017109002445</c:v>
              </c:pt>
              <c:pt idx="347">
                <c:v>8.109545761038255</c:v>
              </c:pt>
              <c:pt idx="348">
                <c:v>9.577653975856713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</c:v>
              </c:pt>
              <c:pt idx="359">
                <c:v>24.677753565744926</c:v>
              </c:pt>
              <c:pt idx="360">
                <c:v>25.88551060934327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</c:v>
              </c:pt>
              <c:pt idx="366">
                <c:v>32.25314634057288</c:v>
              </c:pt>
              <c:pt idx="367">
                <c:v>33.14774352401077</c:v>
              </c:pt>
              <c:pt idx="368">
                <c:v>33.98890280287237</c:v>
              </c:pt>
              <c:pt idx="369">
                <c:v>34.77431166658783</c:v>
              </c:pt>
              <c:pt idx="370">
                <c:v>35.50153660645582</c:v>
              </c:pt>
              <c:pt idx="371">
                <c:v>36.167985195820634</c:v>
              </c:pt>
              <c:pt idx="372">
                <c:v>36.77086403884689</c:v>
              </c:pt>
              <c:pt idx="373">
                <c:v>37.307132134508606</c:v>
              </c:pt>
              <c:pt idx="374">
                <c:v>37.77344910663104</c:v>
              </c:pt>
              <c:pt idx="375">
                <c:v>38.166117660182174</c:v>
              </c:pt>
              <c:pt idx="376">
                <c:v>38.48101954807534</c:v>
              </c:pt>
              <c:pt idx="377">
                <c:v>38.71354428661864</c:v>
              </c:pt>
              <c:pt idx="378">
                <c:v>38.85850986485741</c:v>
              </c:pt>
              <c:pt idx="379">
                <c:v>38.91007478996987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</c:v>
              </c:pt>
              <c:pt idx="383">
                <c:v>38.036738111031276</c:v>
              </c:pt>
              <c:pt idx="384">
                <c:v>37.50333426517906</c:v>
              </c:pt>
              <c:pt idx="385">
                <c:v>36.821660543861796</c:v>
              </c:pt>
              <c:pt idx="386">
                <c:v>35.97820039052221</c:v>
              </c:pt>
              <c:pt idx="387">
                <c:v>34.957949597777024</c:v>
              </c:pt>
              <c:pt idx="388">
                <c:v>33.74442770803107</c:v>
              </c:pt>
              <c:pt idx="389">
                <c:v>32.31980195800852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-5.459590712323702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-18.32651840360978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-38.10361804966752</c:v>
              </c:pt>
              <c:pt idx="411">
                <c:v>-40.447357748775566</c:v>
              </c:pt>
              <c:pt idx="412">
                <c:v>-42.5483295706172</c:v>
              </c:pt>
              <c:pt idx="413">
                <c:v>-44.425911809485115</c:v>
              </c:pt>
              <c:pt idx="414">
                <c:v>-46.0997437667756</c:v>
              </c:pt>
              <c:pt idx="415">
                <c:v>-47.588879288451906</c:v>
              </c:pt>
              <c:pt idx="416">
                <c:v>-48.91127647755748</c:v>
              </c:pt>
              <c:pt idx="417">
                <c:v>-50.08352780574968</c:v>
              </c:pt>
              <c:pt idx="418">
                <c:v>-51.12075329457046</c:v>
              </c:pt>
              <c:pt idx="419">
                <c:v>-52.03659865283359</c:v>
              </c:pt>
              <c:pt idx="420">
                <c:v>-52.84329688923185</c:v>
              </c:pt>
              <c:pt idx="421">
                <c:v>-53.55176498978189</c:v>
              </c:pt>
              <c:pt idx="422">
                <c:v>-54.17171691661894</c:v>
              </c:pt>
              <c:pt idx="423">
                <c:v>-54.71178103680072</c:v>
              </c:pt>
              <c:pt idx="424">
                <c:v>-55.17961478942083</c:v>
              </c:pt>
              <c:pt idx="425">
                <c:v>-55.58201253280271</c:v>
              </c:pt>
              <c:pt idx="426">
                <c:v>-55.92500454634256</c:v>
              </c:pt>
              <c:pt idx="427">
                <c:v>-56.21394644069104</c:v>
              </c:pt>
              <c:pt idx="428">
                <c:v>-56.45359900442543</c:v>
              </c:pt>
              <c:pt idx="429">
                <c:v>-56.64819895863262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-57.06425927436361</c:v>
              </c:pt>
              <c:pt idx="435">
                <c:v>-57.05513531365072</c:v>
              </c:pt>
              <c:pt idx="436">
                <c:v>-57.02032312804145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</c:v>
              </c:pt>
              <c:pt idx="440">
                <c:v>-56.65666889187584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-56.18455672718227</c:v>
              </c:pt>
              <c:pt idx="444">
                <c:v>-55.99471041716344</c:v>
              </c:pt>
              <c:pt idx="445">
                <c:v>-55.78999246895733</c:v>
              </c:pt>
              <c:pt idx="446">
                <c:v>-55.57110914082286</c:v>
              </c:pt>
              <c:pt idx="447">
                <c:v>-55.33870133694803</c:v>
              </c:pt>
              <c:pt idx="448">
                <c:v>-55.09335087332534</c:v>
              </c:pt>
              <c:pt idx="449">
                <c:v>-54.83558606765444</c:v>
              </c:pt>
              <c:pt idx="450">
                <c:v>-54.56588673530226</c:v>
              </c:pt>
              <c:pt idx="451">
                <c:v>-54.28468866264688</c:v>
              </c:pt>
              <c:pt idx="452">
                <c:v>-53.99238761994833</c:v>
              </c:pt>
              <c:pt idx="453">
                <c:v>-53.68934296792888</c:v>
              </c:pt>
              <c:pt idx="454">
                <c:v>-53.375880905418</c:v>
              </c:pt>
              <c:pt idx="455">
                <c:v>-53.05229739948113</c:v>
              </c:pt>
              <c:pt idx="456">
                <c:v>-52.71886083434756</c:v>
              </c:pt>
              <c:pt idx="457">
                <c:v>-52.37581441100454</c:v>
              </c:pt>
              <c:pt idx="458">
                <c:v>-52.02337832548015</c:v>
              </c:pt>
              <c:pt idx="459">
                <c:v>-51.66175175050584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-50.5234423374137</c:v>
              </c:pt>
              <c:pt idx="463">
                <c:v>-50.12668515358592</c:v>
              </c:pt>
              <c:pt idx="464">
                <c:v>-49.72147613044655</c:v>
              </c:pt>
              <c:pt idx="465">
                <c:v>-49.307921354258404</c:v>
              </c:pt>
              <c:pt idx="466">
                <c:v>-48.88611580068494</c:v>
              </c:pt>
              <c:pt idx="467">
                <c:v>-48.45614434984902</c:v>
              </c:pt>
              <c:pt idx="468">
                <c:v>-48.0180827316699</c:v>
              </c:pt>
              <c:pt idx="469">
                <c:v>-47.57199840899683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</c:v>
              </c:pt>
              <c:pt idx="478">
                <c:v>-43.204245915556896</c:v>
              </c:pt>
              <c:pt idx="479">
                <c:v>-42.68036275158879</c:v>
              </c:pt>
              <c:pt idx="480">
                <c:v>-42.14886076335662</c:v>
              </c:pt>
              <c:pt idx="481">
                <c:v>-41.60976183589441</c:v>
              </c:pt>
              <c:pt idx="482">
                <c:v>-41.06308768801868</c:v>
              </c:pt>
              <c:pt idx="483">
                <c:v>-40.50886034802736</c:v>
              </c:pt>
              <c:pt idx="484">
                <c:v>-39.9471026178474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-38.21689616372561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</c:v>
              </c:pt>
              <c:pt idx="491">
                <c:v>-35.80623044516924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-33.92180254584328</c:v>
              </c:pt>
              <c:pt idx="495">
                <c:v>-33.27937158175343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</c:v>
              </c:pt>
              <c:pt idx="500">
                <c:v>-29.96311195372014</c:v>
              </c:pt>
              <c:pt idx="501">
                <c:v>-29.279624434360215</c:v>
              </c:pt>
              <c:pt idx="502">
                <c:v>-28.58961903813267</c:v>
              </c:pt>
              <c:pt idx="503">
                <c:v>-27.89320788236258</c:v>
              </c:pt>
              <c:pt idx="504">
                <c:v>-27.19051081405888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-23.58749197896344</c:v>
              </c:pt>
              <c:pt idx="510">
                <c:v>-22.850047372194496</c:v>
              </c:pt>
              <c:pt idx="511">
                <c:v>-22.10738318884684</c:v>
              </c:pt>
              <c:pt idx="512">
                <c:v>-21.35968491833538</c:v>
              </c:pt>
              <c:pt idx="513">
                <c:v>-20.60714626005452</c:v>
              </c:pt>
              <c:pt idx="514">
                <c:v>-19.84996900921504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-11.28005209444509</c:v>
              </c:pt>
              <c:pt idx="526">
                <c:v>-10.485582699733042</c:v>
              </c:pt>
              <c:pt idx="527">
                <c:v>-9.689716621023774</c:v>
              </c:pt>
              <c:pt idx="528">
                <c:v>-8.892736980356467</c:v>
              </c:pt>
              <c:pt idx="529">
                <c:v>-8.094929168607848</c:v>
              </c:pt>
              <c:pt idx="530">
                <c:v>-7.2965802511809255</c:v>
              </c:pt>
              <c:pt idx="531">
                <c:v>-6.497978362633247</c:v>
              </c:pt>
              <c:pt idx="532">
                <c:v>-5.699412093638692</c:v>
              </c:pt>
              <c:pt idx="533">
                <c:v>-4.90116987370424</c:v>
              </c:pt>
              <c:pt idx="534">
                <c:v>-4.103539353167871</c:v>
              </c:pt>
              <c:pt idx="535">
                <c:v>-3.306806787892762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</c:v>
              </c:pt>
              <c:pt idx="542">
                <c:v>2.2217016966501735</c:v>
              </c:pt>
              <c:pt idx="543">
                <c:v>3.001307867196861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</c:v>
              </c:pt>
              <c:pt idx="547">
                <c:v>6.084198389387511</c:v>
              </c:pt>
              <c:pt idx="548">
                <c:v>6.844885218697421</c:v>
              </c:pt>
              <c:pt idx="549">
                <c:v>7.601123712988682</c:v>
              </c:pt>
              <c:pt idx="550">
                <c:v>8.352711109054686</c:v>
              </c:pt>
              <c:pt idx="551">
                <c:v>9.09945315524638</c:v>
              </c:pt>
              <c:pt idx="552">
                <c:v>9.841164291097707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18.95747612097251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</c:v>
              </c:pt>
              <c:pt idx="569">
                <c:v>21.544040856436318</c:v>
              </c:pt>
              <c:pt idx="570">
                <c:v>22.17360506061018</c:v>
              </c:pt>
              <c:pt idx="571">
                <c:v>22.79627643464502</c:v>
              </c:pt>
              <c:pt idx="572">
                <c:v>23.412035845226775</c:v>
              </c:pt>
              <c:pt idx="573">
                <c:v>24.02087053808049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28.0889671923084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</c:v>
              </c:pt>
              <c:pt idx="591">
                <c:v>33.81249621466939</c:v>
              </c:pt>
              <c:pt idx="592">
                <c:v>34.29391726952631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35.7010260881614</c:v>
              </c:pt>
              <c:pt idx="596">
                <c:v>36.15789486858712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37.4929430919821</c:v>
              </c:pt>
              <c:pt idx="600">
                <c:v>37.92633721036504</c:v>
              </c:pt>
              <c:pt idx="601">
                <c:v>38.35403737098271</c:v>
              </c:pt>
              <c:pt idx="602">
                <c:v>38.776114531814706</c:v>
              </c:pt>
              <c:pt idx="603">
                <c:v>39.19263999922389</c:v>
              </c:pt>
              <c:pt idx="604">
                <c:v>39.60368532993069</c:v>
              </c:pt>
              <c:pt idx="605">
                <c:v>40.00932223896854</c:v>
              </c:pt>
              <c:pt idx="606">
                <c:v>40.40962251335875</c:v>
              </c:pt>
              <c:pt idx="607">
                <c:v>40.80465793130868</c:v>
              </c:pt>
              <c:pt idx="608">
                <c:v>41.194500186729364</c:v>
              </c:pt>
              <c:pt idx="609">
                <c:v>41.57922081883805</c:v>
              </c:pt>
              <c:pt idx="610">
                <c:v>41.95889114663024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43.42848480157988</c:v>
              </c:pt>
              <c:pt idx="615">
                <c:v>43.783961668214275</c:v>
              </c:pt>
              <c:pt idx="616">
                <c:v>44.13480841174218</c:v>
              </c:pt>
              <c:pt idx="617">
                <c:v>44.481093340507506</c:v>
              </c:pt>
              <c:pt idx="618">
                <c:v>44.82288416909566</c:v>
              </c:pt>
              <c:pt idx="619">
                <c:v>45.16024798754765</c:v>
              </c:pt>
              <c:pt idx="620">
                <c:v>45.49325123350147</c:v>
              </c:pt>
              <c:pt idx="621">
                <c:v>45.82195966711309</c:v>
              </c:pt>
              <c:pt idx="622">
                <c:v>46.14643834857964</c:v>
              </c:pt>
              <c:pt idx="623">
                <c:v>46.46675161812723</c:v>
              </c:pt>
              <c:pt idx="624">
                <c:v>46.78296307830583</c:v>
              </c:pt>
              <c:pt idx="625">
                <c:v>47.09513557846765</c:v>
              </c:pt>
              <c:pt idx="626">
                <c:v>47.4033312012735</c:v>
              </c:pt>
              <c:pt idx="627">
                <c:v>47.707611251120944</c:v>
              </c:pt>
              <c:pt idx="628">
                <c:v>48.00803624435793</c:v>
              </c:pt>
              <c:pt idx="629">
                <c:v>48.30466590117003</c:v>
              </c:pt>
              <c:pt idx="630">
                <c:v>48.59755913903612</c:v>
              </c:pt>
              <c:pt idx="631">
                <c:v>48.886774067634455</c:v>
              </c:pt>
              <c:pt idx="632">
                <c:v>49.17236798511627</c:v>
              </c:pt>
              <c:pt idx="633">
                <c:v>49.45439737563595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50.2796509973566</c:v>
              </c:pt>
              <c:pt idx="637">
                <c:v>50.54797081861893</c:v>
              </c:pt>
              <c:pt idx="638">
                <c:v>50.81299631486531</c:v>
              </c:pt>
              <c:pt idx="639">
                <c:v>51.07477909444641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51.84117520291497</c:v>
              </c:pt>
              <c:pt idx="643">
                <c:v>52.09048721717729</c:v>
              </c:pt>
              <c:pt idx="644">
                <c:v>52.336802617832454</c:v>
              </c:pt>
              <c:pt idx="645">
                <c:v>52.58016827907944</c:v>
              </c:pt>
              <c:pt idx="646">
                <c:v>52.82063030904686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</c:v>
              </c:pt>
              <c:pt idx="650">
                <c:v>53.754337906178094</c:v>
              </c:pt>
              <c:pt idx="651">
                <c:v>53.98094714561712</c:v>
              </c:pt>
              <c:pt idx="652">
                <c:v>54.20491376750583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54.86136422704838</c:v>
              </c:pt>
              <c:pt idx="656">
                <c:v>55.07516323093083</c:v>
              </c:pt>
              <c:pt idx="657">
                <c:v>55.28651762989697</c:v>
              </c:pt>
              <c:pt idx="658">
                <c:v>55.49546501213464</c:v>
              </c:pt>
              <c:pt idx="659">
                <c:v>55.70204231706064</c:v>
              </c:pt>
              <c:pt idx="660">
                <c:v>55.906285845118916</c:v>
              </c:pt>
              <c:pt idx="661">
                <c:v>56.10823126759634</c:v>
              </c:pt>
              <c:pt idx="662">
                <c:v>56.30791363644203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56.89372385617221</c:v>
              </c:pt>
              <c:pt idx="666">
                <c:v>57.084692485579204</c:v>
              </c:pt>
              <c:pt idx="667">
                <c:v>57.2735643729224</c:v>
              </c:pt>
              <c:pt idx="668">
                <c:v>57.46037105869207</c:v>
              </c:pt>
              <c:pt idx="669">
                <c:v>57.64514353176848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58.18755748687808</c:v>
              </c:pt>
              <c:pt idx="673">
                <c:v>58.3644922939356</c:v>
              </c:pt>
              <c:pt idx="674">
                <c:v>58.539539885438266</c:v>
              </c:pt>
              <c:pt idx="675">
                <c:v>58.71272813544005</c:v>
              </c:pt>
              <c:pt idx="676">
                <c:v>58.88408443042594</c:v>
              </c:pt>
              <c:pt idx="677">
                <c:v>59.053635678051116</c:v>
              </c:pt>
              <c:pt idx="678">
                <c:v>59.22140831576699</c:v>
              </c:pt>
              <c:pt idx="679">
                <c:v>59.387428319332514</c:v>
              </c:pt>
              <c:pt idx="680">
                <c:v>59.55172121120629</c:v>
              </c:pt>
              <c:pt idx="681">
                <c:v>59.71431206882339</c:v>
              </c:pt>
              <c:pt idx="682">
                <c:v>59.87522553275015</c:v>
              </c:pt>
              <c:pt idx="683">
                <c:v>60.03448581471761</c:v>
              </c:pt>
              <c:pt idx="684">
                <c:v>60.19211670553465</c:v>
              </c:pt>
              <c:pt idx="685">
                <c:v>60.3481415828792</c:v>
              </c:pt>
              <c:pt idx="686">
                <c:v>60.502583418963845</c:v>
              </c:pt>
              <c:pt idx="687">
                <c:v>60.65546478808029</c:v>
              </c:pt>
              <c:pt idx="688">
                <c:v>60.80680787402153</c:v>
              </c:pt>
              <c:pt idx="689">
                <c:v>60.9566344773792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61.39722779970754</c:v>
              </c:pt>
              <c:pt idx="693">
                <c:v>61.54119906324485</c:v>
              </c:pt>
              <c:pt idx="694">
                <c:v>61.68375734605869</c:v>
              </c:pt>
              <c:pt idx="695">
                <c:v>61.82492229599015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</c:v>
              </c:pt>
              <c:pt idx="699">
                <c:v>62.37603011344106</c:v>
              </c:pt>
              <c:pt idx="700">
                <c:v>62.51051159343647</c:v>
              </c:pt>
              <c:pt idx="701">
                <c:v>62.64371079989054</c:v>
              </c:pt>
              <c:pt idx="702">
                <c:v>62.77564516124757</c:v>
              </c:pt>
              <c:pt idx="703">
                <c:v>62.90633181244203</c:v>
              </c:pt>
              <c:pt idx="704">
                <c:v>63.03578760045878</c:v>
              </c:pt>
              <c:pt idx="705">
                <c:v>63.16402908978373</c:v>
              </c:pt>
              <c:pt idx="706">
                <c:v>63.291072567753396</c:v>
              </c:pt>
              <c:pt idx="707">
                <c:v>63.4169340497989</c:v>
              </c:pt>
              <c:pt idx="708">
                <c:v>63.541629284592645</c:v>
              </c:pt>
              <c:pt idx="709">
                <c:v>63.66517375909066</c:v>
              </c:pt>
              <c:pt idx="710">
                <c:v>63.78758270348054</c:v>
              </c:pt>
              <c:pt idx="711">
                <c:v>63.90887109603033</c:v>
              </c:pt>
              <c:pt idx="712">
                <c:v>64.0290536678453</c:v>
              </c:pt>
              <c:pt idx="713">
                <c:v>64.14814490752792</c:v>
              </c:pt>
              <c:pt idx="714">
                <c:v>64.2661590657497</c:v>
              </c:pt>
              <c:pt idx="715">
                <c:v>64.38311015972924</c:v>
              </c:pt>
              <c:pt idx="716">
                <c:v>64.49901197762492</c:v>
              </c:pt>
              <c:pt idx="717">
                <c:v>64.61387808283862</c:v>
              </c:pt>
              <c:pt idx="718">
                <c:v>64.7277218182337</c:v>
              </c:pt>
              <c:pt idx="719">
                <c:v>64.84055631027248</c:v>
              </c:pt>
              <c:pt idx="720">
                <c:v>64.95239447306565</c:v>
              </c:pt>
              <c:pt idx="721">
                <c:v>65.06324901234566</c:v>
              </c:pt>
              <c:pt idx="722">
                <c:v>65.17313242935941</c:v>
              </c:pt>
              <c:pt idx="723">
                <c:v>65.28205702468046</c:v>
              </c:pt>
              <c:pt idx="724">
                <c:v>65.39003490194929</c:v>
              </c:pt>
              <c:pt idx="725">
                <c:v>65.49707797153692</c:v>
              </c:pt>
              <c:pt idx="726">
                <c:v>65.60319795413184</c:v>
              </c:pt>
              <c:pt idx="727">
                <c:v>65.70840638426033</c:v>
              </c:pt>
              <c:pt idx="728">
                <c:v>65.81271461373235</c:v>
              </c:pt>
              <c:pt idx="729">
                <c:v>65.91613381501915</c:v>
              </c:pt>
              <c:pt idx="730">
                <c:v>66.01867498456353</c:v>
              </c:pt>
              <c:pt idx="731">
                <c:v>66.1203489460234</c:v>
              </c:pt>
              <c:pt idx="732">
                <c:v>66.22116635344875</c:v>
              </c:pt>
              <c:pt idx="733">
                <c:v>66.32113769439827</c:v>
              </c:pt>
              <c:pt idx="734">
                <c:v>66.42027329298747</c:v>
              </c:pt>
              <c:pt idx="735">
                <c:v>66.51858331288196</c:v>
              </c:pt>
              <c:pt idx="736">
                <c:v>66.61607776022699</c:v>
              </c:pt>
              <c:pt idx="737">
                <c:v>66.71276648651713</c:v>
              </c:pt>
              <c:pt idx="738">
                <c:v>66.80865919141156</c:v>
              </c:pt>
              <c:pt idx="739">
                <c:v>66.90376542549035</c:v>
              </c:pt>
              <c:pt idx="740">
                <c:v>66.99809459295646</c:v>
              </c:pt>
              <c:pt idx="741">
                <c:v>67.09165595428367</c:v>
              </c:pt>
              <c:pt idx="742">
                <c:v>67.18445862880962</c:v>
              </c:pt>
              <c:pt idx="743">
                <c:v>67.27651159727931</c:v>
              </c:pt>
              <c:pt idx="744">
                <c:v>67.3678237043377</c:v>
              </c:pt>
              <c:pt idx="745">
                <c:v>67.4584036609697</c:v>
              </c:pt>
              <c:pt idx="746">
                <c:v>67.548260046893</c:v>
              </c:pt>
              <c:pt idx="747">
                <c:v>67.63740131290479</c:v>
              </c:pt>
              <c:pt idx="748">
                <c:v>67.72583578317891</c:v>
              </c:pt>
              <c:pt idx="749">
                <c:v>67.81357165751844</c:v>
              </c:pt>
              <c:pt idx="750">
                <c:v>67.90061701356419</c:v>
              </c:pt>
              <c:pt idx="751">
                <c:v>67.9869798089568</c:v>
              </c:pt>
              <c:pt idx="752">
                <c:v>68.07266788345969</c:v>
              </c:pt>
              <c:pt idx="753">
                <c:v>68.15768896103597</c:v>
              </c:pt>
              <c:pt idx="754">
                <c:v>68.24205065188562</c:v>
              </c:pt>
              <c:pt idx="755">
                <c:v>68.32576045444539</c:v>
              </c:pt>
              <c:pt idx="756">
                <c:v>68.40882575734285</c:v>
              </c:pt>
              <c:pt idx="757">
                <c:v>68.491253841318</c:v>
              </c:pt>
              <c:pt idx="758">
                <c:v>68.57305188110315</c:v>
              </c:pt>
              <c:pt idx="759">
                <c:v>68.65422694726715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68.89408348499015</c:v>
              </c:pt>
              <c:pt idx="763">
                <c:v>68.97283534162817</c:v>
              </c:pt>
              <c:pt idx="764">
                <c:v>69.05099807708784</c:v>
              </c:pt>
              <c:pt idx="765">
                <c:v>69.12857817370677</c:v>
              </c:pt>
              <c:pt idx="766">
                <c:v>69.20558202159418</c:v>
              </c:pt>
              <c:pt idx="767">
                <c:v>69.28201592020493</c:v>
              </c:pt>
              <c:pt idx="768">
                <c:v>69.35788607988398</c:v>
              </c:pt>
              <c:pt idx="769">
                <c:v>69.43319862338178</c:v>
              </c:pt>
              <c:pt idx="770">
                <c:v>69.50795958733634</c:v>
              </c:pt>
              <c:pt idx="771">
                <c:v>69.5821749237316</c:v>
              </c:pt>
              <c:pt idx="772">
                <c:v>69.65585050132319</c:v>
              </c:pt>
              <c:pt idx="773">
                <c:v>69.72899210704134</c:v>
              </c:pt>
              <c:pt idx="774">
                <c:v>69.80160544736202</c:v>
              </c:pt>
              <c:pt idx="775">
                <c:v>69.87369614965584</c:v>
              </c:pt>
              <c:pt idx="776">
                <c:v>69.94526976350807</c:v>
              </c:pt>
              <c:pt idx="777">
                <c:v>70.01633176201629</c:v>
              </c:pt>
              <c:pt idx="778">
                <c:v>70.08688754306053</c:v>
              </c:pt>
              <c:pt idx="779">
                <c:v>70.15694243054993</c:v>
              </c:pt>
              <c:pt idx="780">
                <c:v>70.22650167564824</c:v>
              </c:pt>
              <c:pt idx="781">
                <c:v>70.29557045797225</c:v>
              </c:pt>
              <c:pt idx="782">
                <c:v>70.36415388676963</c:v>
              </c:pt>
              <c:pt idx="783">
                <c:v>70.43225700207508</c:v>
              </c:pt>
              <c:pt idx="784">
                <c:v>70.49988477584249</c:v>
              </c:pt>
              <c:pt idx="785">
                <c:v>70.56704211305843</c:v>
              </c:pt>
              <c:pt idx="786">
                <c:v>70.63373385283178</c:v>
              </c:pt>
              <c:pt idx="787">
                <c:v>70.69996476946581</c:v>
              </c:pt>
              <c:pt idx="788">
                <c:v>70.76573957350867</c:v>
              </c:pt>
              <c:pt idx="789">
                <c:v>70.83106291278347</c:v>
              </c:pt>
              <c:pt idx="790">
                <c:v>70.89593937340213</c:v>
              </c:pt>
              <c:pt idx="791">
                <c:v>70.9603734807563</c:v>
              </c:pt>
              <c:pt idx="792">
                <c:v>71.02436970049304</c:v>
              </c:pt>
              <c:pt idx="793">
                <c:v>71.08793243947139</c:v>
              </c:pt>
              <c:pt idx="794">
                <c:v>71.1510660467013</c:v>
              </c:pt>
              <c:pt idx="795">
                <c:v>71.21377481426474</c:v>
              </c:pt>
              <c:pt idx="796">
                <c:v>71.27606297822078</c:v>
              </c:pt>
              <c:pt idx="797">
                <c:v>71.3379347194932</c:v>
              </c:pt>
              <c:pt idx="798">
                <c:v>71.39939416474228</c:v>
              </c:pt>
              <c:pt idx="799">
                <c:v>71.46044538722086</c:v>
              </c:pt>
              <c:pt idx="800">
                <c:v>71.5210924076137</c:v>
              </c:pt>
            </c:numLit>
          </c:yVal>
        </c:ser>
        <c:ser>
          <c:idx val="3"/>
          <c:order val="3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</c:v>
              </c:pt>
              <c:pt idx="1">
                <c:v>周期扫频</c:v>
              </c:pt>
              <c:pt idx="2">
                <c:v>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95.5</c:v>
              </c:pt>
              <c:pt idx="2">
                <c:v>800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相位K5消融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374.3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第一月工作汇报（补充审计版）  |  2026.09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549456dc844d7"/>
          <a:srcRect xmlns:a="http://schemas.openxmlformats.org/drawingml/2006/main" l="0" t="4704" r="0" b="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62050"/>
            <a:ext cx="78105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同一源条件下，L型匹配将运动支路有功功率代理提高约32.8倍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1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79e8219624a14"/>
          <a:srcRect xmlns:a="http://schemas.openxmlformats.org/drawingml/2006/main" l="0" t="739" r="0" b="7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81100"/>
            <a:ext cx="6905625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615" y="2566987"/>
            <a:ext cx="30289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265" y="2776537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Lmatch</a:t>
            </a:r>
            <a:r>
              <a:rPr sz="1575" b="1">
                <a:solidFill>
                  <a:srgbClr val="17324D"/>
                </a:solidFill>
              </a:rPr>
              <a:t> ≈ 106.726 </a:t>
            </a:r>
            <a:r>
              <a:rPr sz="1575" b="1">
                <a:solidFill>
                  <a:srgbClr val="17324D"/>
                </a:solidFill>
              </a:rPr>
              <a:t>μH</a:t>
            </a:r>
            <a:endParaRPr sz="1575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Cmatch</a:t>
            </a:r>
            <a:r>
              <a:rPr sz="1575" b="1">
                <a:solidFill>
                  <a:srgbClr val="17324D"/>
                </a:solidFill>
              </a:rPr>
              <a:t> ≈ 283.599 pF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465" y="4071937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P_Rm × 32.8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445" y="4617243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400" b="0">
                <a:solidFill>
                  <a:srgbClr val="B33A3A"/>
                </a:solidFill>
              </a:rPr>
              <a:t>电学功率传递改善，不等于电声效率提高32.8倍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0.9 MHz处：理想匹配接近50 Ω，有损匹配保留小量失配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3714750" cy="3981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52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0.9 MHz固定频点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同一1 Vrms Thevenin源｜Rs=50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理想匹配≈50 Ω纯电阻；考虑ESR后为56.686−j1.067 Ω｜完整0.8–1.0 MHz曲线见备份页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1200150"/>
          <a:ext xmlns:a="http://schemas.openxmlformats.org/drawingml/2006/main" cx="68580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cee39f79b74ee5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3486150"/>
          <a:ext xmlns:a="http://schemas.openxmlformats.org/drawingml/2006/main" cx="6858000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b1e0cc02c64ab4"/>
          </a:graphicData>
        </a:graphic>
      </p:graphicFrame>
      <p:graphicFrame>
        <p:nvGraphicFramePr>
          <p:cNvPr id="27" name="表格 26"/>
          <p:cNvGraphicFramePr/>
          <p:nvPr/>
        </p:nvGraphicFramePr>
        <p:xfrm>
          <a:off xmlns:a="http://schemas.openxmlformats.org/drawingml/2006/main" x="7905750" y="1971675"/>
          <a:ext xmlns:a="http://schemas.openxmlformats.org/drawingml/2006/main" cx="34861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876300"/>
                <a:gridCol w="876300"/>
                <a:gridCol w="990600"/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|Z|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ReZ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ImZ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相位 / °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1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机械支路电容 Cm 增大使功率峰下移并降低峰高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7538d679d43c9"/>
          <a:stretch xmlns:a="http://schemas.openxmlformats.org/drawingml/2006/main"/>
        </p:blipFill>
        <p:spPr>
          <a:xfrm xmlns:a="http://schemas.openxmlformats.org/drawingml/2006/main">
            <a:off x="897550" y="1066800"/>
            <a:ext cx="6682149" cy="5219700"/>
          </a:xfrm>
          <a:prstGeom xmlns:a="http://schemas.openxmlformats.org/drawingml/2006/main" prst="rect">
            <a:avLst/>
          </a:prstGeom>
        </p:spPr>
      </p:pic>
      <p:sp>
        <p:nvSpPr>
          <p:cNvPr id="12" name="cm-summary-title">
            <a:extLst xmlns:a="http://schemas.openxmlformats.org/drawingml/2006/main">
              <a:ext uri="{FF2B5EF4-FFF2-40B4-BE49-F238E27FC236}">
                <a16:creationId xmlns:a16="http://schemas.microsoft.com/office/drawing/2014/main" id="{F335663D-7F6A-442F-8457-A589ACA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关键结论</a:t>
            </a:r>
          </a:p>
        </p:txBody>
      </p:sp>
      <p:sp>
        <p:nvSpPr>
          <p:cNvPr id="13" name="cm-shift-callout">
            <a:extLst xmlns:a="http://schemas.openxmlformats.org/drawingml/2006/main">
              <a:ext uri="{FF2B5EF4-FFF2-40B4-BE49-F238E27FC236}">
                <a16:creationId xmlns:a16="http://schemas.microsoft.com/office/drawing/2014/main" id="{979A91BF-1968-4634-9DC1-6E78F02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峰位总移   −78.6 kHz</a:t>
            </a:r>
          </a:p>
        </p:txBody>
      </p:sp>
      <p:sp>
        <p:nvSpPr>
          <p:cNvPr id="14" name="cm-height-callout">
            <a:extLst xmlns:a="http://schemas.openxmlformats.org/drawingml/2006/main">
              <a:ext uri="{FF2B5EF4-FFF2-40B4-BE49-F238E27FC236}">
                <a16:creationId xmlns:a16="http://schemas.microsoft.com/office/drawing/2014/main" id="{94839561-473D-4C4E-84B9-05232259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670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峰高变化   −43.3%</a:t>
            </a:r>
          </a:p>
        </p:txBody>
      </p:sp>
      <p:sp>
        <p:nvSpPr>
          <p:cNvPr id="15" name="cm-limit-callout">
            <a:extLst xmlns:a="http://schemas.openxmlformats.org/drawingml/2006/main">
              <a:ext uri="{FF2B5EF4-FFF2-40B4-BE49-F238E27FC236}">
                <a16:creationId xmlns:a16="http://schemas.microsoft.com/office/drawing/2014/main" id="{C267D15F-EF0F-4CF7-A4B4-1860D48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814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未保护扫频   Vpp &gt; 160 V</a:t>
            </a:r>
          </a:p>
        </p:txBody>
      </p:sp>
      <p:sp>
        <p:nvSpPr>
          <p:cNvPr id="16" name="cm-boundary-note">
            <a:extLst xmlns:a="http://schemas.openxmlformats.org/drawingml/2006/main">
              <a:ext uri="{FF2B5EF4-FFF2-40B4-BE49-F238E27FC236}">
                <a16:creationId xmlns:a16="http://schemas.microsoft.com/office/drawing/2014/main" id="{3CA4C6E5-46A3-41D0-9BD1-0BB0117A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53000"/>
            <a:ext cx="3086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Cm-only是原始元件单因素；</a:t>
            </a:r>
          </a:p>
          <a:p xmlns:a="http://schemas.openxmlformats.org/drawingml/2006/main">
            <a:pPr algn="ctr"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派生 fs、Qm 会同时变化。</a:t>
            </a:r>
          </a:p>
        </p:txBody>
      </p:sp>
    </p:spTree>
    <p:extLst>
      <p:ext uri="{BB962C8B-B14F-4D97-AF65-F5344CB8AC3E}">
        <p14:creationId xmlns:p14="http://schemas.microsoft.com/office/powerpoint/2010/main" val="1868219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6459003d248f8"/>
          <a:srcRect xmlns:a="http://schemas.openxmlformats.org/drawingml/2006/main" l="0" t="5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066800"/>
            <a:ext cx="6829425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24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b0825de084086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58107daff4450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93BD82B-8C00-9D45-A760-EA60BF60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6084"/>
            <a:ext cx="6096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最大功率点 ≈ 最小反射点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863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推荐离线组合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±50 kHz、1 </a:t>
            </a:r>
            <a:r>
              <a:rPr sz="1500" b="1">
                <a:solidFill>
                  <a:srgbClr val="17324D"/>
                </a:solidFill>
              </a:rPr>
              <a:t>kHz步长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101点，15</a:t>
            </a:r>
            <a:r>
              <a:rPr sz="1500" b="1">
                <a:solidFill>
                  <a:srgbClr val="17324D"/>
                </a:solidFill>
              </a:rPr>
              <a:t>2</a:t>
            </a:r>
            <a:r>
              <a:rPr sz="1500" b="1">
                <a:solidFill>
                  <a:srgbClr val="17324D"/>
                </a:solidFill>
              </a:rPr>
              <a:t>ms代理时间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  <p:pic>
        <p:nvPicPr>
          <p:cNvPr id="22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32c2823ca4a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284709"/>
            <a:ext cx="9851600" cy="34390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保护状态机先调幅并冻结频率，稳定后才恢复追踪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52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NORMAL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FOLDBACK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HOLD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RAMP UP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33A3A"/>
                </a:solidFill>
              </a:defRPr>
            </a:pPr>
            <a:r>
              <a:rPr sz="1050" b="1">
                <a:solidFill>
                  <a:srgbClr val="B33A3A"/>
                </a:solidFill>
              </a:rPr>
              <a:t>硬触发：HARD TRIP</a:t>
            </a:r>
          </a:p>
        </p:txBody>
      </p:sp>
      <p:pic>
        <p:nvPicPr>
          <p:cNvPr id="41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8b2d069034ba3"/>
          <a:srcRect xmlns:a="http://schemas.openxmlformats.org/drawingml/2006/main" l="0" t="11987" r="0" b="11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52700" y="1181100"/>
            <a:ext cx="8858250" cy="4905375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960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33A3A"/>
                </a:solidFill>
              </a:defRPr>
            </a:pPr>
            <a:r>
              <a:rPr sz="1200" b="1">
                <a:solidFill>
                  <a:srgbClr val="B33A3A"/>
                </a:solidFill>
              </a:rPr>
              <a:t>软触发：130 Vpp / 5.5 mA RMS    硬上限：160 Vpp / 6 mA RMS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控制已从“找峰值”升级为带频率、幅度与保护约束的问题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已接入约束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0.8–1.0 MHz硬边界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130/160 Vpp软/硬限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5.5/6.0 mA RMS软/硬限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幅度0–1与foldback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保存结果审计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1795条控制时序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峰值Vpp = 130 V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峰值电流 = 5.124 mA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实际硬越限 = 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仍有缺口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反射代理仅参与检测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没有独立反射硬限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没有壁面声压代理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不是硬件安全验证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当前是带约束的电学准稳态控制，不是无约束离线argmax，也不是完整功放或声场控制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峰值由0.9000 MHz移至0.8548 MHz，自适应策略成功定位新峰值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43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定位结果与验收边界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基准峰值  0.9000 MHz｜170.0 mW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fs−5%峰值  0.8548 MHz｜140.2 mW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峰位变化  −45.2 kHz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F73B7"/>
                </a:solidFill>
              </a:defRPr>
            </a:pPr>
            <a:r>
              <a:rPr sz="1425" b="1">
                <a:solidFill>
                  <a:srgbClr val="2F73B7"/>
                </a:solidFill>
              </a:rPr>
              <a:t>周期扫频：通过稳态验收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稳定锁定0.8548 MHz；捕获率100%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约96.5 ms满足连续10样本判据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84444"/>
                </a:solidFill>
              </a:defRPr>
            </a:pPr>
            <a:r>
              <a:rPr sz="1350" b="1">
                <a:solidFill>
                  <a:srgbClr val="C84444"/>
                </a:solidFill>
              </a:rPr>
              <a:t>P&amp;O：到达峰位但未通过验收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14825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到达0.8548 MHz、捕获率100%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但周期性参考/试探使其未满足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连续10个控制样本保持窗口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0200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ηP＝P当前 / P安全最大,当前场景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100%表示找到该场景自身安全峰值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不等于恢复基准绝对功率170.0 mW</a:t>
            </a:r>
          </a:p>
        </p:txBody>
      </p:sp>
      <p:pic>
        <p:nvPicPr>
          <p:cNvPr id="28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d8ce5f7f747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920" y="1047750"/>
            <a:ext cx="7347857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95.5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800.0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52688ce995432a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0%只表示尾段达到离线参考点；P&amp;O的800 ms包含7段未收敛惩罚。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结果排序只对当前线性模型、扰动时窗、驻留时间和控制参数成立。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电—声接口已标准化：COMSOL未运行，但输入合同已就绪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电学场景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安全工作点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f, Vport∠θ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复端口激励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Vrms exp(+jωt)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声学查找表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ηacoustic(f)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相对声压代理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target / wall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EA_IF_V1.0｜基准+低/中/高组合4条记录｜接口审计 PASS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声学字段：NOT_AVAILABLE（未运行COMSOL）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接口一致不等于声场结果；复端口电压作为FEM激励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电学与带约束控制已闭环，剩余缺口是实测和结构声场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本月已完成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v2.1匹配网络与双线验证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C0/Rm/fs/Rs/匹配/ESR/Lm/Cm扫描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低/中/高组合LTspice验证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选频、保护、P&amp;O与相位消融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电—声接口EA_IF_V1.0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仍未证明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假设参数代表实物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反射代理等于实测反射功率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任何治疗或临床安全结论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电压/电流/功率标定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设定独立反射约束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运行结构声场与网格收敛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水听器声场验证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当前结论仅适用于特定假设BVD、v2.1匹配网络和设定扰动范围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MHz固定点基线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备份：低中高组合均通过LTspice/Python交叉验证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组合场景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真实LTspice/Python交叉验证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0.01461%｜PASS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0.00751%｜PASS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0.00295%｜PASS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运行证据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.cir / .raw / .log / SHA-256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验收线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误差 &lt;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结论边界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实现一致，不等于真实器件参数正确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三档误差均远低于5%验收线；这排除了主要实现差异，但不能验证假设参数是真实器件参数。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23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85f5ee8194ad7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 = arg(Vport / Iport)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备份：相位闭环仅作计划书补充消融，不替代P&amp;O排名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24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惩罚恢复时间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峰值电流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实际硬越限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409.0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相位K5消融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39.91%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374.3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fc4ce98053470b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正式排名第三策略仍为扫描辅助P&amp;O；相位K5不替代P&amp;O结论。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在fs漂移与高组合场景中，相位目标可能对应较低功率工作点。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25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1725ddf8744cb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c3010cbbb42f4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26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2026-09-02T08:26:15.3240000Z</dcterms:created>
  <dcterms:modified xsi:type="dcterms:W3CDTF">2026-09-02T08:26:15.3240000Z</dcterms:modified>
</coreProperties>
</file>