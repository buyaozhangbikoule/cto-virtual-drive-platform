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c2e0c74bb44367" /><Relationship Type="http://schemas.openxmlformats.org/officeDocument/2006/relationships/extended-properties" Target="/docProps/app.xml" Id="Rceb0eb48ef8a41e9" /><Relationship Type="http://schemas.openxmlformats.org/officeDocument/2006/relationships/officeDocument" Target="/ppt/presentation.xml" Id="Raf51f585608348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055cc4fe142c4"/>
  </p:sldMasterIdLst>
  <p:notesMasterIdLst>
    <p:notesMasterId xmlns:r="http://schemas.openxmlformats.org/officeDocument/2006/relationships" r:id="Rbac9da091829411c"/>
  </p:notesMasterIdLst>
  <p:sldIdLst>
    <p:sldId xmlns:r="http://schemas.openxmlformats.org/officeDocument/2006/relationships" id="256" r:id="R39a65c531c284ae8"/>
    <p:sldId xmlns:r="http://schemas.openxmlformats.org/officeDocument/2006/relationships" id="257" r:id="Rb31ebedfbb044795"/>
    <p:sldId xmlns:r="http://schemas.openxmlformats.org/officeDocument/2006/relationships" id="258" r:id="R9f6f1b416158493e"/>
    <p:sldId xmlns:r="http://schemas.openxmlformats.org/officeDocument/2006/relationships" id="259" r:id="Rcdafe032ac3543f3"/>
    <p:sldId xmlns:r="http://schemas.openxmlformats.org/officeDocument/2006/relationships" id="260" r:id="Rbd7d40b9b5694151"/>
    <p:sldId xmlns:r="http://schemas.openxmlformats.org/officeDocument/2006/relationships" id="261" r:id="R0930f35696db4044"/>
    <p:sldId xmlns:r="http://schemas.openxmlformats.org/officeDocument/2006/relationships" id="262" r:id="Rde4b7a86378f45ff"/>
    <p:sldId xmlns:r="http://schemas.openxmlformats.org/officeDocument/2006/relationships" id="263" r:id="Ra983058b50e74125"/>
    <p:sldId xmlns:r="http://schemas.openxmlformats.org/officeDocument/2006/relationships" id="264" r:id="R0d57744498c94444"/>
    <p:sldId xmlns:r="http://schemas.openxmlformats.org/officeDocument/2006/relationships" id="265" r:id="R8988eca11b4f4ba2"/>
    <p:sldId xmlns:r="http://schemas.openxmlformats.org/officeDocument/2006/relationships" id="266" r:id="R69e7c4c334e648dc"/>
    <p:sldId xmlns:r="http://schemas.openxmlformats.org/officeDocument/2006/relationships" id="267" r:id="R35686eb72e6e47fa"/>
    <p:sldId xmlns:r="http://schemas.openxmlformats.org/officeDocument/2006/relationships" id="268" r:id="R0c04345cf57a4a79"/>
    <p:sldId xmlns:r="http://schemas.openxmlformats.org/officeDocument/2006/relationships" id="269" r:id="R5c1882fc517e494d"/>
    <p:sldId xmlns:r="http://schemas.openxmlformats.org/officeDocument/2006/relationships" id="270" r:id="R05e711a678554a3a"/>
    <p:sldId xmlns:r="http://schemas.openxmlformats.org/officeDocument/2006/relationships" id="271" r:id="R16a3552d0ea6407d"/>
    <p:sldId xmlns:r="http://schemas.openxmlformats.org/officeDocument/2006/relationships" id="272" r:id="R8e87b99984b5401f"/>
    <p:sldId xmlns:r="http://schemas.openxmlformats.org/officeDocument/2006/relationships" id="273" r:id="R00b61ffd87474a59"/>
    <p:sldId xmlns:r="http://schemas.openxmlformats.org/officeDocument/2006/relationships" id="274" r:id="Rb75b0f16101e488a"/>
    <p:sldId xmlns:r="http://schemas.openxmlformats.org/officeDocument/2006/relationships" id="275" r:id="R552c0a9435a1460c"/>
    <p:sldId xmlns:r="http://schemas.openxmlformats.org/officeDocument/2006/relationships" id="276" r:id="R9b31979b896f40f7"/>
    <p:sldId xmlns:r="http://schemas.openxmlformats.org/officeDocument/2006/relationships" id="277" r:id="Rb24b9718ab6949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00aa83883341de" /><Relationship Type="http://schemas.openxmlformats.org/officeDocument/2006/relationships/slideMaster" Target="/ppt/slideMasters/slideMaster1.xml" Id="Reef055cc4fe142c4" /><Relationship Type="http://schemas.openxmlformats.org/officeDocument/2006/relationships/notesMaster" Target="/ppt/notesMasters/notesMaster1.xml" Id="Rbac9da091829411c" /><Relationship Type="http://schemas.openxmlformats.org/officeDocument/2006/relationships/presProps" Target="/ppt/presProps.xml" Id="R61ffa04e31f24835" /><Relationship Type="http://schemas.openxmlformats.org/officeDocument/2006/relationships/tableStyles" Target="/ppt/tableStyles.xml" Id="Rd8a3eaecf72a4520" /><Relationship Type="http://schemas.openxmlformats.org/officeDocument/2006/relationships/slide" Target="/ppt/slides/slide1.xml" Id="R39a65c531c284ae8" /><Relationship Type="http://schemas.openxmlformats.org/officeDocument/2006/relationships/slide" Target="/ppt/slides/slide2.xml" Id="Rb31ebedfbb044795" /><Relationship Type="http://schemas.openxmlformats.org/officeDocument/2006/relationships/slide" Target="/ppt/slides/slide3.xml" Id="R9f6f1b416158493e" /><Relationship Type="http://schemas.openxmlformats.org/officeDocument/2006/relationships/slide" Target="/ppt/slides/slide4.xml" Id="Rcdafe032ac3543f3" /><Relationship Type="http://schemas.openxmlformats.org/officeDocument/2006/relationships/slide" Target="/ppt/slides/slide5.xml" Id="Rbd7d40b9b5694151" /><Relationship Type="http://schemas.openxmlformats.org/officeDocument/2006/relationships/slide" Target="/ppt/slides/slide6.xml" Id="R0930f35696db4044" /><Relationship Type="http://schemas.openxmlformats.org/officeDocument/2006/relationships/slide" Target="/ppt/slides/slide7.xml" Id="Rde4b7a86378f45ff" /><Relationship Type="http://schemas.openxmlformats.org/officeDocument/2006/relationships/slide" Target="/ppt/slides/slide8.xml" Id="Ra983058b50e74125" /><Relationship Type="http://schemas.openxmlformats.org/officeDocument/2006/relationships/slide" Target="/ppt/slides/slide9.xml" Id="R0d57744498c94444" /><Relationship Type="http://schemas.openxmlformats.org/officeDocument/2006/relationships/slide" Target="/ppt/slides/slide10.xml" Id="R8988eca11b4f4ba2" /><Relationship Type="http://schemas.openxmlformats.org/officeDocument/2006/relationships/slide" Target="/ppt/slides/slide11.xml" Id="R69e7c4c334e648dc" /><Relationship Type="http://schemas.openxmlformats.org/officeDocument/2006/relationships/slide" Target="/ppt/slides/slide12.xml" Id="R35686eb72e6e47fa" /><Relationship Type="http://schemas.openxmlformats.org/officeDocument/2006/relationships/slide" Target="/ppt/slides/slide13.xml" Id="R0c04345cf57a4a79" /><Relationship Type="http://schemas.openxmlformats.org/officeDocument/2006/relationships/slide" Target="/ppt/slides/slide14.xml" Id="R5c1882fc517e494d" /><Relationship Type="http://schemas.openxmlformats.org/officeDocument/2006/relationships/slide" Target="/ppt/slides/slide15.xml" Id="R05e711a678554a3a" /><Relationship Type="http://schemas.openxmlformats.org/officeDocument/2006/relationships/slide" Target="/ppt/slides/slide16.xml" Id="R16a3552d0ea6407d" /><Relationship Type="http://schemas.openxmlformats.org/officeDocument/2006/relationships/slide" Target="/ppt/slides/slide17.xml" Id="R8e87b99984b5401f" /><Relationship Type="http://schemas.openxmlformats.org/officeDocument/2006/relationships/slide" Target="/ppt/slides/slide18.xml" Id="R00b61ffd87474a59" /><Relationship Type="http://schemas.openxmlformats.org/officeDocument/2006/relationships/slide" Target="/ppt/slides/slide19.xml" Id="Rb75b0f16101e488a" /><Relationship Type="http://schemas.openxmlformats.org/officeDocument/2006/relationships/slide" Target="/ppt/slides/slide20.xml" Id="R552c0a9435a1460c" /><Relationship Type="http://schemas.openxmlformats.org/officeDocument/2006/relationships/slide" Target="/ppt/slides/slide21.xml" Id="R9b31979b896f40f7" /><Relationship Type="http://schemas.openxmlformats.org/officeDocument/2006/relationships/slide" Target="/ppt/slides/slide22.xml" Id="Rb24b9718ab69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dd331c319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4ea7019c04663" /><Relationship Type="http://schemas.openxmlformats.org/officeDocument/2006/relationships/notesMaster" Target="/ppt/notesMasters/notesMaster1.xml" Id="R564e658ce3ea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cc25006df24a99" /><Relationship Type="http://schemas.openxmlformats.org/officeDocument/2006/relationships/notesMaster" Target="/ppt/notesMasters/notesMaster1.xml" Id="Re156ab002adb4c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2d20ea3f444ce" /><Relationship Type="http://schemas.openxmlformats.org/officeDocument/2006/relationships/notesMaster" Target="/ppt/notesMasters/notesMaster1.xml" Id="R4d31b1e5fc2a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d27419140b4e90" /><Relationship Type="http://schemas.openxmlformats.org/officeDocument/2006/relationships/notesMaster" Target="/ppt/notesMasters/notesMaster1.xml" Id="R142b25e5203145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8aa56fc1064a99" /><Relationship Type="http://schemas.openxmlformats.org/officeDocument/2006/relationships/notesMaster" Target="/ppt/notesMasters/notesMaster1.xml" Id="Rc86136101a7f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50ce7a2d004074" /><Relationship Type="http://schemas.openxmlformats.org/officeDocument/2006/relationships/notesMaster" Target="/ppt/notesMasters/notesMaster1.xml" Id="R6c59d9069d5c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c217cb1f54d6a" /><Relationship Type="http://schemas.openxmlformats.org/officeDocument/2006/relationships/notesMaster" Target="/ppt/notesMasters/notesMaster1.xml" Id="Rc45795fe86dc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31ab4453ec43ef" /><Relationship Type="http://schemas.openxmlformats.org/officeDocument/2006/relationships/notesMaster" Target="/ppt/notesMasters/notesMaster1.xml" Id="R94ef6fcc9df6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9737ef8be64321" /><Relationship Type="http://schemas.openxmlformats.org/officeDocument/2006/relationships/notesMaster" Target="/ppt/notesMasters/notesMaster1.xml" Id="R6cbaf79c798f48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215010bc4e4416" /><Relationship Type="http://schemas.openxmlformats.org/officeDocument/2006/relationships/notesMaster" Target="/ppt/notesMasters/notesMaster1.xml" Id="Re9220f5c02ea4d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93af967a634e8a" /><Relationship Type="http://schemas.openxmlformats.org/officeDocument/2006/relationships/notesMaster" Target="/ppt/notesMasters/notesMaster1.xml" Id="R833d34cd8ea846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4b569c5aa4e69" /><Relationship Type="http://schemas.openxmlformats.org/officeDocument/2006/relationships/notesMaster" Target="/ppt/notesMasters/notesMaster1.xml" Id="Rcd93d1a9dbae47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8de466e1d647fb" /><Relationship Type="http://schemas.openxmlformats.org/officeDocument/2006/relationships/notesMaster" Target="/ppt/notesMasters/notesMaster1.xml" Id="R1e952e7e272f42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8caa81b4dc4811" /><Relationship Type="http://schemas.openxmlformats.org/officeDocument/2006/relationships/notesMaster" Target="/ppt/notesMasters/notesMaster1.xml" Id="R8b861e813a4949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582c4e123a494e" /><Relationship Type="http://schemas.openxmlformats.org/officeDocument/2006/relationships/notesMaster" Target="/ppt/notesMasters/notesMaster1.xml" Id="Rda4df097b0b040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47c1c8c9404795" /><Relationship Type="http://schemas.openxmlformats.org/officeDocument/2006/relationships/notesMaster" Target="/ppt/notesMasters/notesMaster1.xml" Id="Rf6a4f55997504e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f195efb44c47ae" /><Relationship Type="http://schemas.openxmlformats.org/officeDocument/2006/relationships/notesMaster" Target="/ppt/notesMasters/notesMaster1.xml" Id="Rafe02afd6d684e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588adf613f465a" /><Relationship Type="http://schemas.openxmlformats.org/officeDocument/2006/relationships/notesMaster" Target="/ppt/notesMasters/notesMaster1.xml" Id="Rcce21e6ed7e54d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229581f7974326" /><Relationship Type="http://schemas.openxmlformats.org/officeDocument/2006/relationships/notesMaster" Target="/ppt/notesMasters/notesMaster1.xml" Id="R19deda18c99e48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3391de73d14a3f" /><Relationship Type="http://schemas.openxmlformats.org/officeDocument/2006/relationships/notesMaster" Target="/ppt/notesMasters/notesMaster1.xml" Id="R5a104cfa1fa24c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631fd3318c41cd" /><Relationship Type="http://schemas.openxmlformats.org/officeDocument/2006/relationships/notesMaster" Target="/ppt/notesMasters/notesMaster1.xml" Id="R29ec9737e54a421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a3802219ac4a6f" /><Relationship Type="http://schemas.openxmlformats.org/officeDocument/2006/relationships/notesMaster" Target="/ppt/notesMasters/notesMaster1.xml" Id="R4a4fea08d121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先讲同一拓扑和参数下两种实现几乎完全重合，再主动限定：这证明程序与网表一致，不证明BVD参数代表真实换能器。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C:\Users\24739\Documents\Codex\2026-08-10\new-chat\outputs\v2_self_consistent_rebuild\report_evidence_final\02_LTspice真实运行\V2_1_STAGE1_LTspice_解析交叉验证.csv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C:\Users\24739\Documents\Codex\2026-08-10\new-chat\outputs\v2_self_consistent_rebuild\report_evidence_final\07_汇报截图\V2_1_STAGE1_LTspice_RAW交叉验证.png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C:\Users\24739\Documents\Codex\2026-08-10\new-chat\outputs\v2_self_consistent_rebuild\report_evidence_final\07_汇报截图\LTspice_SPICE_Error_Log.png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按照扰动—响应—恢复顺序讲图，不逐点念曲线。不要说P&amp;O恢复最快；当前严格验收下周期扫频更稳健。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C:\Users\24739\Documents\Codex\2026-08-10\new-chat\outputs\v2_self_consistent_rebuild\report_evidence_final\07_汇报截图\stage4_01_three_strategy_timeline.png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f7d698e3843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163d813e544b1" /><Relationship Type="http://schemas.openxmlformats.org/officeDocument/2006/relationships/slideLayout" Target="/ppt/slideLayouts/slideLayout1.xml" Id="R8df69c746c8c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69c746c8c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1e272edd7451a" /><Relationship Type="http://schemas.openxmlformats.org/officeDocument/2006/relationships/notesSlide" Target="/ppt/notesSlides/notesSlide1.xml" Id="R1c785e1bac7045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dd0a56b343db" /><Relationship Type="http://schemas.openxmlformats.org/officeDocument/2006/relationships/notesSlide" Target="/ppt/notesSlides/notesSlide2.xml" Id="R9d1ff7ab6c064c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bfa2121754aaa" /><Relationship Type="http://schemas.openxmlformats.org/officeDocument/2006/relationships/notesSlide" Target="/ppt/notesSlides/notesSlide3.xml" Id="R20d6a81a63e942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f270136a3498d" /><Relationship Type="http://schemas.openxmlformats.org/officeDocument/2006/relationships/image" Target="/ppt/media/image.png" Id="Rfd02f8898501403c" /><Relationship Type="http://schemas.openxmlformats.org/officeDocument/2006/relationships/image" Target="/ppt/media/image2.png" Id="R5dd281aadf4a44d4" /><Relationship Type="http://schemas.openxmlformats.org/officeDocument/2006/relationships/notesSlide" Target="/ppt/notesSlides/notesSlide4.xml" Id="R1ad2cc4608d04d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9aed605e64a69" /><Relationship Type="http://schemas.openxmlformats.org/officeDocument/2006/relationships/image" Target="/ppt/media/image3.png" Id="R67e06b6347094dab" /><Relationship Type="http://schemas.openxmlformats.org/officeDocument/2006/relationships/image" Target="/ppt/media/image4.png" Id="R4cec30bffef54eeb" /><Relationship Type="http://schemas.openxmlformats.org/officeDocument/2006/relationships/notesSlide" Target="/ppt/notesSlides/notesSlide5.xml" Id="R355deb6187544c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86c22900f4875" /><Relationship Type="http://schemas.openxmlformats.org/officeDocument/2006/relationships/notesSlide" Target="/ppt/notesSlides/notesSlide6.xml" Id="Rfcaebaf01d52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999a779f64810" /><Relationship Type="http://schemas.openxmlformats.org/officeDocument/2006/relationships/image" Target="/ppt/media/image5.png" Id="Reac7c55082804f8e" /><Relationship Type="http://schemas.openxmlformats.org/officeDocument/2006/relationships/notesSlide" Target="/ppt/notesSlides/notesSlide7.xml" Id="R67d23d5c1de542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db56955d94b59" /><Relationship Type="http://schemas.openxmlformats.org/officeDocument/2006/relationships/image" Target="/ppt/media/image6.png" Id="Rb87110deb1bd4243" /><Relationship Type="http://schemas.openxmlformats.org/officeDocument/2006/relationships/image" Target="/ppt/media/image7.png" Id="Rabb0753edcbc4191" /><Relationship Type="http://schemas.openxmlformats.org/officeDocument/2006/relationships/notesSlide" Target="/ppt/notesSlides/notesSlide8.xml" Id="Racffa352e9854a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ac68d686646e2" /><Relationship Type="http://schemas.openxmlformats.org/officeDocument/2006/relationships/image" Target="/ppt/media/image8.png" Id="R5248f6eaf18e46a4" /><Relationship Type="http://schemas.openxmlformats.org/officeDocument/2006/relationships/notesSlide" Target="/ppt/notesSlides/notesSlide9.xml" Id="R695e9f3056d24c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1588938624fd4" /><Relationship Type="http://schemas.openxmlformats.org/officeDocument/2006/relationships/image" Target="/ppt/media/image9.png" Id="R8a74023f95d14c0e" /><Relationship Type="http://schemas.openxmlformats.org/officeDocument/2006/relationships/notesSlide" Target="/ppt/notesSlides/notesSlide10.xml" Id="R21a0d934e15443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8d76cd40f458d" /><Relationship Type="http://schemas.openxmlformats.org/officeDocument/2006/relationships/image" Target="/ppt/media/image10.png" Id="R96076f42aef84f9a" /><Relationship Type="http://schemas.openxmlformats.org/officeDocument/2006/relationships/notesSlide" Target="/ppt/notesSlides/notesSlide11.xml" Id="Ra18deaa772bd4b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7192872844a47" /><Relationship Type="http://schemas.openxmlformats.org/officeDocument/2006/relationships/chart" Target="/ppt/slides/charts/chart1.xml" Id="R5a0ab4c12dbd4f50" /><Relationship Type="http://schemas.openxmlformats.org/officeDocument/2006/relationships/notesSlide" Target="/ppt/notesSlides/notesSlide12.xml" Id="R6d1c1dacb07b4d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09e75f2dc46c6" /><Relationship Type="http://schemas.openxmlformats.org/officeDocument/2006/relationships/notesSlide" Target="/ppt/notesSlides/notesSlide13.xml" Id="R441dc1620e9341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fc373a6a14082" /><Relationship Type="http://schemas.openxmlformats.org/officeDocument/2006/relationships/notesSlide" Target="/ppt/notesSlides/notesSlide14.xml" Id="R5f0b69a2c06b48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9275f1e84b24" /><Relationship Type="http://schemas.openxmlformats.org/officeDocument/2006/relationships/notesSlide" Target="/ppt/notesSlides/notesSlide15.xml" Id="R71e89fac6f8b44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fb4a349124404" /><Relationship Type="http://schemas.openxmlformats.org/officeDocument/2006/relationships/notesSlide" Target="/ppt/notesSlides/notesSlide16.xml" Id="Rd4c869795d1842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58a1aeb6942de" /><Relationship Type="http://schemas.openxmlformats.org/officeDocument/2006/relationships/notesSlide" Target="/ppt/notesSlides/notesSlide17.xml" Id="Ra2f495e037e940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2c6b6c1444138" /><Relationship Type="http://schemas.openxmlformats.org/officeDocument/2006/relationships/image" Target="/ppt/media/image11.png" Id="R2cf166d7dd074025" /><Relationship Type="http://schemas.openxmlformats.org/officeDocument/2006/relationships/notesSlide" Target="/ppt/notesSlides/notesSlide18.xml" Id="Rcd28b4783e5a41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c6b8a251440a" /><Relationship Type="http://schemas.openxmlformats.org/officeDocument/2006/relationships/image" Target="/ppt/media/image12.png" Id="R296f9434c8e5409a" /><Relationship Type="http://schemas.openxmlformats.org/officeDocument/2006/relationships/image" Target="/ppt/media/image13.png" Id="Rba591f822fdd4919" /><Relationship Type="http://schemas.openxmlformats.org/officeDocument/2006/relationships/notesSlide" Target="/ppt/notesSlides/notesSlide19.xml" Id="Rdeda5c0de4164c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6ddbc824c43f3" /><Relationship Type="http://schemas.openxmlformats.org/officeDocument/2006/relationships/notesSlide" Target="/ppt/notesSlides/notesSlide20.xml" Id="Rad4d64cc10d947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01cc0b664af3" /><Relationship Type="http://schemas.openxmlformats.org/officeDocument/2006/relationships/notesSlide" Target="/ppt/notesSlides/notesSlide21.xml" Id="R26304c7d8ebf43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0463bc32f40b3" /><Relationship Type="http://schemas.openxmlformats.org/officeDocument/2006/relationships/notesSlide" Target="/ppt/notesSlides/notesSlide22.xml" Id="R3f33a6e64f0a414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978B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C3A56876-0918-4358-A1F9-B71A1C9B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Python解析解与LTspice RAW重合，数值实现具有可复现性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03085-ECCD-4BF1-9FFA-6F453B6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FC784-3E28-4216-8522-B791897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BB32A-F59E-4719-AC2D-466114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812E6-7043-42EC-B2C2-20A00C0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2f8898501403c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F6842-BB13-4E1F-85E3-C76A945F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100 001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8A5C8-8E98-4C38-A7A7-776EE40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频率点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FD87F-30D6-461C-93ED-F87667F5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47E3F-E2CA-4966-ADE9-D9A5DBC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15F4B-8815-4CD3-813E-C35982ED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83935-4EB3-4842-8123-6CF458B3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串联谐振频率误差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281aadf4a44d4"/>
          <a:stretch xmlns:a="http://schemas.openxmlformats.org/drawingml/2006/main"/>
        </p:blipFill>
        <p:spPr>
          <a:xfrm xmlns:a="http://schemas.openxmlformats.org/drawingml/2006/main">
            <a:off x="8839200" y="4214214"/>
            <a:ext cx="2381250" cy="1096572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4921C-F51C-48BD-8E14-43E53B1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实现一致性 ≠ 参数真实性</a:t>
            </a:r>
          </a:p>
        </p:txBody>
      </p:sp>
    </p:spTree>
    <p:extLst>
      <p:ext uri="{BB962C8B-B14F-4D97-AF65-F5344CB8AC3E}">
        <p14:creationId xmlns:p14="http://schemas.microsoft.com/office/powerpoint/2010/main" val="576364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06b6347094dab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c30bffef54eeb"/>
          <a:srcRect xmlns:a="http://schemas.openxmlformats.org/drawingml/2006/main" l="1961" t="0" r="1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3333750" cy="2428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81450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 ≈ 106.726 μH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8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76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7c55082804f8e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110deb1bd4243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753edcbc4191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8f6eaf18e46a4"/>
          <a:srcRect xmlns:a="http://schemas.openxmlformats.org/drawingml/2006/main" l="0" t="12596" r="0" b="12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108204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kHz步长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101点，151.5 ms代理时间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4023f95d14c0e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固定频率在谐振漂移段失去功率，自适应策略可重新定位峰值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76f42aef84f9a"/>
          <a:srcRect xmlns:a="http://schemas.openxmlformats.org/drawingml/2006/main" l="0" t="11932" r="0" b="11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238250"/>
            <a:ext cx="8382000" cy="495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固定0.9 MHz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漂移段不能恢复峰值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978B8"/>
                </a:solidFill>
              </a:defRPr>
            </a:pPr>
            <a:r>
              <a:rPr sz="1575" b="1">
                <a:solidFill>
                  <a:srgbClr val="3978B8"/>
                </a:solidFill>
              </a:rPr>
              <a:t>周期扫频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194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重新定位后稳定捕获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54343"/>
                </a:solidFill>
              </a:defRPr>
            </a:pPr>
            <a:r>
              <a:rPr sz="1575" b="1">
                <a:solidFill>
                  <a:srgbClr val="B54343"/>
                </a:solidFill>
              </a:rPr>
              <a:t>扫描辅助P&amp;O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可到达稳态，但确认恢复较慢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29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三种策略经历完全相同的8段绝对时间扰动序列</a:t>
            </a:r>
          </a:p>
        </p:txBody>
      </p:sp>
    </p:spTree>
    <p:extLst>
      <p:ext uri="{BB962C8B-B14F-4D97-AF65-F5344CB8AC3E}">
        <p14:creationId xmlns:p14="http://schemas.microsoft.com/office/powerpoint/2010/main" val="13897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0ab4c12dbd4f5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166d7dd074025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f9434c8e5409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91f822fdd4919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2026-08-24T05:52:36.5430000Z</dcterms:created>
  <dcterms:modified xsi:type="dcterms:W3CDTF">2026-08-24T05:52:36.5430000Z</dcterms:modified>
</coreProperties>
</file>