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3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8" r:id="rId24"/>
    <p:sldId id="279" r:id="rId25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69" r:id="rId15"/>
    <p:sldId id="270" r:id="rId16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77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sz="1350" b="1">
                <a:solidFill>
                  <a:srgbClr val="18324D"/>
                </a:solidFill>
              </a:rPr>
              <a:t>匹配后输入阻抗幅值（匹配前量级见右表）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理想匹配</c:v>
          </c:tx>
          <c:spPr>
            <a:ln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29.933295696028306</c:v>
              </c:pt>
              <c:pt idx="1">
                <c:v>29.860852694883462</c:v>
              </c:pt>
              <c:pt idx="2">
                <c:v>29.788396093716202</c:v>
              </c:pt>
              <c:pt idx="3">
                <c:v>29.715925759507005</c:v>
              </c:pt>
              <c:pt idx="4">
                <c:v>29.643441557908684</c:v>
              </c:pt>
              <c:pt idx="5">
                <c:v>29.57094335323109</c:v>
              </c:pt>
              <c:pt idx="6">
                <c:v>29.498431008421854</c:v>
              </c:pt>
              <c:pt idx="7">
                <c:v>29.425904385052394</c:v>
              </c:pt>
              <c:pt idx="8">
                <c:v>29.353363343297669</c:v>
              </c:pt>
              <c:pt idx="9">
                <c:v>29.280807741919794</c:v>
              </c:pt>
              <c:pt idx="10">
                <c:v>29.208237438250539</c:v>
              </c:pt>
              <c:pt idx="11">
                <c:v>29.135652288171368</c:v>
              </c:pt>
              <c:pt idx="12">
                <c:v>29.063052146096812</c:v>
              </c:pt>
              <c:pt idx="13">
                <c:v>28.9904368649545</c:v>
              </c:pt>
              <c:pt idx="14">
                <c:v>28.917806296166596</c:v>
              </c:pt>
              <c:pt idx="15">
                <c:v>28.845160289629906</c:v>
              </c:pt>
              <c:pt idx="16">
                <c:v>28.77249869369675</c:v>
              </c:pt>
              <c:pt idx="17">
                <c:v>28.699821355154739</c:v>
              </c:pt>
              <c:pt idx="18">
                <c:v>28.62712811920662</c:v>
              </c:pt>
              <c:pt idx="19">
                <c:v>28.554418829449308</c:v>
              </c:pt>
              <c:pt idx="20">
                <c:v>28.481693327852923</c:v>
              </c:pt>
              <c:pt idx="21">
                <c:v>28.408951454740205</c:v>
              </c:pt>
              <c:pt idx="22">
                <c:v>28.336193048764194</c:v>
              </c:pt>
              <c:pt idx="23">
                <c:v>28.263417946887031</c:v>
              </c:pt>
              <c:pt idx="24">
                <c:v>28.190625984356224</c:v>
              </c:pt>
              <c:pt idx="25">
                <c:v>28.117816994684087</c:v>
              </c:pt>
              <c:pt idx="26">
                <c:v>28.044990809622533</c:v>
              </c:pt>
              <c:pt idx="27">
                <c:v>27.972147259141892</c:v>
              </c:pt>
              <c:pt idx="28">
                <c:v>27.899286171404963</c:v>
              </c:pt>
              <c:pt idx="29">
                <c:v>27.826407372745273</c:v>
              </c:pt>
              <c:pt idx="30">
                <c:v>27.753510687640166</c:v>
              </c:pt>
              <c:pt idx="31">
                <c:v>27.680595938688107</c:v>
              </c:pt>
              <c:pt idx="32">
                <c:v>27.607662946581275</c:v>
              </c:pt>
              <c:pt idx="33">
                <c:v>27.534711530081292</c:v>
              </c:pt>
              <c:pt idx="34">
                <c:v>27.461741505993572</c:v>
              </c:pt>
              <c:pt idx="35">
                <c:v>27.388752689138563</c:v>
              </c:pt>
              <c:pt idx="36">
                <c:v>27.315744892326752</c:v>
              </c:pt>
              <c:pt idx="37">
                <c:v>27.242717926330929</c:v>
              </c:pt>
              <c:pt idx="38">
                <c:v>27.169671599857288</c:v>
              </c:pt>
              <c:pt idx="39">
                <c:v>27.096605719518422</c:v>
              </c:pt>
              <c:pt idx="40">
                <c:v>27.023520089803259</c:v>
              </c:pt>
              <c:pt idx="41">
                <c:v>26.950414513049473</c:v>
              </c:pt>
              <c:pt idx="42">
                <c:v>26.877288789411395</c:v>
              </c:pt>
              <c:pt idx="43">
                <c:v>26.804142716831681</c:v>
              </c:pt>
              <c:pt idx="44">
                <c:v>26.730976091010344</c:v>
              </c:pt>
              <c:pt idx="45">
                <c:v>26.657788705372532</c:v>
              </c:pt>
              <c:pt idx="46">
                <c:v>26.584580351037275</c:v>
              </c:pt>
              <c:pt idx="47">
                <c:v>26.511350816785143</c:v>
              </c:pt>
              <c:pt idx="48">
                <c:v>26.438099889025462</c:v>
              </c:pt>
              <c:pt idx="49">
                <c:v>26.364827351763619</c:v>
              </c:pt>
              <c:pt idx="50">
                <c:v>26.291532986564743</c:v>
              </c:pt>
              <c:pt idx="51">
                <c:v>26.218216572521712</c:v>
              </c:pt>
              <c:pt idx="52">
                <c:v>26.144877886218627</c:v>
              </c:pt>
              <c:pt idx="53">
                <c:v>26.071516701695721</c:v>
              </c:pt>
              <c:pt idx="54">
                <c:v>25.998132790412111</c:v>
              </c:pt>
              <c:pt idx="55">
                <c:v>25.92472592120966</c:v>
              </c:pt>
              <c:pt idx="56">
                <c:v>25.851295860274835</c:v>
              </c:pt>
              <c:pt idx="57">
                <c:v>25.777842371100974</c:v>
              </c:pt>
              <c:pt idx="58">
                <c:v>25.704365214448892</c:v>
              </c:pt>
              <c:pt idx="59">
                <c:v>25.63086414830704</c:v>
              </c:pt>
              <c:pt idx="60">
                <c:v>25.55733892785171</c:v>
              </c:pt>
              <c:pt idx="61">
                <c:v>25.483789305406098</c:v>
              </c:pt>
              <c:pt idx="62">
                <c:v>25.410215030398128</c:v>
              </c:pt>
              <c:pt idx="63">
                <c:v>25.336615849317937</c:v>
              </c:pt>
              <c:pt idx="64">
                <c:v>25.262991505675657</c:v>
              </c:pt>
              <c:pt idx="65">
                <c:v>25.189341739955626</c:v>
              </c:pt>
              <c:pt idx="66">
                <c:v>25.115666289573461</c:v>
              </c:pt>
              <c:pt idx="67">
                <c:v>25.041964888829863</c:v>
              </c:pt>
              <c:pt idx="68">
                <c:v>24.968237268863454</c:v>
              </c:pt>
              <c:pt idx="69">
                <c:v>24.894483157605357</c:v>
              </c:pt>
              <c:pt idx="70">
                <c:v>24.820702279728884</c:v>
              </c:pt>
              <c:pt idx="71">
                <c:v>24.74689435660304</c:v>
              </c:pt>
              <c:pt idx="72">
                <c:v>24.67305910624043</c:v>
              </c:pt>
              <c:pt idx="73">
                <c:v>24.599196243248773</c:v>
              </c:pt>
              <c:pt idx="74">
                <c:v>24.525305478777817</c:v>
              </c:pt>
              <c:pt idx="75">
                <c:v>24.451386520466759</c:v>
              </c:pt>
              <c:pt idx="76">
                <c:v>24.377439072392342</c:v>
              </c:pt>
              <c:pt idx="77">
                <c:v>24.30346283501239</c:v>
              </c:pt>
              <c:pt idx="78">
                <c:v>24.229457505111821</c:v>
              </c:pt>
              <c:pt idx="79">
                <c:v>24.155422775745279</c:v>
              </c:pt>
              <c:pt idx="80">
                <c:v>24.08135833617979</c:v>
              </c:pt>
              <c:pt idx="81">
                <c:v>24.007263871836486</c:v>
              </c:pt>
              <c:pt idx="82">
                <c:v>23.933139064231469</c:v>
              </c:pt>
              <c:pt idx="83">
                <c:v>23.858983590912491</c:v>
              </c:pt>
              <c:pt idx="84">
                <c:v>23.784797125400846</c:v>
              </c:pt>
              <c:pt idx="85">
                <c:v>23.710579337124678</c:v>
              </c:pt>
              <c:pt idx="86">
                <c:v>23.636329891356915</c:v>
              </c:pt>
              <c:pt idx="87">
                <c:v>23.562048449149099</c:v>
              </c:pt>
              <c:pt idx="88">
                <c:v>23.487734667265027</c:v>
              </c:pt>
              <c:pt idx="89">
                <c:v>23.413388198111853</c:v>
              </c:pt>
              <c:pt idx="90">
                <c:v>23.339008689671562</c:v>
              </c:pt>
              <c:pt idx="91">
                <c:v>23.264595785430654</c:v>
              </c:pt>
              <c:pt idx="92">
                <c:v>23.190149124306782</c:v>
              </c:pt>
              <c:pt idx="93">
                <c:v>23.115668340576899</c:v>
              </c:pt>
              <c:pt idx="94">
                <c:v>23.041153063802096</c:v>
              </c:pt>
              <c:pt idx="95">
                <c:v>22.966602918750795</c:v>
              </c:pt>
              <c:pt idx="96">
                <c:v>22.892017525322363</c:v>
              </c:pt>
              <c:pt idx="97">
                <c:v>22.81739649846557</c:v>
              </c:pt>
              <c:pt idx="98">
                <c:v>22.742739448100945</c:v>
              </c:pt>
              <c:pt idx="99">
                <c:v>22.668045979035963</c:v>
              </c:pt>
              <c:pt idx="100">
                <c:v>22.593315690882168</c:v>
              </c:pt>
              <c:pt idx="101">
                <c:v>22.518548177969979</c:v>
              </c:pt>
              <c:pt idx="102">
                <c:v>22.443743029260094</c:v>
              </c:pt>
              <c:pt idx="103">
                <c:v>22.368899828255749</c:v>
              </c:pt>
              <c:pt idx="104">
                <c:v>22.294018152911761</c:v>
              </c:pt>
              <c:pt idx="105">
                <c:v>22.219097575541252</c:v>
              </c:pt>
              <c:pt idx="106">
                <c:v>22.144137662721743</c:v>
              </c:pt>
              <c:pt idx="107">
                <c:v>22.069137975198661</c:v>
              </c:pt>
              <c:pt idx="108">
                <c:v>21.994098067787082</c:v>
              </c:pt>
              <c:pt idx="109">
                <c:v>21.919017489272175</c:v>
              </c:pt>
              <c:pt idx="110">
                <c:v>21.843895782305029</c:v>
              </c:pt>
              <c:pt idx="111">
                <c:v>21.768732483300781</c:v>
              </c:pt>
              <c:pt idx="112">
                <c:v>21.693527122329861</c:v>
              </c:pt>
              <c:pt idx="113">
                <c:v>21.618279223010415</c:v>
              </c:pt>
              <c:pt idx="114">
                <c:v>21.542988302398079</c:v>
              </c:pt>
              <c:pt idx="115">
                <c:v>21.467653870871171</c:v>
              </c:pt>
              <c:pt idx="116">
                <c:v>21.392275432016152</c:v>
              </c:pt>
              <c:pt idx="117">
                <c:v>21.316852482509351</c:v>
              </c:pt>
              <c:pt idx="118">
                <c:v>21.241384511996994</c:v>
              </c:pt>
              <c:pt idx="119">
                <c:v>21.165871002971816</c:v>
              </c:pt>
              <c:pt idx="120">
                <c:v>21.090311430647315</c:v>
              </c:pt>
              <c:pt idx="121">
                <c:v>21.014705262831399</c:v>
              </c:pt>
              <c:pt idx="122">
                <c:v>20.939051959792739</c:v>
              </c:pt>
              <c:pt idx="123">
                <c:v>20.863350974129474</c:v>
              </c:pt>
              <c:pt idx="124">
                <c:v>20.78760175063206</c:v>
              </c:pt>
              <c:pt idx="125">
                <c:v>20.711803726143032</c:v>
              </c:pt>
              <c:pt idx="126">
                <c:v>20.635956329416501</c:v>
              </c:pt>
              <c:pt idx="127">
                <c:v>20.56005898097121</c:v>
              </c:pt>
              <c:pt idx="128">
                <c:v>20.484111092942832</c:v>
              </c:pt>
              <c:pt idx="129">
                <c:v>20.408112068931981</c:v>
              </c:pt>
              <c:pt idx="130">
                <c:v>20.332061303849162</c:v>
              </c:pt>
              <c:pt idx="131">
                <c:v>20.255958183756483</c:v>
              </c:pt>
              <c:pt idx="132">
                <c:v>20.17980208570583</c:v>
              </c:pt>
              <c:pt idx="133">
                <c:v>20.10359237757379</c:v>
              </c:pt>
              <c:pt idx="134">
                <c:v>20.027328417892249</c:v>
              </c:pt>
              <c:pt idx="135">
                <c:v>19.951009555675167</c:v>
              </c:pt>
              <c:pt idx="136">
                <c:v>19.874635130243416</c:v>
              </c:pt>
              <c:pt idx="137">
                <c:v>19.798204471042869</c:v>
              </c:pt>
              <c:pt idx="138">
                <c:v>19.72171689746104</c:v>
              </c:pt>
              <c:pt idx="139">
                <c:v>19.645171718637613</c:v>
              </c:pt>
              <c:pt idx="140">
                <c:v>19.568568233271556</c:v>
              </c:pt>
              <c:pt idx="141">
                <c:v>19.491905729425028</c:v>
              </c:pt>
              <c:pt idx="142">
                <c:v>19.415183484320206</c:v>
              </c:pt>
              <c:pt idx="143">
                <c:v>19.338400764133727</c:v>
              </c:pt>
              <c:pt idx="144">
                <c:v>19.261556823786393</c:v>
              </c:pt>
              <c:pt idx="145">
                <c:v>19.184650906726151</c:v>
              </c:pt>
              <c:pt idx="146">
                <c:v>19.107682244707959</c:v>
              </c:pt>
              <c:pt idx="147">
                <c:v>19.030650057568188</c:v>
              </c:pt>
              <c:pt idx="148">
                <c:v>18.953553552993959</c:v>
              </c:pt>
              <c:pt idx="149">
                <c:v>18.876391926285276</c:v>
              </c:pt>
              <c:pt idx="150">
                <c:v>18.799164360114858</c:v>
              </c:pt>
              <c:pt idx="151">
                <c:v>18.721870024279529</c:v>
              </c:pt>
              <c:pt idx="152">
                <c:v>18.644508075447405</c:v>
              </c:pt>
              <c:pt idx="153">
                <c:v>18.567077656898292</c:v>
              </c:pt>
              <c:pt idx="154">
                <c:v>18.489577898259011</c:v>
              </c:pt>
              <c:pt idx="155">
                <c:v>18.41200791523098</c:v>
              </c:pt>
              <c:pt idx="156">
                <c:v>18.334366809311671</c:v>
              </c:pt>
              <c:pt idx="157">
                <c:v>18.2566536675116</c:v>
              </c:pt>
              <c:pt idx="158">
                <c:v>18.178867562060439</c:v>
              </c:pt>
              <c:pt idx="159">
                <c:v>18.101007550110435</c:v>
              </c:pt>
              <c:pt idx="160">
                <c:v>18.023072673429354</c:v>
              </c:pt>
              <c:pt idx="161">
                <c:v>17.945061958087646</c:v>
              </c:pt>
              <c:pt idx="162">
                <c:v>17.866974414137179</c:v>
              </c:pt>
              <c:pt idx="163">
                <c:v>17.788809035283723</c:v>
              </c:pt>
              <c:pt idx="164">
                <c:v>17.71056479854872</c:v>
              </c:pt>
              <c:pt idx="165">
                <c:v>17.632240663925501</c:v>
              </c:pt>
              <c:pt idx="166">
                <c:v>17.553835574025356</c:v>
              </c:pt>
              <c:pt idx="167">
                <c:v>17.475348453714439</c:v>
              </c:pt>
              <c:pt idx="168">
                <c:v>17.396778209744589</c:v>
              </c:pt>
              <c:pt idx="169">
                <c:v>17.318123730370466</c:v>
              </c:pt>
              <c:pt idx="170">
                <c:v>17.239383884960844</c:v>
              </c:pt>
              <c:pt idx="171">
                <c:v>17.160557523598214</c:v>
              </c:pt>
              <c:pt idx="172">
                <c:v>17.081643476669633</c:v>
              </c:pt>
              <c:pt idx="173">
                <c:v>17.002640554444763</c:v>
              </c:pt>
              <c:pt idx="174">
                <c:v>16.923547546646443</c:v>
              </c:pt>
              <c:pt idx="175">
                <c:v>16.844363222008447</c:v>
              </c:pt>
              <c:pt idx="176">
                <c:v>16.765086327820651</c:v>
              </c:pt>
              <c:pt idx="177">
                <c:v>16.685715589466295</c:v>
              </c:pt>
              <c:pt idx="178">
                <c:v>16.606249709942595</c:v>
              </c:pt>
              <c:pt idx="179">
                <c:v>16.52668736937343</c:v>
              </c:pt>
              <c:pt idx="180">
                <c:v>16.447027224506162</c:v>
              </c:pt>
              <c:pt idx="181">
                <c:v>16.367267908196453</c:v>
              </c:pt>
              <c:pt idx="182">
                <c:v>16.28740802887992</c:v>
              </c:pt>
              <c:pt idx="183">
                <c:v>16.207446170028927</c:v>
              </c:pt>
              <c:pt idx="184">
                <c:v>16.127380889596868</c:v>
              </c:pt>
              <c:pt idx="185">
                <c:v>16.047210719445253</c:v>
              </c:pt>
              <c:pt idx="186">
                <c:v>15.966934164756944</c:v>
              </c:pt>
              <c:pt idx="187">
                <c:v>15.886549703434261</c:v>
              </c:pt>
              <c:pt idx="188">
                <c:v>15.806055785480236</c:v>
              </c:pt>
              <c:pt idx="189">
                <c:v>15.725450832362784</c:v>
              </c:pt>
              <c:pt idx="190">
                <c:v>15.644733236362001</c:v>
              </c:pt>
              <c:pt idx="191">
                <c:v>15.563901359900697</c:v>
              </c:pt>
              <c:pt idx="192">
                <c:v>15.482953534855501</c:v>
              </c:pt>
              <c:pt idx="193">
                <c:v>15.401888061850039</c:v>
              </c:pt>
              <c:pt idx="194">
                <c:v>15.320703209528212</c:v>
              </c:pt>
              <c:pt idx="195">
                <c:v>15.239397213807257</c:v>
              </c:pt>
              <c:pt idx="196">
                <c:v>15.157968277111454</c:v>
              </c:pt>
              <c:pt idx="197">
                <c:v>15.076414567582709</c:v>
              </c:pt>
              <c:pt idx="198">
                <c:v>14.994734218271175</c:v>
              </c:pt>
              <c:pt idx="199">
                <c:v>14.912925326301584</c:v>
              </c:pt>
              <c:pt idx="200">
                <c:v>14.83098595201716</c:v>
              </c:pt>
              <c:pt idx="201">
                <c:v>14.748914118100258</c:v>
              </c:pt>
              <c:pt idx="202">
                <c:v>14.666707808666137</c:v>
              </c:pt>
              <c:pt idx="203">
                <c:v>14.584364968331736</c:v>
              </c:pt>
              <c:pt idx="204">
                <c:v>14.501883501260721</c:v>
              </c:pt>
              <c:pt idx="205">
                <c:v>14.419261270176488</c:v>
              </c:pt>
              <c:pt idx="206">
                <c:v>14.33649609535126</c:v>
              </c:pt>
              <c:pt idx="207">
                <c:v>14.253585753564515</c:v>
              </c:pt>
              <c:pt idx="208">
                <c:v>14.170527977030465</c:v>
              </c:pt>
              <c:pt idx="209">
                <c:v>14.08732045229611</c:v>
              </c:pt>
              <c:pt idx="210">
                <c:v>14.003960819106188</c:v>
              </c:pt>
              <c:pt idx="211">
                <c:v>13.920446669236943</c:v>
              </c:pt>
              <c:pt idx="212">
                <c:v>13.836775545293653</c:v>
              </c:pt>
              <c:pt idx="213">
                <c:v>13.752944939474483</c:v>
              </c:pt>
              <c:pt idx="214">
                <c:v>13.668952292298387</c:v>
              </c:pt>
              <c:pt idx="215">
                <c:v>13.584794991292831</c:v>
              </c:pt>
              <c:pt idx="216">
                <c:v>13.500470369647452</c:v>
              </c:pt>
              <c:pt idx="217">
                <c:v>13.415975704823186</c:v>
              </c:pt>
              <c:pt idx="218">
                <c:v>13.331308217124299</c:v>
              </c:pt>
              <c:pt idx="219">
                <c:v>13.246465068224575</c:v>
              </c:pt>
              <c:pt idx="220">
                <c:v>13.161443359651139</c:v>
              </c:pt>
              <c:pt idx="221">
                <c:v>13.076240131223972</c:v>
              </c:pt>
              <c:pt idx="222">
                <c:v>12.990852359446656</c:v>
              </c:pt>
              <c:pt idx="223">
                <c:v>12.905276955850146</c:v>
              </c:pt>
              <c:pt idx="224">
                <c:v>12.819510765286878</c:v>
              </c:pt>
              <c:pt idx="225">
                <c:v>12.733550564172756</c:v>
              </c:pt>
              <c:pt idx="226">
                <c:v>12.647393058676416</c:v>
              </c:pt>
              <c:pt idx="227">
                <c:v>12.561034882854939</c:v>
              </c:pt>
              <c:pt idx="228">
                <c:v>12.474472596731125</c:v>
              </c:pt>
              <c:pt idx="229">
                <c:v>12.387702684314178</c:v>
              </c:pt>
              <c:pt idx="230">
                <c:v>12.300721551559917</c:v>
              </c:pt>
              <c:pt idx="231">
                <c:v>12.213525524269874</c:v>
              </c:pt>
              <c:pt idx="232">
                <c:v>12.126110845925963</c:v>
              </c:pt>
              <c:pt idx="233">
                <c:v>12.0384736754585</c:v>
              </c:pt>
              <c:pt idx="234">
                <c:v>11.950610084949915</c:v>
              </c:pt>
              <c:pt idx="235">
                <c:v>11.862516057265363</c:v>
              </c:pt>
              <c:pt idx="236">
                <c:v>11.774187483614316</c:v>
              </c:pt>
              <c:pt idx="237">
                <c:v>11.6856201610374</c:v>
              </c:pt>
              <c:pt idx="238">
                <c:v>11.596809789816703</c:v>
              </c:pt>
              <c:pt idx="239">
                <c:v>11.507751970810604</c:v>
              </c:pt>
              <c:pt idx="240">
                <c:v>11.418442202706975</c:v>
              </c:pt>
              <c:pt idx="241">
                <c:v>11.328875879194843</c:v>
              </c:pt>
              <c:pt idx="242">
                <c:v>11.239048286052126</c:v>
              </c:pt>
              <c:pt idx="243">
                <c:v>11.148954598147622</c:v>
              </c:pt>
              <c:pt idx="244">
                <c:v>11.05858987635489</c:v>
              </c:pt>
              <c:pt idx="245">
                <c:v>10.967949064374954</c:v>
              </c:pt>
              <c:pt idx="246">
                <c:v>10.877026985468992</c:v>
              </c:pt>
              <c:pt idx="247">
                <c:v>10.78581833909724</c:v>
              </c:pt>
              <c:pt idx="248">
                <c:v>10.694317697460329</c:v>
              </c:pt>
              <c:pt idx="249">
                <c:v>10.602519501946034</c:v>
              </c:pt>
              <c:pt idx="250">
                <c:v>10.510418059478456</c:v>
              </c:pt>
              <c:pt idx="251">
                <c:v>10.418007538765149</c:v>
              </c:pt>
              <c:pt idx="252">
                <c:v>10.325281966447399</c:v>
              </c:pt>
              <c:pt idx="253">
                <c:v>10.232235223148072</c:v>
              </c:pt>
              <c:pt idx="254">
                <c:v>10.138861039420368</c:v>
              </c:pt>
              <c:pt idx="255">
                <c:v>10.045152991593142</c:v>
              </c:pt>
              <c:pt idx="256">
                <c:v>9.951104497522179</c:v>
              </c:pt>
              <c:pt idx="257">
                <c:v>9.8567088122386579</c:v>
              </c:pt>
              <c:pt idx="258">
                <c:v>9.7619590235044953</c:v>
              </c:pt>
              <c:pt idx="259">
                <c:v>9.666848047273735</c:v>
              </c:pt>
              <c:pt idx="260">
                <c:v>9.5713686230662702</c:v>
              </c:pt>
              <c:pt idx="261">
                <c:v>9.4755133092597337</c:v>
              </c:pt>
              <c:pt idx="262">
                <c:v>9.37927447829931</c:v>
              </c:pt>
              <c:pt idx="263">
                <c:v>9.2826443118451891</c:v>
              </c:pt>
              <c:pt idx="264">
                <c:v>9.1856147958566812</c:v>
              </c:pt>
              <c:pt idx="265">
                <c:v>9.0881777156301755</c:v>
              </c:pt>
              <c:pt idx="266">
                <c:v>8.9903246508054764</c:v>
              </c:pt>
              <c:pt idx="267">
                <c:v>8.8920469703558958</c:v>
              </c:pt>
              <c:pt idx="268">
                <c:v>8.7933358275812203</c:v>
              </c:pt>
              <c:pt idx="269">
                <c:v>8.6941821551318377</c:v>
              </c:pt>
              <c:pt idx="270">
                <c:v>8.5945766600885154</c:v>
              </c:pt>
              <c:pt idx="271">
                <c:v>8.4945098191317232</c:v>
              </c:pt>
              <c:pt idx="272">
                <c:v>8.3939718738421458</c:v>
              </c:pt>
              <c:pt idx="273">
                <c:v>8.2929528261750285</c:v>
              </c:pt>
              <c:pt idx="274">
                <c:v>8.1914424341639123</c:v>
              </c:pt>
              <c:pt idx="275">
                <c:v>8.0894302079160578</c:v>
              </c:pt>
              <c:pt idx="276">
                <c:v>7.9869054059734763</c:v>
              </c:pt>
              <c:pt idx="277">
                <c:v>7.8838570321263468</c:v>
              </c:pt>
              <c:pt idx="278">
                <c:v>7.7802738327747907</c:v>
              </c:pt>
              <c:pt idx="279">
                <c:v>7.6761442949636196</c:v>
              </c:pt>
              <c:pt idx="280">
                <c:v>7.5714566452194756</c:v>
              </c:pt>
              <c:pt idx="281">
                <c:v>7.4661988493569877</c:v>
              </c:pt>
              <c:pt idx="282">
                <c:v>7.360358613437735</c:v>
              </c:pt>
              <c:pt idx="283">
                <c:v>7.2539233861028061</c:v>
              </c:pt>
              <c:pt idx="284">
                <c:v>7.1468803625369928</c:v>
              </c:pt>
              <c:pt idx="285">
                <c:v>7.0392164903690881</c:v>
              </c:pt>
              <c:pt idx="286">
                <c:v>6.9309184778593167</c:v>
              </c:pt>
              <c:pt idx="287">
                <c:v>6.8219728047990094</c:v>
              </c:pt>
              <c:pt idx="288">
                <c:v>6.7123657366079241</c:v>
              </c:pt>
              <c:pt idx="289">
                <c:v>6.6020833422242244</c:v>
              </c:pt>
              <c:pt idx="290">
                <c:v>6.4911115164644304</c:v>
              </c:pt>
              <c:pt idx="291">
                <c:v>6.3794360076857108</c:v>
              </c:pt>
              <c:pt idx="292">
                <c:v>6.2670424517118954</c:v>
              </c:pt>
              <c:pt idx="293">
                <c:v>6.1539164131920137</c:v>
              </c:pt>
              <c:pt idx="294">
                <c:v>6.0400434357752708</c:v>
              </c:pt>
              <c:pt idx="295">
                <c:v>5.9254091027626785</c:v>
              </c:pt>
              <c:pt idx="296">
                <c:v>5.8099991102272579</c:v>
              </c:pt>
              <c:pt idx="297">
                <c:v>5.6937993550162052</c:v>
              </c:pt>
              <c:pt idx="298">
                <c:v>5.5767960405304375</c:v>
              </c:pt>
              <c:pt idx="299">
                <c:v>5.4589758038146785</c:v>
              </c:pt>
              <c:pt idx="300">
                <c:v>5.3403258682501438</c:v>
              </c:pt>
              <c:pt idx="301">
                <c:v>5.220834227090978</c:v>
              </c:pt>
              <c:pt idx="302">
                <c:v>5.1004898642824275</c:v>
              </c:pt>
              <c:pt idx="303">
                <c:v>4.9792830204828649</c:v>
              </c:pt>
              <c:pt idx="304">
                <c:v>4.8572055141006718</c:v>
              </c:pt>
              <c:pt idx="305">
                <c:v>4.7342511295197438</c:v>
              </c:pt>
              <c:pt idx="306">
                <c:v>4.6104160877348335</c:v>
              </c:pt>
              <c:pt idx="307">
                <c:v>4.4856996184673221</c:v>
              </c:pt>
              <c:pt idx="308">
                <c:v>4.3601046578230989</c:v>
              </c:pt>
              <c:pt idx="309">
                <c:v>4.2336387019765072</c:v>
              </c:pt>
              <c:pt idx="310">
                <c:v>4.1063148557133156</c:v>
              </c:pt>
              <c:pt idx="311">
                <c:v>3.9781531255733027</c:v>
              </c:pt>
              <c:pt idx="312">
                <c:v>3.8491820216447361</c:v>
              </c:pt>
              <c:pt idx="313">
                <c:v>3.7194405509306545</c:v>
              </c:pt>
              <c:pt idx="314">
                <c:v>3.5889807102110565</c:v>
              </c:pt>
              <c:pt idx="315">
                <c:v>3.4578706195478066</c:v>
              </c:pt>
              <c:pt idx="316">
                <c:v>3.3261984818804664</c:v>
              </c:pt>
              <c:pt idx="317">
                <c:v>3.1940776132459261</c:v>
              </c:pt>
              <c:pt idx="318">
                <c:v>3.0616528668899732</c:v>
              </c:pt>
              <c:pt idx="319">
                <c:v>2.9291088788780457</c:v>
              </c:pt>
              <c:pt idx="320">
                <c:v>2.7966806995409677</c:v>
              </c:pt>
              <c:pt idx="321">
                <c:v>2.6646675505582964</c:v>
              </c:pt>
              <c:pt idx="322">
                <c:v>2.5334506639914016</c:v>
              </c:pt>
              <c:pt idx="323">
                <c:v>2.4035164073983961</c:v>
              </c:pt>
              <c:pt idx="324">
                <c:v>2.2754861386758845</c:v>
              </c:pt>
              <c:pt idx="325">
                <c:v>2.1501543600424795</c:v>
              </c:pt>
              <c:pt idx="326">
                <c:v>2.0285365132940565</c:v>
              </c:pt>
              <c:pt idx="327">
                <c:v>1.9119266896192306</c:v>
              </c:pt>
              <c:pt idx="328">
                <c:v>1.8019627215182292</c:v>
              </c:pt>
              <c:pt idx="329">
                <c:v>1.7006901782120865</c:v>
              </c:pt>
              <c:pt idx="330">
                <c:v>1.6106061108081959</c:v>
              </c:pt>
              <c:pt idx="331">
                <c:v>1.5346478429489772</c:v>
              </c:pt>
              <c:pt idx="332">
                <c:v>1.4760770476840623</c:v>
              </c:pt>
              <c:pt idx="333">
                <c:v>1.4382111550085404</c:v>
              </c:pt>
              <c:pt idx="334">
                <c:v>1.4239980291122973</c:v>
              </c:pt>
              <c:pt idx="335">
                <c:v>1.4355238737859757</c:v>
              </c:pt>
              <c:pt idx="336">
                <c:v>1.4736370443730742</c:v>
              </c:pt>
              <c:pt idx="337">
                <c:v>1.5378628801131418</c:v>
              </c:pt>
              <c:pt idx="338">
                <c:v>1.6266434680325217</c:v>
              </c:pt>
              <c:pt idx="339">
                <c:v>1.737770293261943</c:v>
              </c:pt>
              <c:pt idx="340">
                <c:v>1.8688225948514052</c:v>
              </c:pt>
              <c:pt idx="341">
                <c:v>2.0174889658536879</c:v>
              </c:pt>
              <c:pt idx="342">
                <c:v>2.18174504737466</c:v>
              </c:pt>
              <c:pt idx="343">
                <c:v>2.3599181896335115</c:v>
              </c:pt>
              <c:pt idx="344">
                <c:v>2.5506839085092512</c:v>
              </c:pt>
              <c:pt idx="345">
                <c:v>2.7530300439850075</c:v>
              </c:pt>
              <c:pt idx="346">
                <c:v>2.9662107910801487</c:v>
              </c:pt>
              <c:pt idx="347">
                <c:v>3.1897019543804634</c:v>
              </c:pt>
              <c:pt idx="348">
                <c:v>3.4231621311377358</c:v>
              </c:pt>
              <c:pt idx="349">
                <c:v>3.6664010394737439</c:v>
              </c:pt>
              <c:pt idx="350">
                <c:v>3.9193546266135302</c:v>
              </c:pt>
              <c:pt idx="351">
                <c:v>4.1820660182067178</c:v>
              </c:pt>
              <c:pt idx="352">
                <c:v>4.4546712730810238</c:v>
              </c:pt>
              <c:pt idx="353">
                <c:v>4.7373890080221566</c:v>
              </c:pt>
              <c:pt idx="354">
                <c:v>5.030513119081836</c:v>
              </c:pt>
              <c:pt idx="355">
                <c:v>5.3344079900478434</c:v>
              </c:pt>
              <c:pt idx="356">
                <c:v>5.6495057226559009</c:v>
              </c:pt>
              <c:pt idx="357">
                <c:v>5.9763050415535597</c:v>
              </c:pt>
              <c:pt idx="358">
                <c:v>6.3153716213975102</c:v>
              </c:pt>
              <c:pt idx="359">
                <c:v>6.6673396576153641</c:v>
              </c:pt>
              <c:pt idx="360">
                <c:v>7.0329145605012586</c:v>
              </c:pt>
              <c:pt idx="361">
                <c:v>7.412876697924851</c:v>
              </c:pt>
              <c:pt idx="362">
                <c:v>7.8080861481032482</c:v>
              </c:pt>
              <c:pt idx="363">
                <c:v>8.2194884526623255</c:v>
              </c:pt>
              <c:pt idx="364">
                <c:v>8.6481213832014472</c:v>
              </c:pt>
              <c:pt idx="365">
                <c:v>9.0951227526772698</c:v>
              </c:pt>
              <c:pt idx="366">
                <c:v>9.5617393164259727</c:v>
              </c:pt>
              <c:pt idx="367">
                <c:v>10.04933681648277</c:v>
              </c:pt>
              <c:pt idx="368">
                <c:v>10.559411225845347</c:v>
              </c:pt>
              <c:pt idx="369">
                <c:v>11.093601245147857</c:v>
              </c:pt>
              <c:pt idx="370">
                <c:v>11.65370208973334</c:v>
              </c:pt>
              <c:pt idx="371">
                <c:v>12.241680576481867</c:v>
              </c:pt>
              <c:pt idx="372">
                <c:v>12.859691470750702</c:v>
              </c:pt>
              <c:pt idx="373">
                <c:v>13.510094975680149</c:v>
              </c:pt>
              <c:pt idx="374">
                <c:v>14.195475126514438</c:v>
              </c:pt>
              <c:pt idx="375">
                <c:v>14.918658673782174</c:v>
              </c:pt>
              <c:pt idx="376">
                <c:v>15.682733776325495</c:v>
              </c:pt>
              <c:pt idx="377">
                <c:v>16.491067443885218</c:v>
              </c:pt>
              <c:pt idx="378">
                <c:v>17.347320120848899</c:v>
              </c:pt>
              <c:pt idx="379">
                <c:v>18.255455022349679</c:v>
              </c:pt>
              <c:pt idx="380">
                <c:v>19.219738732160099</c:v>
              </c:pt>
              <c:pt idx="381">
                <c:v>20.244728030587371</c:v>
              </c:pt>
              <c:pt idx="382">
                <c:v>21.335235789175634</c:v>
              </c:pt>
              <c:pt idx="383">
                <c:v>22.496265861890542</c:v>
              </c:pt>
              <c:pt idx="384">
                <c:v>23.732903012302263</c:v>
              </c:pt>
              <c:pt idx="385">
                <c:v>25.050138847878724</c:v>
              </c:pt>
              <c:pt idx="386">
                <c:v>26.452608385955067</c:v>
              </c:pt>
              <c:pt idx="387">
                <c:v>27.944204417532152</c:v>
              </c:pt>
              <c:pt idx="388">
                <c:v>29.527529014024701</c:v>
              </c:pt>
              <c:pt idx="389">
                <c:v>31.203135217158092</c:v>
              </c:pt>
              <c:pt idx="390">
                <c:v>32.968511010690996</c:v>
              </c:pt>
              <c:pt idx="391">
                <c:v>34.816769021874954</c:v>
              </c:pt>
              <c:pt idx="392">
                <c:v>36.735040076409312</c:v>
              </c:pt>
              <c:pt idx="393">
                <c:v>38.702641777264851</c:v>
              </c:pt>
              <c:pt idx="394">
                <c:v>40.689220207978899</c:v>
              </c:pt>
              <c:pt idx="395">
                <c:v>42.653249076321607</c:v>
              </c:pt>
              <c:pt idx="396">
                <c:v>44.541490662674221</c:v>
              </c:pt>
              <c:pt idx="397">
                <c:v>46.290193188606175</c:v>
              </c:pt>
              <c:pt idx="398">
                <c:v>47.828764755009928</c:v>
              </c:pt>
              <c:pt idx="399">
                <c:v>49.086242369993087</c:v>
              </c:pt>
              <c:pt idx="400">
                <c:v>49.99999329248088</c:v>
              </c:pt>
              <c:pt idx="401">
                <c:v>50.524968415875726</c:v>
              </c:pt>
              <c:pt idx="402">
                <c:v>50.641042975735715</c:v>
              </c:pt>
              <c:pt idx="403">
                <c:v>50.356155127031187</c:v>
              </c:pt>
              <c:pt idx="404">
                <c:v>49.704241093332726</c:v>
              </c:pt>
              <c:pt idx="405">
                <c:v>48.738769299996058</c:v>
              </c:pt>
              <c:pt idx="406">
                <c:v>47.524020992120874</c:v>
              </c:pt>
              <c:pt idx="407">
                <c:v>46.126534234731977</c:v>
              </c:pt>
              <c:pt idx="408">
                <c:v>44.608440127828338</c:v>
              </c:pt>
              <c:pt idx="409">
                <c:v>43.023366626361984</c:v>
              </c:pt>
              <c:pt idx="410">
                <c:v>41.414720444224969</c:v>
              </c:pt>
              <c:pt idx="411">
                <c:v>39.815713291865258</c:v>
              </c:pt>
              <c:pt idx="412">
                <c:v>38.250423937132524</c:v>
              </c:pt>
              <c:pt idx="413">
                <c:v>36.735319008150036</c:v>
              </c:pt>
              <c:pt idx="414">
                <c:v>35.280848016607031</c:v>
              </c:pt>
              <c:pt idx="415">
                <c:v>33.892899537018884</c:v>
              </c:pt>
              <c:pt idx="416">
                <c:v>32.574027367601914</c:v>
              </c:pt>
              <c:pt idx="417">
                <c:v>31.324429263225689</c:v>
              </c:pt>
              <c:pt idx="418">
                <c:v>30.142698816039875</c:v>
              </c:pt>
              <c:pt idx="419">
                <c:v>29.026386337012127</c:v>
              </c:pt>
              <c:pt idx="420">
                <c:v>27.972407214447124</c:v>
              </c:pt>
              <c:pt idx="421">
                <c:v>26.977332762487737</c:v>
              </c:pt>
              <c:pt idx="422">
                <c:v>26.037592845223877</c:v>
              </c:pt>
              <c:pt idx="423">
                <c:v>25.149613560333734</c:v>
              </c:pt>
              <c:pt idx="424">
                <c:v>24.309907888127867</c:v>
              </c:pt>
              <c:pt idx="425">
                <c:v>23.515132760388351</c:v>
              </c:pt>
              <c:pt idx="426">
                <c:v>22.762122488561687</c:v>
              </c:pt>
              <c:pt idx="427">
                <c:v>22.047905799372849</c:v>
              </c:pt>
              <c:pt idx="428">
                <c:v>21.369711707204555</c:v>
              </c:pt>
              <c:pt idx="429">
                <c:v>20.724967960815579</c:v>
              </c:pt>
              <c:pt idx="430">
                <c:v>20.111294711785309</c:v>
              </c:pt>
              <c:pt idx="431">
                <c:v>19.526495261716946</c:v>
              </c:pt>
              <c:pt idx="432">
                <c:v>18.968545176525343</c:v>
              </c:pt>
              <c:pt idx="433">
                <c:v>18.435580649159586</c:v>
              </c:pt>
              <c:pt idx="434">
                <c:v>17.925886702641147</c:v>
              </c:pt>
              <c:pt idx="435">
                <c:v>17.437885620759225</c:v>
              </c:pt>
              <c:pt idx="436">
                <c:v>16.970125850085676</c:v>
              </c:pt>
              <c:pt idx="437">
                <c:v>16.52127151711041</c:v>
              </c:pt>
              <c:pt idx="438">
                <c:v>16.090092635540998</c:v>
              </c:pt>
              <c:pt idx="439">
                <c:v>15.675456032195401</c:v>
              </c:pt>
              <c:pt idx="440">
                <c:v>15.276316989090816</c:v>
              </c:pt>
              <c:pt idx="441">
                <c:v>14.891711579367769</c:v>
              </c:pt>
              <c:pt idx="442">
                <c:v>14.520749662620716</c:v>
              </c:pt>
              <c:pt idx="443">
                <c:v>14.162608498318665</c:v>
              </c:pt>
              <c:pt idx="444">
                <c:v>13.816526932849351</c:v>
              </c:pt>
              <c:pt idx="445">
                <c:v>13.481800114999164</c:v>
              </c:pt>
              <c:pt idx="446">
                <c:v>13.157774695501379</c:v>
              </c:pt>
              <c:pt idx="447">
                <c:v>12.843844468222818</c:v>
              </c:pt>
              <c:pt idx="448">
                <c:v>12.539446412984466</c:v>
              </c:pt>
              <c:pt idx="449">
                <c:v>12.244057102786648</c:v>
              </c:pt>
              <c:pt idx="450">
                <c:v>11.957189441134288</c:v>
              </c:pt>
              <c:pt idx="451">
                <c:v>11.678389697987372</c:v>
              </c:pt>
              <c:pt idx="452">
                <c:v>11.407234815685619</c:v>
              </c:pt>
              <c:pt idx="453">
                <c:v>11.143329958806673</c:v>
              </c:pt>
              <c:pt idx="454">
                <c:v>10.886306284392958</c:v>
              </c:pt>
              <c:pt idx="455">
                <c:v>10.635818911249626</c:v>
              </c:pt>
              <c:pt idx="456">
                <c:v>10.391545069119603</c:v>
              </c:pt>
              <c:pt idx="457">
                <c:v>10.153182410424556</c:v>
              </c:pt>
              <c:pt idx="458">
                <c:v>9.9204474690069322</c:v>
              </c:pt>
              <c:pt idx="459">
                <c:v>9.6930742518636368</c:v>
              </c:pt>
              <c:pt idx="460">
                <c:v>9.4708129512672858</c:v>
              </c:pt>
              <c:pt idx="461">
                <c:v>9.2534287659404697</c:v>
              </c:pt>
              <c:pt idx="462">
                <c:v>9.040700821100387</c:v>
              </c:pt>
              <c:pt idx="463">
                <c:v>8.8324211781910034</c:v>
              </c:pt>
              <c:pt idx="464">
                <c:v>8.6283939260574503</c:v>
              </c:pt>
              <c:pt idx="465">
                <c:v>8.4284343461413833</c:v>
              </c:pt>
              <c:pt idx="466">
                <c:v>8.2323681449831785</c:v>
              </c:pt>
              <c:pt idx="467">
                <c:v>8.0400307480314606</c:v>
              </c:pt>
              <c:pt idx="468">
                <c:v>7.8512666492994336</c:v>
              </c:pt>
              <c:pt idx="469">
                <c:v>7.6659288119737372</c:v>
              </c:pt>
              <c:pt idx="470">
                <c:v>7.4838781155540968</c:v>
              </c:pt>
              <c:pt idx="471">
                <c:v>7.3049828455109083</c:v>
              </c:pt>
              <c:pt idx="472">
                <c:v>7.1291182218692644</c:v>
              </c:pt>
              <c:pt idx="473">
                <c:v>6.9561659634344455</c:v>
              </c:pt>
              <c:pt idx="474">
                <c:v>6.7860138847280691</c:v>
              </c:pt>
              <c:pt idx="475">
                <c:v>6.6185555229453366</c:v>
              </c:pt>
              <c:pt idx="476">
                <c:v>6.4536897925369434</c:v>
              </c:pt>
              <c:pt idx="477">
                <c:v>6.2913206652260287</c:v>
              </c:pt>
              <c:pt idx="478">
                <c:v>6.1313568734895743</c:v>
              </c:pt>
              <c:pt idx="479">
                <c:v>5.9737116357266196</c:v>
              </c:pt>
              <c:pt idx="480">
                <c:v>5.8183024015135416</c:v>
              </c:pt>
              <c:pt idx="481">
                <c:v>5.665050615503799</c:v>
              </c:pt>
              <c:pt idx="482">
                <c:v>5.5138814986805231</c:v>
              </c:pt>
              <c:pt idx="483">
                <c:v>5.3647238458239874</c:v>
              </c:pt>
              <c:pt idx="484">
                <c:v>5.2175098381692493</c:v>
              </c:pt>
              <c:pt idx="485">
                <c:v>5.0721748703763883</c:v>
              </c:pt>
              <c:pt idx="486">
                <c:v>4.9286573910480644</c:v>
              </c:pt>
              <c:pt idx="487">
                <c:v>4.7868987561646659</c:v>
              </c:pt>
              <c:pt idx="488">
                <c:v>4.6468430949209232</c:v>
              </c:pt>
              <c:pt idx="489">
                <c:v>4.5084371875904576</c:v>
              </c:pt>
              <c:pt idx="490">
                <c:v>4.3716303551824796</c:v>
              </c:pt>
              <c:pt idx="491">
                <c:v>4.2363743607987034</c:v>
              </c:pt>
              <c:pt idx="492">
                <c:v>4.1026233227899302</c:v>
              </c:pt>
              <c:pt idx="493">
                <c:v>3.9703336399923814</c:v>
              </c:pt>
              <c:pt idx="494">
                <c:v>3.8394639295718238</c:v>
              </c:pt>
              <c:pt idx="495">
                <c:v>3.7099749782807274</c:v>
              </c:pt>
              <c:pt idx="496">
                <c:v>3.5818297082844817</c:v>
              </c:pt>
              <c:pt idx="497">
                <c:v>3.4549931591434073</c:v>
              </c:pt>
              <c:pt idx="498">
                <c:v>3.3294324880894064</c:v>
              </c:pt>
              <c:pt idx="499">
                <c:v>3.2051169914410669</c:v>
              </c:pt>
              <c:pt idx="500">
                <c:v>3.0820181509145899</c:v>
              </c:pt>
              <c:pt idx="501">
                <c:v>2.9601097097913218</c:v>
              </c:pt>
              <c:pt idx="502">
                <c:v>2.8393677855047166</c:v>
              </c:pt>
              <c:pt idx="503">
                <c:v>2.7197710273508111</c:v>
              </c:pt>
              <c:pt idx="504">
                <c:v>2.6013008309503669</c:v>
              </c:pt>
              <c:pt idx="505">
                <c:v>2.4839416250951216</c:v>
              </c:pt>
              <c:pt idx="506">
                <c:v>2.3676812521759953</c:v>
              </c:pt>
              <c:pt idx="507">
                <c:v>2.2525114712431216</c:v>
              </c:pt>
              <c:pt idx="508">
                <c:v>2.1384286239009733</c:v>
              </c:pt>
              <c:pt idx="509">
                <c:v>2.0254345193896439</c:v>
              </c:pt>
              <c:pt idx="510">
                <c:v>1.913537618850083</c:v>
              </c:pt>
              <c:pt idx="511">
                <c:v>1.8027546339602485</c:v>
              </c:pt>
              <c:pt idx="512">
                <c:v>1.6931127083373398</c:v>
              </c:pt>
              <c:pt idx="513">
                <c:v>1.5846524319578412</c:v>
              </c:pt>
              <c:pt idx="514">
                <c:v>1.4774320669958991</c:v>
              </c:pt>
              <c:pt idx="515">
                <c:v>1.3715335679182579</c:v>
              </c:pt>
              <c:pt idx="516">
                <c:v>1.2670713109451359</c:v>
              </c:pt>
              <c:pt idx="517">
                <c:v>1.164204998086189</c:v>
              </c:pt>
              <c:pt idx="518">
                <c:v>1.0631591267668632</c:v>
              </c:pt>
              <c:pt idx="519">
                <c:v>0.96425299268901599</c:v>
              </c:pt>
              <c:pt idx="520">
                <c:v>0.86794788208512175</c:v>
              </c:pt>
              <c:pt idx="521">
                <c:v>0.77492259303211219</c:v>
              </c:pt>
              <c:pt idx="522">
                <c:v>0.68619531656769817</c:v>
              </c:pt>
              <c:pt idx="523">
                <c:v>0.60331786691189437</c:v>
              </c:pt>
              <c:pt idx="524">
                <c:v>0.52866608930514658</c:v>
              </c:pt>
              <c:pt idx="525">
                <c:v>0.46579234532195185</c:v>
              </c:pt>
              <c:pt idx="526">
                <c:v>0.41957477227456558</c:v>
              </c:pt>
              <c:pt idx="527">
                <c:v>0.39543563152109468</c:v>
              </c:pt>
              <c:pt idx="528">
                <c:v>0.39698182567558138</c:v>
              </c:pt>
              <c:pt idx="529">
                <c:v>0.42353757983557028</c:v>
              </c:pt>
              <c:pt idx="530">
                <c:v>0.47054768055504703</c:v>
              </c:pt>
              <c:pt idx="531">
                <c:v>0.53233097659341444</c:v>
              </c:pt>
              <c:pt idx="532">
                <c:v>0.60412495955709089</c:v>
              </c:pt>
              <c:pt idx="533">
                <c:v>0.68256651429200499</c:v>
              </c:pt>
              <c:pt idx="534">
                <c:v>0.76543209818699198</c:v>
              </c:pt>
              <c:pt idx="535">
                <c:v>0.85127201804779551</c:v>
              </c:pt>
              <c:pt idx="536">
                <c:v>0.93913192787259758</c:v>
              </c:pt>
              <c:pt idx="537">
                <c:v>1.0283713970708086</c:v>
              </c:pt>
              <c:pt idx="538">
                <c:v>1.1185510997562942</c:v>
              </c:pt>
              <c:pt idx="539">
                <c:v>1.2093630565312432</c:v>
              </c:pt>
              <c:pt idx="540">
                <c:v>1.3005869913425177</c:v>
              </c:pt>
              <c:pt idx="541">
                <c:v>1.3920625092520242</c:v>
              </c:pt>
              <c:pt idx="542">
                <c:v>1.4836709790961446</c:v>
              </c:pt>
              <c:pt idx="543">
                <c:v>1.575323479078149</c:v>
              </c:pt>
              <c:pt idx="544">
                <c:v>1.6669526079078512</c:v>
              </c:pt>
              <c:pt idx="545">
                <c:v>1.7585068118721823</c:v>
              </c:pt>
              <c:pt idx="546">
                <c:v>1.849946382560044</c:v>
              </c:pt>
              <c:pt idx="547">
                <c:v>1.9412405852733721</c:v>
              </c:pt>
              <c:pt idx="548">
                <c:v>2.03236556647833</c:v>
              </c:pt>
              <c:pt idx="549">
                <c:v>2.1233028070302926</c:v>
              </c:pt>
              <c:pt idx="550">
                <c:v>2.2140379637278955</c:v>
              </c:pt>
              <c:pt idx="551">
                <c:v>2.3045599911735724</c:v>
              </c:pt>
              <c:pt idx="552">
                <c:v>2.3948604686843034</c:v>
              </c:pt>
              <c:pt idx="553">
                <c:v>2.4849330790716491</c:v>
              </c:pt>
              <c:pt idx="554">
                <c:v>2.5747732012075706</c:v>
              </c:pt>
              <c:pt idx="555">
                <c:v>2.6643775887557068</c:v>
              </c:pt>
              <c:pt idx="556">
                <c:v>2.7537441148075903</c:v>
              </c:pt>
              <c:pt idx="557">
                <c:v>2.8428715674012559</c:v>
              </c:pt>
              <c:pt idx="558">
                <c:v>2.9317594846596018</c:v>
              </c:pt>
              <c:pt idx="559">
                <c:v>3.020408021033663</c:v>
              </c:pt>
              <c:pt idx="560">
                <c:v>3.1088178381514191</c:v>
              </c:pt>
              <c:pt idx="561">
                <c:v>3.1969900152685478</c:v>
              </c:pt>
              <c:pt idx="562">
                <c:v>3.2849259754399851</c:v>
              </c:pt>
              <c:pt idx="563">
                <c:v>3.3726274243750143</c:v>
              </c:pt>
              <c:pt idx="564">
                <c:v>3.4600962995936628</c:v>
              </c:pt>
              <c:pt idx="565">
                <c:v>3.5473347279845453</c:v>
              </c:pt>
              <c:pt idx="566">
                <c:v>3.6343449902602583</c:v>
              </c:pt>
              <c:pt idx="567">
                <c:v>3.7211294910966659</c:v>
              </c:pt>
              <c:pt idx="568">
                <c:v>3.8076907339799426</c:v>
              </c:pt>
              <c:pt idx="569">
                <c:v>3.8940312999711781</c:v>
              </c:pt>
              <c:pt idx="570">
                <c:v>3.9801538297369432</c:v>
              </c:pt>
              <c:pt idx="571">
                <c:v>4.0660610083261837</c:v>
              </c:pt>
              <c:pt idx="572">
                <c:v>4.1517555522478506</c:v>
              </c:pt>
              <c:pt idx="573">
                <c:v>4.2372401984983883</c:v>
              </c:pt>
              <c:pt idx="574">
                <c:v>4.3225176952334801</c:v>
              </c:pt>
              <c:pt idx="575">
                <c:v>4.4075907938426724</c:v>
              </c:pt>
              <c:pt idx="576">
                <c:v>4.4924622422103679</c:v>
              </c:pt>
              <c:pt idx="577">
                <c:v>4.5771347789974284</c:v>
              </c:pt>
              <c:pt idx="578">
                <c:v>4.6616111287902466</c:v>
              </c:pt>
              <c:pt idx="579">
                <c:v>4.7458939979947425</c:v>
              </c:pt>
              <c:pt idx="580">
                <c:v>4.8299860713730398</c:v>
              </c:pt>
              <c:pt idx="581">
                <c:v>4.9138900091290356</c:v>
              </c:pt>
              <c:pt idx="582">
                <c:v>4.9976084444705213</c:v>
              </c:pt>
              <c:pt idx="583">
                <c:v>5.0811439815783705</c:v>
              </c:pt>
              <c:pt idx="584">
                <c:v>5.1644991939338141</c:v>
              </c:pt>
              <c:pt idx="585">
                <c:v>5.2476766229492275</c:v>
              </c:pt>
              <c:pt idx="586">
                <c:v>5.330678776864695</c:v>
              </c:pt>
              <c:pt idx="587">
                <c:v>5.4135081298747441</c:v>
              </c:pt>
              <c:pt idx="588">
                <c:v>5.4961671214539969</c:v>
              </c:pt>
              <c:pt idx="589">
                <c:v>5.5786581558555932</c:v>
              </c:pt>
              <c:pt idx="590">
                <c:v>5.6609836017577688</c:v>
              </c:pt>
              <c:pt idx="591">
                <c:v>5.7431457920424691</c:v>
              </c:pt>
              <c:pt idx="592">
                <c:v>5.825147023685064</c:v>
              </c:pt>
              <c:pt idx="593">
                <c:v>5.906989557739144</c:v>
              </c:pt>
              <c:pt idx="594">
                <c:v>5.9886756194093502</c:v>
              </c:pt>
              <c:pt idx="595">
                <c:v>6.0702073981928431</c:v>
              </c:pt>
              <c:pt idx="596">
                <c:v>6.151587048084826</c:v>
              </c:pt>
              <c:pt idx="597">
                <c:v>6.2328166878374818</c:v>
              </c:pt>
              <c:pt idx="598">
                <c:v>6.3138984012642405</c:v>
              </c:pt>
              <c:pt idx="599">
                <c:v>6.3948342375834493</c:v>
              </c:pt>
              <c:pt idx="600">
                <c:v>6.4756262117939425</c:v>
              </c:pt>
              <c:pt idx="601">
                <c:v>6.5562763050806288</c:v>
              </c:pt>
              <c:pt idx="602">
                <c:v>6.636786465241582</c:v>
              </c:pt>
              <c:pt idx="603">
                <c:v>6.7171586071341691</c:v>
              </c:pt>
              <c:pt idx="604">
                <c:v>6.7973946131375218</c:v>
              </c:pt>
              <c:pt idx="605">
                <c:v>6.8774963336295363</c:v>
              </c:pt>
              <c:pt idx="606">
                <c:v>6.9574655874694962</c:v>
              </c:pt>
              <c:pt idx="607">
                <c:v>7.0373041624915134</c:v>
              </c:pt>
              <c:pt idx="608">
                <c:v>7.1170138160030101</c:v>
              </c:pt>
              <c:pt idx="609">
                <c:v>7.1965962752853061</c:v>
              </c:pt>
              <c:pt idx="610">
                <c:v>7.2760532380969032</c:v>
              </c:pt>
              <c:pt idx="611">
                <c:v>7.355386373177927</c:v>
              </c:pt>
              <c:pt idx="612">
                <c:v>7.4345973207542615</c:v>
              </c:pt>
              <c:pt idx="613">
                <c:v>7.5136876930367889</c:v>
              </c:pt>
              <c:pt idx="614">
                <c:v>7.5926590747222562</c:v>
              </c:pt>
              <c:pt idx="615">
                <c:v>7.6715130234881102</c:v>
              </c:pt>
              <c:pt idx="616">
                <c:v>7.7502510704829461</c:v>
              </c:pt>
              <c:pt idx="617">
                <c:v>7.8288747208133564</c:v>
              </c:pt>
              <c:pt idx="618">
                <c:v>7.9073854540253636</c:v>
              </c:pt>
              <c:pt idx="619">
                <c:v>7.9857847245798572</c:v>
              </c:pt>
              <c:pt idx="620">
                <c:v>8.0640739623201156</c:v>
              </c:pt>
              <c:pt idx="621">
                <c:v>8.1422545729371656</c:v>
              </c:pt>
              <c:pt idx="622">
                <c:v>8.2203279384239885</c:v>
              </c:pt>
              <c:pt idx="623">
                <c:v>8.2982954175250594</c:v>
              </c:pt>
              <c:pt idx="624">
                <c:v>8.3761583461795386</c:v>
              </c:pt>
              <c:pt idx="625">
                <c:v>8.4539180379549084</c:v>
              </c:pt>
              <c:pt idx="626">
                <c:v>8.5315757844761855</c:v>
              </c:pt>
              <c:pt idx="627">
                <c:v>8.6091328558441873</c:v>
              </c:pt>
              <c:pt idx="628">
                <c:v>8.6865905010505777</c:v>
              </c:pt>
              <c:pt idx="629">
                <c:v>8.7639499483821197</c:v>
              </c:pt>
              <c:pt idx="630">
                <c:v>8.8412124058197339</c:v>
              </c:pt>
              <c:pt idx="631">
                <c:v>8.9183790614276131</c:v>
              </c:pt>
              <c:pt idx="632">
                <c:v>8.9954510837386188</c:v>
              </c:pt>
              <c:pt idx="633">
                <c:v>9.0724296221283911</c:v>
              </c:pt>
              <c:pt idx="634">
                <c:v>9.1493158071851823</c:v>
              </c:pt>
              <c:pt idx="635">
                <c:v>9.2261107510715821</c:v>
              </c:pt>
              <c:pt idx="636">
                <c:v>9.3028155478774028</c:v>
              </c:pt>
              <c:pt idx="637">
                <c:v>9.37943127396872</c:v>
              </c:pt>
              <c:pt idx="638">
                <c:v>9.4559589883267616</c:v>
              </c:pt>
              <c:pt idx="639">
                <c:v>9.5323997328832615</c:v>
              </c:pt>
              <c:pt idx="640">
                <c:v>9.6087545328444186</c:v>
              </c:pt>
              <c:pt idx="641">
                <c:v>9.6850243970138763</c:v>
              </c:pt>
              <c:pt idx="642">
                <c:v>9.7612103181045846</c:v>
              </c:pt>
              <c:pt idx="643">
                <c:v>9.8373132730449733</c:v>
              </c:pt>
              <c:pt idx="644">
                <c:v>9.9133342232819768</c:v>
              </c:pt>
              <c:pt idx="645">
                <c:v>9.9892741150736022</c:v>
              </c:pt>
              <c:pt idx="646">
                <c:v>10.065133879778228</c:v>
              </c:pt>
              <c:pt idx="647">
                <c:v>10.140914434136199</c:v>
              </c:pt>
              <c:pt idx="648">
                <c:v>10.216616680546476</c:v>
              </c:pt>
              <c:pt idx="649">
                <c:v>10.292241507338138</c:v>
              </c:pt>
              <c:pt idx="650">
                <c:v>10.36778978903331</c:v>
              </c:pt>
              <c:pt idx="651">
                <c:v>10.44326238660841</c:v>
              </c:pt>
              <c:pt idx="652">
                <c:v>10.518660147748006</c:v>
              </c:pt>
              <c:pt idx="653">
                <c:v>10.593983907092042</c:v>
              </c:pt>
              <c:pt idx="654">
                <c:v>10.669234486480285</c:v>
              </c:pt>
              <c:pt idx="655">
                <c:v>10.744412695190402</c:v>
              </c:pt>
              <c:pt idx="656">
                <c:v>10.819519330171513</c:v>
              </c:pt>
              <c:pt idx="657">
                <c:v>10.89455517627195</c:v>
              </c:pt>
              <c:pt idx="658">
                <c:v>10.969521006463301</c:v>
              </c:pt>
              <c:pt idx="659">
                <c:v>11.044417582058566</c:v>
              </c:pt>
              <c:pt idx="660">
                <c:v>11.119245652927527</c:v>
              </c:pt>
              <c:pt idx="661">
                <c:v>11.194005957705546</c:v>
              </c:pt>
              <c:pt idx="662">
                <c:v>11.268699224000132</c:v>
              </c:pt>
              <c:pt idx="663">
                <c:v>11.343326168589657</c:v>
              </c:pt>
              <c:pt idx="664">
                <c:v>11.417887497623411</c:v>
              </c:pt>
              <c:pt idx="665">
                <c:v>11.492383906811526</c:v>
              </c:pt>
              <c:pt idx="666">
                <c:v>11.566816081616112</c:v>
              </c:pt>
              <c:pt idx="667">
                <c:v>11.641184697434161</c:v>
              </c:pt>
              <c:pt idx="668">
                <c:v>11.715490419779211</c:v>
              </c:pt>
              <c:pt idx="669">
                <c:v>11.78973390445964</c:v>
              </c:pt>
              <c:pt idx="670">
                <c:v>11.863915797749273</c:v>
              </c:pt>
              <c:pt idx="671">
                <c:v>11.938036736561285</c:v>
              </c:pt>
              <c:pt idx="672">
                <c:v>12.012097348611549</c:v>
              </c:pt>
              <c:pt idx="673">
                <c:v>12.086098252582593</c:v>
              </c:pt>
              <c:pt idx="674">
                <c:v>12.160040058283943</c:v>
              </c:pt>
              <c:pt idx="675">
                <c:v>12.233923366807423</c:v>
              </c:pt>
              <c:pt idx="676">
                <c:v>12.307748770681332</c:v>
              </c:pt>
              <c:pt idx="677">
                <c:v>12.38151685401921</c:v>
              </c:pt>
              <c:pt idx="678">
                <c:v>12.455228192668086</c:v>
              </c:pt>
              <c:pt idx="679">
                <c:v>12.528883354352262</c:v>
              </c:pt>
              <c:pt idx="680">
                <c:v>12.602482898813101</c:v>
              </c:pt>
              <c:pt idx="681">
                <c:v>12.676027377949222</c:v>
              </c:pt>
              <c:pt idx="682">
                <c:v>12.749517335950049</c:v>
              </c:pt>
              <c:pt idx="683">
                <c:v>12.822953309429522</c:v>
              </c:pt>
              <c:pt idx="684">
                <c:v>12.896335827555456</c:v>
              </c:pt>
              <c:pt idx="685">
                <c:v>12.96966541217814</c:v>
              </c:pt>
              <c:pt idx="686">
                <c:v>13.042942577953891</c:v>
              </c:pt>
              <c:pt idx="687">
                <c:v>13.116167832467443</c:v>
              </c:pt>
              <c:pt idx="688">
                <c:v>13.189341676352715</c:v>
              </c:pt>
              <c:pt idx="689">
                <c:v>13.262464603409668</c:v>
              </c:pt>
              <c:pt idx="690">
                <c:v>13.335537100719529</c:v>
              </c:pt>
              <c:pt idx="691">
                <c:v>13.408559648757926</c:v>
              </c:pt>
              <c:pt idx="692">
                <c:v>13.481532721505147</c:v>
              </c:pt>
              <c:pt idx="693">
                <c:v>13.554456786555072</c:v>
              </c:pt>
              <c:pt idx="694">
                <c:v>13.627332305221367</c:v>
              </c:pt>
              <c:pt idx="695">
                <c:v>13.700159732641737</c:v>
              </c:pt>
              <c:pt idx="696">
                <c:v>13.772939517879975</c:v>
              </c:pt>
              <c:pt idx="697">
                <c:v>13.845672104026351</c:v>
              </c:pt>
              <c:pt idx="698">
                <c:v>13.91835792829621</c:v>
              </c:pt>
              <c:pt idx="699">
                <c:v>13.990997422125382</c:v>
              </c:pt>
              <c:pt idx="700">
                <c:v>14.063591011266459</c:v>
              </c:pt>
              <c:pt idx="701">
                <c:v>14.136139115879185</c:v>
              </c:pt>
              <c:pt idx="702">
                <c:v>14.208642150623717</c:v>
              </c:pt>
              <c:pt idx="703">
                <c:v>14.281100524747224</c:v>
              </c:pt>
              <c:pt idx="704">
                <c:v>14.353514642173792</c:v>
              </c:pt>
              <c:pt idx="705">
                <c:v>14.425884901589454</c:v>
              </c:pt>
              <c:pt idx="706">
                <c:v>14.498211696525486</c:v>
              </c:pt>
              <c:pt idx="707">
                <c:v>14.570495415441272</c:v>
              </c:pt>
              <c:pt idx="708">
                <c:v>14.642736441806024</c:v>
              </c:pt>
              <c:pt idx="709">
                <c:v>14.714935154178152</c:v>
              </c:pt>
              <c:pt idx="710">
                <c:v>14.787091926282143</c:v>
              </c:pt>
              <c:pt idx="711">
                <c:v>14.859207127086004</c:v>
              </c:pt>
              <c:pt idx="712">
                <c:v>14.931281120876479</c:v>
              </c:pt>
              <c:pt idx="713">
                <c:v>15.003314267331822</c:v>
              </c:pt>
              <c:pt idx="714">
                <c:v>15.075306921595137</c:v>
              </c:pt>
              <c:pt idx="715">
                <c:v>15.147259434344535</c:v>
              </c:pt>
              <c:pt idx="716">
                <c:v>15.219172151863157</c:v>
              </c:pt>
              <c:pt idx="717">
                <c:v>15.291045416107258</c:v>
              </c:pt>
              <c:pt idx="718">
                <c:v>15.362879564773531</c:v>
              </c:pt>
              <c:pt idx="719">
                <c:v>15.434674931365285</c:v>
              </c:pt>
              <c:pt idx="720">
                <c:v>15.506431845255792</c:v>
              </c:pt>
              <c:pt idx="721">
                <c:v>15.578150631753649</c:v>
              </c:pt>
              <c:pt idx="722">
                <c:v>15.649831612163901</c:v>
              </c:pt>
              <c:pt idx="723">
                <c:v>15.721475103848356</c:v>
              </c:pt>
              <c:pt idx="724">
                <c:v>15.793081420288186</c:v>
              </c:pt>
              <c:pt idx="725">
                <c:v>15.864650871140654</c:v>
              </c:pt>
              <c:pt idx="726">
                <c:v>15.936183762298244</c:v>
              </c:pt>
              <c:pt idx="727">
                <c:v>16.007680395944192</c:v>
              </c:pt>
              <c:pt idx="728">
                <c:v>16.079141070610458</c:v>
              </c:pt>
              <c:pt idx="729">
                <c:v>16.150566081230942</c:v>
              </c:pt>
              <c:pt idx="730">
                <c:v>16.221955719195357</c:v>
              </c:pt>
              <c:pt idx="731">
                <c:v>16.293310272403104</c:v>
              </c:pt>
              <c:pt idx="732">
                <c:v>16.364630025314838</c:v>
              </c:pt>
              <c:pt idx="733">
                <c:v>16.435915259002812</c:v>
              </c:pt>
              <c:pt idx="734">
                <c:v>16.507166251202545</c:v>
              </c:pt>
              <c:pt idx="735">
                <c:v>16.578383276360661</c:v>
              </c:pt>
              <c:pt idx="736">
                <c:v>16.649566605683798</c:v>
              </c:pt>
              <c:pt idx="737">
                <c:v>16.720716507186602</c:v>
              </c:pt>
              <c:pt idx="738">
                <c:v>16.791833245737902</c:v>
              </c:pt>
              <c:pt idx="739">
                <c:v>16.862917083107003</c:v>
              </c:pt>
              <c:pt idx="740">
                <c:v>16.933968278008358</c:v>
              </c:pt>
              <c:pt idx="741">
                <c:v>17.00498708614688</c:v>
              </c:pt>
              <c:pt idx="742">
                <c:v>17.075973760259856</c:v>
              </c:pt>
              <c:pt idx="743">
                <c:v>17.14692855016111</c:v>
              </c:pt>
              <c:pt idx="744">
                <c:v>17.217851702783165</c:v>
              </c:pt>
              <c:pt idx="745">
                <c:v>17.288743462217973</c:v>
              </c:pt>
              <c:pt idx="746">
                <c:v>17.359604069757829</c:v>
              </c:pt>
              <c:pt idx="747">
                <c:v>17.430433763934943</c:v>
              </c:pt>
              <c:pt idx="748">
                <c:v>17.501232780561669</c:v>
              </c:pt>
              <c:pt idx="749">
                <c:v>17.57200135276835</c:v>
              </c:pt>
              <c:pt idx="750">
                <c:v>17.642739711041301</c:v>
              </c:pt>
              <c:pt idx="751">
                <c:v>17.713448083260605</c:v>
              </c:pt>
              <c:pt idx="752">
                <c:v>17.784126694736589</c:v>
              </c:pt>
              <c:pt idx="753">
                <c:v>17.854775768245606</c:v>
              </c:pt>
              <c:pt idx="754">
                <c:v>17.925395524065792</c:v>
              </c:pt>
              <c:pt idx="755">
                <c:v>17.995986180012718</c:v>
              </c:pt>
              <c:pt idx="756">
                <c:v>18.066547951472042</c:v>
              </c:pt>
              <c:pt idx="757">
                <c:v>18.13708105143472</c:v>
              </c:pt>
              <c:pt idx="758">
                <c:v>18.207585690529292</c:v>
              </c:pt>
              <c:pt idx="759">
                <c:v>18.27806207705548</c:v>
              </c:pt>
              <c:pt idx="760">
                <c:v>18.348510417014616</c:v>
              </c:pt>
              <c:pt idx="761">
                <c:v>18.41893091414358</c:v>
              </c:pt>
              <c:pt idx="762">
                <c:v>18.489323769943415</c:v>
              </c:pt>
              <c:pt idx="763">
                <c:v>18.559689183711459</c:v>
              </c:pt>
              <c:pt idx="764">
                <c:v>18.630027352571492</c:v>
              </c:pt>
              <c:pt idx="765">
                <c:v>18.700338471501858</c:v>
              </c:pt>
              <c:pt idx="766">
                <c:v>18.770622733366221</c:v>
              </c:pt>
              <c:pt idx="767">
                <c:v>18.840880328940571</c:v>
              </c:pt>
              <c:pt idx="768">
                <c:v>18.911111446943288</c:v>
              </c:pt>
              <c:pt idx="769">
                <c:v>18.981316274061157</c:v>
              </c:pt>
              <c:pt idx="770">
                <c:v>19.051494994977038</c:v>
              </c:pt>
              <c:pt idx="771">
                <c:v>19.121647792397283</c:v>
              </c:pt>
              <c:pt idx="772">
                <c:v>19.191774847077706</c:v>
              </c:pt>
              <c:pt idx="773">
                <c:v>19.261876337849394</c:v>
              </c:pt>
              <c:pt idx="774">
                <c:v>19.331952441644273</c:v>
              </c:pt>
              <c:pt idx="775">
                <c:v>19.402003333521471</c:v>
              </c:pt>
              <c:pt idx="776">
                <c:v>19.47202918668949</c:v>
              </c:pt>
              <c:pt idx="777">
                <c:v>19.542030172533405</c:v>
              </c:pt>
              <c:pt idx="778">
                <c:v>19.612006460636973</c:v>
              </c:pt>
              <c:pt idx="779">
                <c:v>19.681958218807182</c:v>
              </c:pt>
              <c:pt idx="780">
                <c:v>19.751885613096363</c:v>
              </c:pt>
              <c:pt idx="781">
                <c:v>19.821788807827058</c:v>
              </c:pt>
              <c:pt idx="782">
                <c:v>19.891667965612434</c:v>
              </c:pt>
              <c:pt idx="783">
                <c:v>19.961523247379482</c:v>
              </c:pt>
              <c:pt idx="784">
                <c:v>20.031354812391029</c:v>
              </c:pt>
              <c:pt idx="785">
                <c:v>20.101162818266658</c:v>
              </c:pt>
              <c:pt idx="786">
                <c:v>20.170947421004033</c:v>
              </c:pt>
              <c:pt idx="787">
                <c:v>20.240708775000204</c:v>
              </c:pt>
              <c:pt idx="788">
                <c:v>20.310447033071295</c:v>
              </c:pt>
              <c:pt idx="789">
                <c:v>20.38016234647376</c:v>
              </c:pt>
              <c:pt idx="790">
                <c:v>20.44985486492282</c:v>
              </c:pt>
              <c:pt idx="791">
                <c:v>20.51952473661364</c:v>
              </c:pt>
              <c:pt idx="792">
                <c:v>20.589172108239215</c:v>
              </c:pt>
              <c:pt idx="793">
                <c:v>20.65879712501069</c:v>
              </c:pt>
              <c:pt idx="794">
                <c:v>20.728399930674904</c:v>
              </c:pt>
              <c:pt idx="795">
                <c:v>20.797980667533817</c:v>
              </c:pt>
              <c:pt idx="796">
                <c:v>20.86753947646163</c:v>
              </c:pt>
              <c:pt idx="797">
                <c:v>20.937076496923289</c:v>
              </c:pt>
              <c:pt idx="798">
                <c:v>21.006591866992721</c:v>
              </c:pt>
              <c:pt idx="799">
                <c:v>21.076085723368546</c:v>
              </c:pt>
              <c:pt idx="800">
                <c:v>21.145558201392717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716A-403C-8694-1FBD5F661455}"/>
            </c:ext>
          </c:extLst>
        </c:ser>
        <c:ser>
          <c:idx val="1"/>
          <c:order val="1"/>
          <c:tx>
            <c:v>有损匹配</c:v>
          </c:tx>
          <c:spPr>
            <a:ln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31.803169977460961</c:v>
              </c:pt>
              <c:pt idx="1">
                <c:v>31.732392919373247</c:v>
              </c:pt>
              <c:pt idx="2">
                <c:v>31.661610329109429</c:v>
              </c:pt>
              <c:pt idx="3">
                <c:v>31.59082213608929</c:v>
              </c:pt>
              <c:pt idx="4">
                <c:v>31.520028269078509</c:v>
              </c:pt>
              <c:pt idx="5">
                <c:v>31.449228656181337</c:v>
              </c:pt>
              <c:pt idx="6">
                <c:v>31.37842322483305</c:v>
              </c:pt>
              <c:pt idx="7">
                <c:v>31.307611901792658</c:v>
              </c:pt>
              <c:pt idx="8">
                <c:v>31.236794613136137</c:v>
              </c:pt>
              <c:pt idx="9">
                <c:v>31.165971284247554</c:v>
              </c:pt>
              <c:pt idx="10">
                <c:v>31.09514183981112</c:v>
              </c:pt>
              <c:pt idx="11">
                <c:v>31.024306203804866</c:v>
              </c:pt>
              <c:pt idx="12">
                <c:v>30.953464299491547</c:v>
              </c:pt>
              <c:pt idx="13">
                <c:v>30.882616049410363</c:v>
              </c:pt>
              <c:pt idx="14">
                <c:v>30.811761375369617</c:v>
              </c:pt>
              <c:pt idx="15">
                <c:v>30.740900198437771</c:v>
              </c:pt>
              <c:pt idx="16">
                <c:v>30.670032438935756</c:v>
              </c:pt>
              <c:pt idx="17">
                <c:v>30.599158016427602</c:v>
              </c:pt>
              <c:pt idx="18">
                <c:v>30.528276849712892</c:v>
              </c:pt>
              <c:pt idx="19">
                <c:v>30.457388856816731</c:v>
              </c:pt>
              <c:pt idx="20">
                <c:v>30.386493954982683</c:v>
              </c:pt>
              <c:pt idx="21">
                <c:v>30.315592060661931</c:v>
              </c:pt>
              <c:pt idx="22">
                <c:v>30.244683089506086</c:v>
              </c:pt>
              <c:pt idx="23">
                <c:v>30.173766956356346</c:v>
              </c:pt>
              <c:pt idx="24">
                <c:v>30.102843575235767</c:v>
              </c:pt>
              <c:pt idx="25">
                <c:v>30.031912859338636</c:v>
              </c:pt>
              <c:pt idx="26">
                <c:v>29.960974721021948</c:v>
              </c:pt>
              <c:pt idx="27">
                <c:v>29.890029071795286</c:v>
              </c:pt>
              <c:pt idx="28">
                <c:v>29.819075822310833</c:v>
              </c:pt>
              <c:pt idx="29">
                <c:v>29.748114882354102</c:v>
              </c:pt>
              <c:pt idx="30">
                <c:v>29.677146160834109</c:v>
              </c:pt>
              <c:pt idx="31">
                <c:v>29.606169565771911</c:v>
              </c:pt>
              <c:pt idx="32">
                <c:v>29.535185004292181</c:v>
              </c:pt>
              <c:pt idx="33">
                <c:v>29.464192382611607</c:v>
              </c:pt>
              <c:pt idx="34">
                <c:v>29.393191606028832</c:v>
              </c:pt>
              <c:pt idx="35">
                <c:v>29.322182578913758</c:v>
              </c:pt>
              <c:pt idx="36">
                <c:v>29.251165204696509</c:v>
              </c:pt>
              <c:pt idx="37">
                <c:v>29.180139385857661</c:v>
              </c:pt>
              <c:pt idx="38">
                <c:v>29.109105023915426</c:v>
              </c:pt>
              <c:pt idx="39">
                <c:v>29.038062019416131</c:v>
              </c:pt>
              <c:pt idx="40">
                <c:v>28.967010271921403</c:v>
              </c:pt>
              <c:pt idx="41">
                <c:v>28.895949679998722</c:v>
              </c:pt>
              <c:pt idx="42">
                <c:v>28.824880141207501</c:v>
              </c:pt>
              <c:pt idx="43">
                <c:v>28.753801552088539</c:v>
              </c:pt>
              <c:pt idx="44">
                <c:v>28.682713808152709</c:v>
              </c:pt>
              <c:pt idx="45">
                <c:v>28.611616803867935</c:v>
              </c:pt>
              <c:pt idx="46">
                <c:v>28.540510432647039</c:v>
              </c:pt>
              <c:pt idx="47">
                <c:v>28.469394586836017</c:v>
              </c:pt>
              <c:pt idx="48">
                <c:v>28.398269157700717</c:v>
              </c:pt>
              <c:pt idx="49">
                <c:v>28.327134035415764</c:v>
              </c:pt>
              <c:pt idx="50">
                <c:v>28.255989109049725</c:v>
              </c:pt>
              <c:pt idx="51">
                <c:v>28.184834266552734</c:v>
              </c:pt>
              <c:pt idx="52">
                <c:v>28.113669394745198</c:v>
              </c:pt>
              <c:pt idx="53">
                <c:v>28.042494379301644</c:v>
              </c:pt>
              <c:pt idx="54">
                <c:v>27.971309104738907</c:v>
              </c:pt>
              <c:pt idx="55">
                <c:v>27.90011345440265</c:v>
              </c:pt>
              <c:pt idx="56">
                <c:v>27.82890731045271</c:v>
              </c:pt>
              <c:pt idx="57">
                <c:v>27.757690553850217</c:v>
              </c:pt>
              <c:pt idx="58">
                <c:v>27.686463064342341</c:v>
              </c:pt>
              <c:pt idx="59">
                <c:v>27.615224720448555</c:v>
              </c:pt>
              <c:pt idx="60">
                <c:v>27.543975399445856</c:v>
              </c:pt>
              <c:pt idx="61">
                <c:v>27.472714977355174</c:v>
              </c:pt>
              <c:pt idx="62">
                <c:v>27.40144332892487</c:v>
              </c:pt>
              <c:pt idx="63">
                <c:v>27.330160327617328</c:v>
              </c:pt>
              <c:pt idx="64">
                <c:v>27.258865845592418</c:v>
              </c:pt>
              <c:pt idx="65">
                <c:v>27.18755975369297</c:v>
              </c:pt>
              <c:pt idx="66">
                <c:v>27.1162419214292</c:v>
              </c:pt>
              <c:pt idx="67">
                <c:v>27.04491221696221</c:v>
              </c:pt>
              <c:pt idx="68">
                <c:v>26.973570507089104</c:v>
              </c:pt>
              <c:pt idx="69">
                <c:v>26.902216657226372</c:v>
              </c:pt>
              <c:pt idx="70">
                <c:v>26.830850531393438</c:v>
              </c:pt>
              <c:pt idx="71">
                <c:v>26.759471992196652</c:v>
              </c:pt>
              <c:pt idx="72">
                <c:v>26.688080900811347</c:v>
              </c:pt>
              <c:pt idx="73">
                <c:v>26.616677116966986</c:v>
              </c:pt>
              <c:pt idx="74">
                <c:v>26.545260498928744</c:v>
              </c:pt>
              <c:pt idx="75">
                <c:v>26.473830903479755</c:v>
              </c:pt>
              <c:pt idx="76">
                <c:v>26.402388185905316</c:v>
              </c:pt>
              <c:pt idx="77">
                <c:v>26.330932199973727</c:v>
              </c:pt>
              <c:pt idx="78">
                <c:v>26.259462797919088</c:v>
              </c:pt>
              <c:pt idx="79">
                <c:v>26.187979830423213</c:v>
              </c:pt>
              <c:pt idx="80">
                <c:v>26.116483146597329</c:v>
              </c:pt>
              <c:pt idx="81">
                <c:v>26.04497259396291</c:v>
              </c:pt>
              <c:pt idx="82">
                <c:v>25.973448018435043</c:v>
              </c:pt>
              <c:pt idx="83">
                <c:v>25.901909264300336</c:v>
              </c:pt>
              <c:pt idx="84">
                <c:v>25.830356174201281</c:v>
              </c:pt>
              <c:pt idx="85">
                <c:v>25.758788589114321</c:v>
              </c:pt>
              <c:pt idx="86">
                <c:v>25.687206348331728</c:v>
              </c:pt>
              <c:pt idx="87">
                <c:v>25.615609289441302</c:v>
              </c:pt>
              <c:pt idx="88">
                <c:v>25.543997248307488</c:v>
              </c:pt>
              <c:pt idx="89">
                <c:v>25.472370059049794</c:v>
              </c:pt>
              <c:pt idx="90">
                <c:v>25.400727554023305</c:v>
              </c:pt>
              <c:pt idx="91">
                <c:v>25.329069563798374</c:v>
              </c:pt>
              <c:pt idx="92">
                <c:v>25.257395917139274</c:v>
              </c:pt>
              <c:pt idx="93">
                <c:v>25.185706440984127</c:v>
              </c:pt>
              <c:pt idx="94">
                <c:v>25.11400096042248</c:v>
              </c:pt>
              <c:pt idx="95">
                <c:v>25.042279298675354</c:v>
              </c:pt>
              <c:pt idx="96">
                <c:v>24.970541277073487</c:v>
              </c:pt>
              <c:pt idx="97">
                <c:v>24.898786715034696</c:v>
              </c:pt>
              <c:pt idx="98">
                <c:v>24.827015430042543</c:v>
              </c:pt>
              <c:pt idx="99">
                <c:v>24.755227237624624</c:v>
              </c:pt>
              <c:pt idx="100">
                <c:v>24.683421951329542</c:v>
              </c:pt>
              <c:pt idx="101">
                <c:v>24.611599382705485</c:v>
              </c:pt>
              <c:pt idx="102">
                <c:v>24.539759341275726</c:v>
              </c:pt>
              <c:pt idx="103">
                <c:v>24.467901634517798</c:v>
              </c:pt>
              <c:pt idx="104">
                <c:v>24.396026067839291</c:v>
              </c:pt>
              <c:pt idx="105">
                <c:v>24.324132444554493</c:v>
              </c:pt>
              <c:pt idx="106">
                <c:v>24.252220565862316</c:v>
              </c:pt>
              <c:pt idx="107">
                <c:v>24.180290230820891</c:v>
              </c:pt>
              <c:pt idx="108">
                <c:v>24.108341236325497</c:v>
              </c:pt>
              <c:pt idx="109">
                <c:v>24.036373377083706</c:v>
              </c:pt>
              <c:pt idx="110">
                <c:v>23.964386445591774</c:v>
              </c:pt>
              <c:pt idx="111">
                <c:v>23.892380232109783</c:v>
              </c:pt>
              <c:pt idx="112">
                <c:v>23.820354524639161</c:v>
              </c:pt>
              <c:pt idx="113">
                <c:v>23.74830910889585</c:v>
              </c:pt>
              <c:pt idx="114">
                <c:v>23.676243768287453</c:v>
              </c:pt>
              <c:pt idx="115">
                <c:v>23.604158283887898</c:v>
              </c:pt>
              <c:pt idx="116">
                <c:v>23.532052434412819</c:v>
              </c:pt>
              <c:pt idx="117">
                <c:v>23.459925996194634</c:v>
              </c:pt>
              <c:pt idx="118">
                <c:v>23.387778743157735</c:v>
              </c:pt>
              <c:pt idx="119">
                <c:v>23.31561044679292</c:v>
              </c:pt>
              <c:pt idx="120">
                <c:v>23.243420876133161</c:v>
              </c:pt>
              <c:pt idx="121">
                <c:v>23.171209797728292</c:v>
              </c:pt>
              <c:pt idx="122">
                <c:v>23.098976975618417</c:v>
              </c:pt>
              <c:pt idx="123">
                <c:v>23.026722171311221</c:v>
              </c:pt>
              <c:pt idx="124">
                <c:v>22.954445143754157</c:v>
              </c:pt>
              <c:pt idx="125">
                <c:v>22.882145649311642</c:v>
              </c:pt>
              <c:pt idx="126">
                <c:v>22.809823441737755</c:v>
              </c:pt>
              <c:pt idx="127">
                <c:v>22.737478272152757</c:v>
              </c:pt>
              <c:pt idx="128">
                <c:v>22.665109889017472</c:v>
              </c:pt>
              <c:pt idx="129">
                <c:v>22.592718038107609</c:v>
              </c:pt>
              <c:pt idx="130">
                <c:v>22.520302462489887</c:v>
              </c:pt>
              <c:pt idx="131">
                <c:v>22.447862902497246</c:v>
              </c:pt>
              <c:pt idx="132">
                <c:v>22.375399095703155</c:v>
              </c:pt>
              <c:pt idx="133">
                <c:v>22.302910776899221</c:v>
              </c:pt>
              <c:pt idx="134">
                <c:v>22.23039767806879</c:v>
              </c:pt>
              <c:pt idx="135">
                <c:v>22.157859528364803</c:v>
              </c:pt>
              <c:pt idx="136">
                <c:v>22.085296054085081</c:v>
              </c:pt>
              <c:pt idx="137">
                <c:v>22.012706978649337</c:v>
              </c:pt>
              <c:pt idx="138">
                <c:v>21.940092022576245</c:v>
              </c:pt>
              <c:pt idx="139">
                <c:v>21.867450903460902</c:v>
              </c:pt>
              <c:pt idx="140">
                <c:v>21.794783335951841</c:v>
              </c:pt>
              <c:pt idx="141">
                <c:v>21.722089031730587</c:v>
              </c:pt>
              <c:pt idx="142">
                <c:v>21.649367699488959</c:v>
              </c:pt>
              <c:pt idx="143">
                <c:v>21.576619044909819</c:v>
              </c:pt>
              <c:pt idx="144">
                <c:v>21.503842770645612</c:v>
              </c:pt>
              <c:pt idx="145">
                <c:v>21.431038576300278</c:v>
              </c:pt>
              <c:pt idx="146">
                <c:v>21.358206158408883</c:v>
              </c:pt>
              <c:pt idx="147">
                <c:v>21.285345210421049</c:v>
              </c:pt>
              <c:pt idx="148">
                <c:v>21.21245542268403</c:v>
              </c:pt>
              <c:pt idx="149">
                <c:v>21.139536482424358</c:v>
              </c:pt>
              <c:pt idx="150">
                <c:v>21.066588073735016</c:v>
              </c:pt>
              <c:pt idx="151">
                <c:v>20.993609877559798</c:v>
              </c:pt>
              <c:pt idx="152">
                <c:v>20.92060157167991</c:v>
              </c:pt>
              <c:pt idx="153">
                <c:v>20.847562830703374</c:v>
              </c:pt>
              <c:pt idx="154">
                <c:v>20.774493326053197</c:v>
              </c:pt>
              <c:pt idx="155">
                <c:v>20.701392725958438</c:v>
              </c:pt>
              <c:pt idx="156">
                <c:v>20.628260695446354</c:v>
              </c:pt>
              <c:pt idx="157">
                <c:v>20.555096896335225</c:v>
              </c:pt>
              <c:pt idx="158">
                <c:v>20.481900987231757</c:v>
              </c:pt>
              <c:pt idx="159">
                <c:v>20.408672623526275</c:v>
              </c:pt>
              <c:pt idx="160">
                <c:v>20.335411457392727</c:v>
              </c:pt>
              <c:pt idx="161">
                <c:v>20.26211713778935</c:v>
              </c:pt>
              <c:pt idx="162">
                <c:v>20.188789310461711</c:v>
              </c:pt>
              <c:pt idx="163">
                <c:v>20.115427617949262</c:v>
              </c:pt>
              <c:pt idx="164">
                <c:v>20.042031699591966</c:v>
              </c:pt>
              <c:pt idx="165">
                <c:v>19.968601191541349</c:v>
              </c:pt>
              <c:pt idx="166">
                <c:v>19.895135726774335</c:v>
              </c:pt>
              <c:pt idx="167">
                <c:v>19.821634935107685</c:v>
              </c:pt>
              <c:pt idx="168">
                <c:v>19.748098443220368</c:v>
              </c:pt>
              <c:pt idx="169">
                <c:v>19.674525874672941</c:v>
              </c:pt>
              <c:pt idx="170">
                <c:v>19.600916849935281</c:v>
              </c:pt>
              <c:pt idx="171">
                <c:v>19.527270986416429</c:v>
              </c:pt>
              <c:pt idx="172">
                <c:v>19.453587898498107</c:v>
              </c:pt>
              <c:pt idx="173">
                <c:v>19.37986719757232</c:v>
              </c:pt>
              <c:pt idx="174">
                <c:v>19.306108492084405</c:v>
              </c:pt>
              <c:pt idx="175">
                <c:v>19.232311387579482</c:v>
              </c:pt>
              <c:pt idx="176">
                <c:v>19.158475486754334</c:v>
              </c:pt>
              <c:pt idx="177">
                <c:v>19.084600389515899</c:v>
              </c:pt>
              <c:pt idx="178">
                <c:v>19.010685693042479</c:v>
              </c:pt>
              <c:pt idx="179">
                <c:v>18.936730991853608</c:v>
              </c:pt>
              <c:pt idx="180">
                <c:v>18.862735877885221</c:v>
              </c:pt>
              <c:pt idx="181">
                <c:v>18.788699940570154</c:v>
              </c:pt>
              <c:pt idx="182">
                <c:v>18.714622766927924</c:v>
              </c:pt>
              <c:pt idx="183">
                <c:v>18.640503941660473</c:v>
              </c:pt>
              <c:pt idx="184">
                <c:v>18.566343047255309</c:v>
              </c:pt>
              <c:pt idx="185">
                <c:v>18.49213966409976</c:v>
              </c:pt>
              <c:pt idx="186">
                <c:v>18.41789337059927</c:v>
              </c:pt>
              <c:pt idx="187">
                <c:v>18.343603743309551</c:v>
              </c:pt>
              <c:pt idx="188">
                <c:v>18.269270357077129</c:v>
              </c:pt>
              <c:pt idx="189">
                <c:v>18.194892785188163</c:v>
              </c:pt>
              <c:pt idx="190">
                <c:v>18.120470599531398</c:v>
              </c:pt>
              <c:pt idx="191">
                <c:v>18.046003370770698</c:v>
              </c:pt>
              <c:pt idx="192">
                <c:v>17.971490668530546</c:v>
              </c:pt>
              <c:pt idx="193">
                <c:v>17.896932061596054</c:v>
              </c:pt>
              <c:pt idx="194">
                <c:v>17.822327118123159</c:v>
              </c:pt>
              <c:pt idx="195">
                <c:v>17.747675405866605</c:v>
              </c:pt>
              <c:pt idx="196">
                <c:v>17.672976492423363</c:v>
              </c:pt>
              <c:pt idx="197">
                <c:v>17.598229945488729</c:v>
              </c:pt>
              <c:pt idx="198">
                <c:v>17.523435333135062</c:v>
              </c:pt>
              <c:pt idx="199">
                <c:v>17.448592224104033</c:v>
              </c:pt>
              <c:pt idx="200">
                <c:v>17.373700188121152</c:v>
              </c:pt>
              <c:pt idx="201">
                <c:v>17.298758796228842</c:v>
              </c:pt>
              <c:pt idx="202">
                <c:v>17.22376762114326</c:v>
              </c:pt>
              <c:pt idx="203">
                <c:v>17.148726237630608</c:v>
              </c:pt>
              <c:pt idx="204">
                <c:v>17.073634222912425</c:v>
              </c:pt>
              <c:pt idx="205">
                <c:v>16.998491157091426</c:v>
              </c:pt>
              <c:pt idx="206">
                <c:v>16.923296623607598</c:v>
              </c:pt>
              <c:pt idx="207">
                <c:v>16.848050209723038</c:v>
              </c:pt>
              <c:pt idx="208">
                <c:v>16.772751507034595</c:v>
              </c:pt>
              <c:pt idx="209">
                <c:v>16.697400112020905</c:v>
              </c:pt>
              <c:pt idx="210">
                <c:v>16.621995626623448</c:v>
              </c:pt>
              <c:pt idx="211">
                <c:v>16.546537658861254</c:v>
              </c:pt>
              <c:pt idx="212">
                <c:v>16.471025823486908</c:v>
              </c:pt>
              <c:pt idx="213">
                <c:v>16.39545974268033</c:v>
              </c:pt>
              <c:pt idx="214">
                <c:v>16.319839046786385</c:v>
              </c:pt>
              <c:pt idx="215">
                <c:v>16.244163375097624</c:v>
              </c:pt>
              <c:pt idx="216">
                <c:v>16.168432376684631</c:v>
              </c:pt>
              <c:pt idx="217">
                <c:v>16.092645711276937</c:v>
              </c:pt>
              <c:pt idx="218">
                <c:v>16.016803050199627</c:v>
              </c:pt>
              <c:pt idx="219">
                <c:v>15.940904077362596</c:v>
              </c:pt>
              <c:pt idx="220">
                <c:v>15.864948490315614</c:v>
              </c:pt>
              <c:pt idx="221">
                <c:v>15.788936001362584</c:v>
              </c:pt>
              <c:pt idx="222">
                <c:v>15.712866338746991</c:v>
              </c:pt>
              <c:pt idx="223">
                <c:v>15.636739247907355</c:v>
              </c:pt>
              <c:pt idx="224">
                <c:v>15.560554492808627</c:v>
              </c:pt>
              <c:pt idx="225">
                <c:v>15.484311857356795</c:v>
              </c:pt>
              <c:pt idx="226">
                <c:v>15.408011146896389</c:v>
              </c:pt>
              <c:pt idx="227">
                <c:v>15.331652189801567</c:v>
              </c:pt>
              <c:pt idx="228">
                <c:v>15.25523483915978</c:v>
              </c:pt>
              <c:pt idx="229">
                <c:v>15.178758974563772</c:v>
              </c:pt>
              <c:pt idx="230">
                <c:v>15.102224504005983</c:v>
              </c:pt>
              <c:pt idx="231">
                <c:v>15.025631365893041</c:v>
              </c:pt>
              <c:pt idx="232">
                <c:v>14.948979531179848</c:v>
              </c:pt>
              <c:pt idx="233">
                <c:v>14.8722690056358</c:v>
              </c:pt>
              <c:pt idx="234">
                <c:v>14.795499832247291</c:v>
              </c:pt>
              <c:pt idx="235">
                <c:v>14.718672093768461</c:v>
              </c:pt>
              <c:pt idx="236">
                <c:v>14.641785915427386</c:v>
              </c:pt>
              <c:pt idx="237">
                <c:v>14.564841467797491</c:v>
              </c:pt>
              <c:pt idx="238">
                <c:v>14.487838969845853</c:v>
              </c:pt>
              <c:pt idx="239">
                <c:v>14.410778692168588</c:v>
              </c:pt>
              <c:pt idx="240">
                <c:v>14.333660960425485</c:v>
              </c:pt>
              <c:pt idx="241">
                <c:v>14.256486158985243</c:v>
              </c:pt>
              <c:pt idx="242">
                <c:v>14.179254734798841</c:v>
              </c:pt>
              <c:pt idx="243">
                <c:v>14.101967201508645</c:v>
              </c:pt>
              <c:pt idx="244">
                <c:v>14.024624143816473</c:v>
              </c:pt>
              <c:pt idx="245">
                <c:v>13.94722622212077</c:v>
              </c:pt>
              <c:pt idx="246">
                <c:v>13.869774177443613</c:v>
              </c:pt>
              <c:pt idx="247">
                <c:v>13.792268836665945</c:v>
              </c:pt>
              <c:pt idx="248">
                <c:v>13.714711118090392</c:v>
              </c:pt>
              <c:pt idx="249">
                <c:v>13.637102037352445</c:v>
              </c:pt>
              <c:pt idx="250">
                <c:v>13.559442713705891</c:v>
              </c:pt>
              <c:pt idx="251">
                <c:v>13.48173437670312</c:v>
              </c:pt>
              <c:pt idx="252">
                <c:v>13.403978373298649</c:v>
              </c:pt>
              <c:pt idx="253">
                <c:v>13.326176175404656</c:v>
              </c:pt>
              <c:pt idx="254">
                <c:v>13.248329387925882</c:v>
              </c:pt>
              <c:pt idx="255">
                <c:v>13.170439757306999</c:v>
              </c:pt>
              <c:pt idx="256">
                <c:v>13.092509180630017</c:v>
              </c:pt>
              <c:pt idx="257">
                <c:v>13.014539715291237</c:v>
              </c:pt>
              <c:pt idx="258">
                <c:v>12.936533589304817</c:v>
              </c:pt>
              <c:pt idx="259">
                <c:v>12.858493212269902</c:v>
              </c:pt>
              <c:pt idx="260">
                <c:v>12.780421187047855</c:v>
              </c:pt>
              <c:pt idx="261">
                <c:v>12.702320322198284</c:v>
              </c:pt>
              <c:pt idx="262">
                <c:v>12.624193645225754</c:v>
              </c:pt>
              <c:pt idx="263">
                <c:v>12.546044416690121</c:v>
              </c:pt>
              <c:pt idx="264">
                <c:v>12.467876145243562</c:v>
              </c:pt>
              <c:pt idx="265">
                <c:v>12.389692603653383</c:v>
              </c:pt>
              <c:pt idx="266">
                <c:v>12.311497845883178</c:v>
              </c:pt>
              <c:pt idx="267">
                <c:v>12.233296225302476</c:v>
              </c:pt>
              <c:pt idx="268">
                <c:v>12.155092414101121</c:v>
              </c:pt>
              <c:pt idx="269">
                <c:v>12.076891423996432</c:v>
              </c:pt>
              <c:pt idx="270">
                <c:v>11.998698628321021</c:v>
              </c:pt>
              <c:pt idx="271">
                <c:v>11.920519785583576</c:v>
              </c:pt>
              <c:pt idx="272">
                <c:v>11.842361064611834</c:v>
              </c:pt>
              <c:pt idx="273">
                <c:v>11.764229071381976</c:v>
              </c:pt>
              <c:pt idx="274">
                <c:v>11.686130877654067</c:v>
              </c:pt>
              <c:pt idx="275">
                <c:v>11.608074051542784</c:v>
              </c:pt>
              <c:pt idx="276">
                <c:v>11.530066690151706</c:v>
              </c:pt>
              <c:pt idx="277">
                <c:v>11.452117454422574</c:v>
              </c:pt>
              <c:pt idx="278">
                <c:v>11.374235606346806</c:v>
              </c:pt>
              <c:pt idx="279">
                <c:v>11.296431048711185</c:v>
              </c:pt>
              <c:pt idx="280">
                <c:v>11.2187143675469</c:v>
              </c:pt>
              <c:pt idx="281">
                <c:v>11.141096877475805</c:v>
              </c:pt>
              <c:pt idx="282">
                <c:v>11.063590670149763</c:v>
              </c:pt>
              <c:pt idx="283">
                <c:v>10.986208666000627</c:v>
              </c:pt>
              <c:pt idx="284">
                <c:v>10.90896466952502</c:v>
              </c:pt>
              <c:pt idx="285">
                <c:v>10.831873428348409</c:v>
              </c:pt>
              <c:pt idx="286">
                <c:v>10.754950696328477</c:v>
              </c:pt>
              <c:pt idx="287">
                <c:v>10.678213300962289</c:v>
              </c:pt>
              <c:pt idx="288">
                <c:v>10.601679215397613</c:v>
              </c:pt>
              <c:pt idx="289">
                <c:v>10.525367635348424</c:v>
              </c:pt>
              <c:pt idx="290">
                <c:v>10.449299061238904</c:v>
              </c:pt>
              <c:pt idx="291">
                <c:v>10.373495385921464</c:v>
              </c:pt>
              <c:pt idx="292">
                <c:v>10.297979988320659</c:v>
              </c:pt>
              <c:pt idx="293">
                <c:v>10.222777833388344</c:v>
              </c:pt>
              <c:pt idx="294">
                <c:v>10.147915578755279</c:v>
              </c:pt>
              <c:pt idx="295">
                <c:v>10.073421688496886</c:v>
              </c:pt>
              <c:pt idx="296">
                <c:v>9.9993265544334449</c:v>
              </c:pt>
              <c:pt idx="297">
                <c:v>9.9256626254095934</c:v>
              </c:pt>
              <c:pt idx="298">
                <c:v>9.8524645450024426</c:v>
              </c:pt>
              <c:pt idx="299">
                <c:v>9.7797692981226714</c:v>
              </c:pt>
              <c:pt idx="300">
                <c:v>9.7076163669766693</c:v>
              </c:pt>
              <c:pt idx="301">
                <c:v>9.6360478968615038</c:v>
              </c:pt>
              <c:pt idx="302">
                <c:v>9.5651088722619271</c:v>
              </c:pt>
              <c:pt idx="303">
                <c:v>9.4948473037085463</c:v>
              </c:pt>
              <c:pt idx="304">
                <c:v>9.4253144258453929</c:v>
              </c:pt>
              <c:pt idx="305">
                <c:v>9.3565649071226034</c:v>
              </c:pt>
              <c:pt idx="306">
                <c:v>9.2886570715049306</c:v>
              </c:pt>
              <c:pt idx="307">
                <c:v>9.2216531325320634</c:v>
              </c:pt>
              <c:pt idx="308">
                <c:v>9.1556194400123374</c:v>
              </c:pt>
              <c:pt idx="309">
                <c:v>9.0906267395564271</c:v>
              </c:pt>
              <c:pt idx="310">
                <c:v>9.0267504450586102</c:v>
              </c:pt>
              <c:pt idx="311">
                <c:v>8.9640709241284569</c:v>
              </c:pt>
              <c:pt idx="312">
                <c:v>8.9026737963392772</c:v>
              </c:pt>
              <c:pt idx="313">
                <c:v>8.8426502439995591</c:v>
              </c:pt>
              <c:pt idx="314">
                <c:v>8.7840973349759288</c:v>
              </c:pt>
              <c:pt idx="315">
                <c:v>8.7271183568862565</c:v>
              </c:pt>
              <c:pt idx="316">
                <c:v>8.6718231617449373</c:v>
              </c:pt>
              <c:pt idx="317">
                <c:v>8.6183285198815973</c:v>
              </c:pt>
              <c:pt idx="318">
                <c:v>8.5667584816674847</c:v>
              </c:pt>
              <c:pt idx="319">
                <c:v>8.5172447452724853</c:v>
              </c:pt>
              <c:pt idx="320">
                <c:v>8.4699270283468007</c:v>
              </c:pt>
              <c:pt idx="321">
                <c:v>8.4249534411815787</c:v>
              </c:pt>
              <c:pt idx="322">
                <c:v>8.3824808585584556</c:v>
              </c:pt>
              <c:pt idx="323">
                <c:v>8.3426752871662089</c:v>
              </c:pt>
              <c:pt idx="324">
                <c:v>8.305712225148099</c:v>
              </c:pt>
              <c:pt idx="325">
                <c:v>8.2717770100862467</c:v>
              </c:pt>
              <c:pt idx="326">
                <c:v>8.2410651515217541</c:v>
              </c:pt>
              <c:pt idx="327">
                <c:v>8.2137826440099548</c:v>
              </c:pt>
              <c:pt idx="328">
                <c:v>8.1901462567229757</c:v>
              </c:pt>
              <c:pt idx="329">
                <c:v>8.1703837957899577</c:v>
              </c:pt>
              <c:pt idx="330">
                <c:v>8.1547343359221625</c:v>
              </c:pt>
              <c:pt idx="331">
                <c:v>8.1434484184683686</c:v>
              </c:pt>
              <c:pt idx="332">
                <c:v>8.1367882138869518</c:v>
              </c:pt>
              <c:pt idx="333">
                <c:v>8.1350276477650443</c:v>
              </c:pt>
              <c:pt idx="334">
                <c:v>8.1384524909607165</c:v>
              </c:pt>
              <c:pt idx="335">
                <c:v>8.1473604162194064</c:v>
              </c:pt>
              <c:pt idx="336">
                <c:v>8.1620610257129727</c:v>
              </c:pt>
              <c:pt idx="337">
                <c:v>8.1828758563548742</c:v>
              </c:pt>
              <c:pt idx="338">
                <c:v>8.2101383724247743</c:v>
              </c:pt>
              <c:pt idx="339">
                <c:v>8.2441939579328416</c:v>
              </c:pt>
              <c:pt idx="340">
                <c:v>8.2853999242014318</c:v>
              </c:pt>
              <c:pt idx="341">
                <c:v>8.3341255512396852</c:v>
              </c:pt>
              <c:pt idx="342">
                <c:v>8.3907521845463311</c:v>
              </c:pt>
              <c:pt idx="343">
                <c:v>8.4556734118650976</c:v>
              </c:pt>
              <c:pt idx="344">
                <c:v>8.5292953470532638</c:v>
              </c:pt>
              <c:pt idx="345">
                <c:v>8.6120370504789374</c:v>
              </c:pt>
              <c:pt idx="346">
                <c:v>8.7043311171772793</c:v>
              </c:pt>
              <c:pt idx="347">
                <c:v>8.8066244653104455</c:v>
              </c:pt>
              <c:pt idx="348">
                <c:v>8.9193793582739147</c:v>
              </c:pt>
              <c:pt idx="349">
                <c:v>9.0430746941010742</c:v>
              </c:pt>
              <c:pt idx="350">
                <c:v>9.1782075957391509</c:v>
              </c:pt>
              <c:pt idx="351">
                <c:v>9.3252953353529282</c:v>
              </c:pt>
              <c:pt idx="352">
                <c:v>9.484877625298644</c:v>
              </c:pt>
              <c:pt idx="353">
                <c:v>9.6575193079147876</c:v>
              </c:pt>
              <c:pt idx="354">
                <c:v>9.8438134760200811</c:v>
              </c:pt>
              <c:pt idx="355">
                <c:v>10.044385056211343</c:v>
              </c:pt>
              <c:pt idx="356">
                <c:v>10.259894887871933</c:v>
              </c:pt>
              <c:pt idx="357">
                <c:v>10.491044332428462</c:v>
              </c:pt>
              <c:pt idx="358">
                <c:v>10.738580449951769</c:v>
              </c:pt>
              <c:pt idx="359">
                <c:v>11.003301783732196</c:v>
              </c:pt>
              <c:pt idx="360">
                <c:v>11.286064798060954</c:v>
              </c:pt>
              <c:pt idx="361">
                <c:v>11.587791019944248</c:v>
              </c:pt>
              <c:pt idx="362">
                <c:v>11.909474941852766</c:v>
              </c:pt>
              <c:pt idx="363">
                <c:v>12.252192749489806</c:v>
              </c:pt>
              <c:pt idx="364">
                <c:v>12.617111945631267</c:v>
              </c:pt>
              <c:pt idx="365">
                <c:v>13.005501947733089</c:v>
              </c:pt>
              <c:pt idx="366">
                <c:v>13.418745742341338</c:v>
              </c:pt>
              <c:pt idx="367">
                <c:v>13.858352682289885</c:v>
              </c:pt>
              <c:pt idx="368">
                <c:v>14.325972511297444</c:v>
              </c:pt>
              <c:pt idx="369">
                <c:v>14.823410692730379</c:v>
              </c:pt>
              <c:pt idx="370">
                <c:v>15.352645101196126</c:v>
              </c:pt>
              <c:pt idx="371">
                <c:v>15.915844102565877</c:v>
              </c:pt>
              <c:pt idx="372">
                <c:v>16.515385992846682</c:v>
              </c:pt>
              <c:pt idx="373">
                <c:v>17.153879679105668</c:v>
              </c:pt>
              <c:pt idx="374">
                <c:v>17.834186352341696</c:v>
              </c:pt>
              <c:pt idx="375">
                <c:v>18.559441702942163</c:v>
              </c:pt>
              <c:pt idx="376">
                <c:v>19.333077936219741</c:v>
              </c:pt>
              <c:pt idx="377">
                <c:v>20.158844419903261</c:v>
              </c:pt>
              <c:pt idx="378">
                <c:v>21.040825183062122</c:v>
              </c:pt>
              <c:pt idx="379">
                <c:v>21.983450613227326</c:v>
              </c:pt>
              <c:pt idx="380">
                <c:v>22.991499465407053</c:v>
              </c:pt>
              <c:pt idx="381">
                <c:v>24.070085570482078</c:v>
              </c:pt>
              <c:pt idx="382">
                <c:v>25.224621241499833</c:v>
              </c:pt>
              <c:pt idx="383">
                <c:v>26.460746115569261</c:v>
              </c:pt>
              <c:pt idx="384">
                <c:v>27.784205802279409</c:v>
              </c:pt>
              <c:pt idx="385">
                <c:v>29.200659015202096</c:v>
              </c:pt>
              <c:pt idx="386">
                <c:v>30.715384725010672</c:v>
              </c:pt>
              <c:pt idx="387">
                <c:v>32.332852471379617</c:v>
              </c:pt>
              <c:pt idx="388">
                <c:v>34.056110137705794</c:v>
              </c:pt>
              <c:pt idx="389">
                <c:v>35.885936323209584</c:v>
              </c:pt>
              <c:pt idx="390">
                <c:v>37.819703242157523</c:v>
              </c:pt>
              <c:pt idx="391">
                <c:v>39.849908596229398</c:v>
              </c:pt>
              <c:pt idx="392">
                <c:v>41.962373476854331</c:v>
              </c:pt>
              <c:pt idx="393">
                <c:v>44.134184954093293</c:v>
              </c:pt>
              <c:pt idx="394">
                <c:v>46.331604070490172</c:v>
              </c:pt>
              <c:pt idx="395">
                <c:v>48.508368702646237</c:v>
              </c:pt>
              <c:pt idx="396">
                <c:v>50.605067905754673</c:v>
              </c:pt>
              <c:pt idx="397">
                <c:v>52.550456457670116</c:v>
              </c:pt>
              <c:pt idx="398">
                <c:v>54.265541837415228</c:v>
              </c:pt>
              <c:pt idx="399">
                <c:v>55.670805936524395</c:v>
              </c:pt>
              <c:pt idx="400">
                <c:v>56.695938027584972</c:v>
              </c:pt>
              <c:pt idx="401">
                <c:v>57.290202743839018</c:v>
              </c:pt>
              <c:pt idx="402">
                <c:v>57.430684038254299</c:v>
              </c:pt>
              <c:pt idx="403">
                <c:v>57.125836453610837</c:v>
              </c:pt>
              <c:pt idx="404">
                <c:v>56.413213133513757</c:v>
              </c:pt>
              <c:pt idx="405">
                <c:v>55.352259474835066</c:v>
              </c:pt>
              <c:pt idx="406">
                <c:v>54.014571237252412</c:v>
              </c:pt>
              <c:pt idx="407">
                <c:v>52.474322768312106</c:v>
              </c:pt>
              <c:pt idx="408">
                <c:v>50.800804345910613</c:v>
              </c:pt>
              <c:pt idx="409">
                <c:v>49.053829299283827</c:v>
              </c:pt>
              <c:pt idx="410">
                <c:v>47.281802359596846</c:v>
              </c:pt>
              <c:pt idx="411">
                <c:v>45.521741786632525</c:v>
              </c:pt>
              <c:pt idx="412">
                <c:v>43.800462790086193</c:v>
              </c:pt>
              <c:pt idx="413">
                <c:v>42.13627612117606</c:v>
              </c:pt>
              <c:pt idx="414">
                <c:v>40.540770977614159</c:v>
              </c:pt>
              <c:pt idx="415">
                <c:v>39.020443286381429</c:v>
              </c:pt>
              <c:pt idx="416">
                <c:v>37.578066973927314</c:v>
              </c:pt>
              <c:pt idx="417">
                <c:v>36.213788521814337</c:v>
              </c:pt>
              <c:pt idx="418">
                <c:v>34.925967718750023</c:v>
              </c:pt>
              <c:pt idx="419">
                <c:v>33.71180468312609</c:v>
              </c:pt>
              <c:pt idx="420">
                <c:v>32.567796201844651</c:v>
              </c:pt>
              <c:pt idx="421">
                <c:v>31.490060572778319</c:v>
              </c:pt>
              <c:pt idx="422">
                <c:v>30.474563734537398</c:v>
              </c:pt>
              <c:pt idx="423">
                <c:v>29.517272750849436</c:v>
              </c:pt>
              <c:pt idx="424">
                <c:v>28.614256695979996</c:v>
              </c:pt>
              <c:pt idx="425">
                <c:v>27.761750003054093</c:v>
              </c:pt>
              <c:pt idx="426">
                <c:v>26.956189400990191</c:v>
              </c:pt>
              <c:pt idx="427">
                <c:v>26.194232551553032</c:v>
              </c:pt>
              <c:pt idx="428">
                <c:v>25.47276423730959</c:v>
              </c:pt>
              <c:pt idx="429">
                <c:v>24.788894280812968</c:v>
              </c:pt>
              <c:pt idx="430">
                <c:v>24.139950154697104</c:v>
              </c:pt>
              <c:pt idx="431">
                <c:v>23.523466357598075</c:v>
              </c:pt>
              <c:pt idx="432">
                <c:v>22.937171994312699</c:v>
              </c:pt>
              <c:pt idx="433">
                <c:v>22.378977543237678</c:v>
              </c:pt>
              <c:pt idx="434">
                <c:v>21.84696147037479</c:v>
              </c:pt>
              <c:pt idx="435">
                <c:v>21.339357120504562</c:v>
              </c:pt>
              <c:pt idx="436">
                <c:v>20.854540155601487</c:v>
              </c:pt>
              <c:pt idx="437">
                <c:v>20.391016699060931</c:v>
              </c:pt>
              <c:pt idx="438">
                <c:v>19.947412267611924</c:v>
              </c:pt>
              <c:pt idx="439">
                <c:v>19.522461520861935</c:v>
              </c:pt>
              <c:pt idx="440">
                <c:v>19.11499882412971</c:v>
              </c:pt>
              <c:pt idx="441">
                <c:v>18.723949598097832</c:v>
              </c:pt>
              <c:pt idx="442">
                <c:v>18.348322415459844</c:v>
              </c:pt>
              <c:pt idx="443">
                <c:v>17.987201797213373</c:v>
              </c:pt>
              <c:pt idx="444">
                <c:v>17.639741657847274</c:v>
              </c:pt>
              <c:pt idx="445">
                <c:v>17.305159347989044</c:v>
              </c:pt>
              <c:pt idx="446">
                <c:v>16.98273024411348</c:v>
              </c:pt>
              <c:pt idx="447">
                <c:v>16.671782837160759</c:v>
              </c:pt>
              <c:pt idx="448">
                <c:v>16.371694274719935</c:v>
              </c:pt>
              <c:pt idx="449">
                <c:v>16.081886314607591</c:v>
              </c:pt>
              <c:pt idx="450">
                <c:v>15.801821651000241</c:v>
              </c:pt>
              <c:pt idx="451">
                <c:v>15.531000577511142</c:v>
              </c:pt>
              <c:pt idx="452">
                <c:v>15.268957954799992</c:v>
              </c:pt>
              <c:pt idx="453">
                <c:v>15.015260453266544</c:v>
              </c:pt>
              <c:pt idx="454">
                <c:v>14.769504044190208</c:v>
              </c:pt>
              <c:pt idx="455">
                <c:v>14.531311715241701</c:v>
              </c:pt>
              <c:pt idx="456">
                <c:v>14.300331388671554</c:v>
              </c:pt>
              <c:pt idx="457">
                <c:v>14.076234022615717</c:v>
              </c:pt>
              <c:pt idx="458">
                <c:v>13.858711877927078</c:v>
              </c:pt>
              <c:pt idx="459">
                <c:v>13.647476934702089</c:v>
              </c:pt>
              <c:pt idx="460">
                <c:v>13.442259444258484</c:v>
              </c:pt>
              <c:pt idx="461">
                <c:v>13.242806603755545</c:v>
              </c:pt>
              <c:pt idx="462">
                <c:v>13.048881341940081</c:v>
              </c:pt>
              <c:pt idx="463">
                <c:v>12.860261205642582</c:v>
              </c:pt>
              <c:pt idx="464">
                <c:v>12.676737337691545</c:v>
              </c:pt>
              <c:pt idx="465">
                <c:v>12.498113537848678</c:v>
              </c:pt>
              <c:pt idx="466">
                <c:v>12.32420539916971</c:v>
              </c:pt>
              <c:pt idx="467">
                <c:v>12.1548395129811</c:v>
              </c:pt>
              <c:pt idx="468">
                <c:v>11.989852736295385</c:v>
              </c:pt>
              <c:pt idx="469">
                <c:v>11.829091516096812</c:v>
              </c:pt>
              <c:pt idx="470">
                <c:v>11.672411265477145</c:v>
              </c:pt>
              <c:pt idx="471">
                <c:v>11.519675787057686</c:v>
              </c:pt>
              <c:pt idx="472">
                <c:v>11.370756739588421</c:v>
              </c:pt>
              <c:pt idx="473">
                <c:v>11.225533143981377</c:v>
              </c:pt>
              <c:pt idx="474">
                <c:v>11.083890925406031</c:v>
              </c:pt>
              <c:pt idx="475">
                <c:v>10.945722488358237</c:v>
              </c:pt>
              <c:pt idx="476">
                <c:v>10.81092632192658</c:v>
              </c:pt>
              <c:pt idx="477">
                <c:v>10.679406632707986</c:v>
              </c:pt>
              <c:pt idx="478">
                <c:v>10.551073003067321</c:v>
              </c:pt>
              <c:pt idx="479">
                <c:v>10.425840072634019</c:v>
              </c:pt>
              <c:pt idx="480">
                <c:v>10.303627241121633</c:v>
              </c:pt>
              <c:pt idx="481">
                <c:v>10.184358390717223</c:v>
              </c:pt>
              <c:pt idx="482">
                <c:v>10.067961626441653</c:v>
              </c:pt>
              <c:pt idx="483">
                <c:v>9.9543690330247454</c:v>
              </c:pt>
              <c:pt idx="484">
                <c:v>9.8435164469562046</c:v>
              </c:pt>
              <c:pt idx="485">
                <c:v>9.7353432424912825</c:v>
              </c:pt>
              <c:pt idx="486">
                <c:v>9.6297921304924969</c:v>
              </c:pt>
              <c:pt idx="487">
                <c:v>9.5268089690857831</c:v>
              </c:pt>
              <c:pt idx="488">
                <c:v>9.4263425851875002</c:v>
              </c:pt>
              <c:pt idx="489">
                <c:v>9.3283446060442063</c:v>
              </c:pt>
              <c:pt idx="490">
                <c:v>9.2327692999996689</c:v>
              </c:pt>
              <c:pt idx="491">
                <c:v>9.1395734257598065</c:v>
              </c:pt>
              <c:pt idx="492">
                <c:v>9.0487160895005907</c:v>
              </c:pt>
              <c:pt idx="493">
                <c:v>8.9601586092079319</c:v>
              </c:pt>
              <c:pt idx="494">
                <c:v>8.8738643856963435</c:v>
              </c:pt>
              <c:pt idx="495">
                <c:v>8.7897987798002077</c:v>
              </c:pt>
              <c:pt idx="496">
                <c:v>8.7079289952735301</c:v>
              </c:pt>
              <c:pt idx="497">
                <c:v>8.6282239669763054</c:v>
              </c:pt>
              <c:pt idx="498">
                <c:v>8.550654253965801</c:v>
              </c:pt>
              <c:pt idx="499">
                <c:v>8.4751919371424087</c:v>
              </c:pt>
              <c:pt idx="500">
                <c:v>8.4018105211370706</c:v>
              </c:pt>
              <c:pt idx="501">
                <c:v>8.3304848401582774</c:v>
              </c:pt>
              <c:pt idx="502">
                <c:v>8.2611909675410704</c:v>
              </c:pt>
              <c:pt idx="503">
                <c:v>8.1939061287761596</c:v>
              </c:pt>
              <c:pt idx="504">
                <c:v>8.1286086178145887</c:v>
              </c:pt>
              <c:pt idx="505">
                <c:v>8.0652777164751761</c:v>
              </c:pt>
              <c:pt idx="506">
                <c:v>8.0038936167970078</c:v>
              </c:pt>
              <c:pt idx="507">
                <c:v>7.9444373462092388</c:v>
              </c:pt>
              <c:pt idx="508">
                <c:v>7.8868906954017781</c:v>
              </c:pt>
              <c:pt idx="509">
                <c:v>7.8312361488054387</c:v>
              </c:pt>
              <c:pt idx="510">
                <c:v>7.777456817603019</c:v>
              </c:pt>
              <c:pt idx="511">
                <c:v>7.7255363752125668</c:v>
              </c:pt>
              <c:pt idx="512">
                <c:v>7.6754589951932388</c:v>
              </c:pt>
              <c:pt idx="513">
                <c:v>7.6272092915436822</c:v>
              </c:pt>
              <c:pt idx="514">
                <c:v>7.5807722613694013</c:v>
              </c:pt>
              <c:pt idx="515">
                <c:v>7.5361332299091597</c:v>
              </c:pt>
              <c:pt idx="516">
                <c:v>7.4932777979167922</c:v>
              </c:pt>
              <c:pt idx="517">
                <c:v>7.4521917914063742</c:v>
              </c:pt>
              <c:pt idx="518">
                <c:v>7.4128612137709897</c:v>
              </c:pt>
              <c:pt idx="519">
                <c:v>7.3752722002918283</c:v>
              </c:pt>
              <c:pt idx="520">
                <c:v>7.3394109750589767</c:v>
              </c:pt>
              <c:pt idx="521">
                <c:v>7.3052638103247567</c:v>
              </c:pt>
              <c:pt idx="522">
                <c:v>7.2728169883141893</c:v>
              </c:pt>
              <c:pt idx="523">
                <c:v>7.2420567655127206</c:v>
              </c:pt>
              <c:pt idx="524">
                <c:v>7.2129693394545829</c:v>
              </c:pt>
              <c:pt idx="525">
                <c:v>7.1855408180262019</c:v>
              </c:pt>
              <c:pt idx="526">
                <c:v>7.1597571913003293</c:v>
              </c:pt>
              <c:pt idx="527">
                <c:v>7.1356043059071546</c:v>
              </c:pt>
              <c:pt idx="528">
                <c:v>7.1130678419451279</c:v>
              </c:pt>
              <c:pt idx="529">
                <c:v>7.0921332924252187</c:v>
              </c:pt>
              <c:pt idx="530">
                <c:v>7.0727859452364035</c:v>
              </c:pt>
              <c:pt idx="531">
                <c:v>7.0550108676098544</c:v>
              </c:pt>
              <c:pt idx="532">
                <c:v>7.0387928930523431</c:v>
              </c:pt>
              <c:pt idx="533">
                <c:v>7.0241166107086412</c:v>
              </c:pt>
              <c:pt idx="534">
                <c:v>7.0109663571047554</c:v>
              </c:pt>
              <c:pt idx="535">
                <c:v>6.9993262102130176</c:v>
              </c:pt>
              <c:pt idx="536">
                <c:v>6.9891799857726973</c:v>
              </c:pt>
              <c:pt idx="537">
                <c:v>6.9805112357885299</c:v>
              </c:pt>
              <c:pt idx="538">
                <c:v>6.9733032491231439</c:v>
              </c:pt>
              <c:pt idx="539">
                <c:v>6.967539054089916</c:v>
              </c:pt>
              <c:pt idx="540">
                <c:v>6.9632014229456098</c:v>
              </c:pt>
              <c:pt idx="541">
                <c:v>6.9602728781755916</c:v>
              </c:pt>
              <c:pt idx="542">
                <c:v>6.9587357004581918</c:v>
              </c:pt>
              <c:pt idx="543">
                <c:v>6.9585719381896869</c:v>
              </c:pt>
              <c:pt idx="544">
                <c:v>6.9597634184474613</c:v>
              </c:pt>
              <c:pt idx="545">
                <c:v>6.9622917592650611</c:v>
              </c:pt>
              <c:pt idx="546">
                <c:v>6.966138383091149</c:v>
              </c:pt>
              <c:pt idx="547">
                <c:v>6.9712845313028069</c:v>
              </c:pt>
              <c:pt idx="548">
                <c:v>6.9777112796435388</c:v>
              </c:pt>
              <c:pt idx="549">
                <c:v>6.9853995544564009</c:v>
              </c:pt>
              <c:pt idx="550">
                <c:v>6.9943301495850667</c:v>
              </c:pt>
              <c:pt idx="551">
                <c:v>7.0044837438173655</c:v>
              </c:pt>
              <c:pt idx="552">
                <c:v>7.0158409187496584</c:v>
              </c:pt>
              <c:pt idx="553">
                <c:v>7.028382176953774</c:v>
              </c:pt>
              <c:pt idx="554">
                <c:v>7.0420879603332365</c:v>
              </c:pt>
              <c:pt idx="555">
                <c:v>7.0569386685611573</c:v>
              </c:pt>
              <c:pt idx="556">
                <c:v>7.0729146774970859</c:v>
              </c:pt>
              <c:pt idx="557">
                <c:v>7.0899963574871014</c:v>
              </c:pt>
              <c:pt idx="558">
                <c:v>7.108164091456989</c:v>
              </c:pt>
              <c:pt idx="559">
                <c:v>7.127398292716868</c:v>
              </c:pt>
              <c:pt idx="560">
                <c:v>7.147679422400472</c:v>
              </c:pt>
              <c:pt idx="561">
                <c:v>7.1689880064709772</c:v>
              </c:pt>
              <c:pt idx="562">
                <c:v>7.1913046522318052</c:v>
              </c:pt>
              <c:pt idx="563">
                <c:v>7.2146100642874824</c:v>
              </c:pt>
              <c:pt idx="564">
                <c:v>7.2388850599074388</c:v>
              </c:pt>
              <c:pt idx="565">
                <c:v>7.2641105837521369</c:v>
              </c:pt>
              <c:pt idx="566">
                <c:v>7.2902677219268712</c:v>
              </c:pt>
              <c:pt idx="567">
                <c:v>7.3173377153356913</c:v>
              </c:pt>
              <c:pt idx="568">
                <c:v>7.345301972313611</c:v>
              </c:pt>
              <c:pt idx="569">
                <c:v>7.3741420805209863</c:v>
              </c:pt>
              <c:pt idx="570">
                <c:v>7.4038398180897032</c:v>
              </c:pt>
              <c:pt idx="571">
                <c:v>7.4343771640150367</c:v>
              </c:pt>
              <c:pt idx="572">
                <c:v>7.4657363077921195</c:v>
              </c:pt>
              <c:pt idx="573">
                <c:v>7.4978996583012307</c:v>
              </c:pt>
              <c:pt idx="574">
                <c:v>7.5308498519464466</c:v>
              </c:pt>
              <c:pt idx="575">
                <c:v>7.5645697600624082</c:v>
              </c:pt>
              <c:pt idx="576">
                <c:v>7.5990424955983054</c:v>
              </c:pt>
              <c:pt idx="577">
                <c:v>7.6342514190984083</c:v>
              </c:pt>
              <c:pt idx="578">
                <c:v>7.6701801439981274</c:v>
              </c:pt>
              <c:pt idx="579">
                <c:v>7.7068125412534307</c:v>
              </c:pt>
              <c:pt idx="580">
                <c:v>7.7441327433308054</c:v>
              </c:pt>
              <c:pt idx="581">
                <c:v>7.7821251475777791</c:v>
              </c:pt>
              <c:pt idx="582">
                <c:v>7.8207744190015003</c:v>
              </c:pt>
              <c:pt idx="583">
                <c:v>7.8600654924808087</c:v>
              </c:pt>
              <c:pt idx="584">
                <c:v>7.8999835744382834</c:v>
              </c:pt>
              <c:pt idx="585">
                <c:v>7.9405141440004501</c:v>
              </c:pt>
              <c:pt idx="586">
                <c:v>7.9816429536718445</c:v>
              </c:pt>
              <c:pt idx="587">
                <c:v>8.0233560295521258</c:v>
              </c:pt>
              <c:pt idx="588">
                <c:v>8.0656396711218221</c:v>
              </c:pt>
              <c:pt idx="589">
                <c:v>8.1084804506255743</c:v>
              </c:pt>
              <c:pt idx="590">
                <c:v>8.1518652120769115</c:v>
              </c:pt>
              <c:pt idx="591">
                <c:v>8.1957810699139841</c:v>
              </c:pt>
              <c:pt idx="592">
                <c:v>8.2402154073280673</c:v>
              </c:pt>
              <c:pt idx="593">
                <c:v>8.2851558742918225</c:v>
              </c:pt>
              <c:pt idx="594">
                <c:v>8.3305903853113392</c:v>
              </c:pt>
              <c:pt idx="595">
                <c:v>8.3765071169231913</c:v>
              </c:pt>
              <c:pt idx="596">
                <c:v>8.4228945049606274</c:v>
              </c:pt>
              <c:pt idx="597">
                <c:v>8.4697412416098281</c:v>
              </c:pt>
              <c:pt idx="598">
                <c:v>8.5170362722759769</c:v>
              </c:pt>
              <c:pt idx="599">
                <c:v>8.5647687922784641</c:v>
              </c:pt>
              <c:pt idx="600">
                <c:v>8.6129282433957233</c:v>
              </c:pt>
              <c:pt idx="601">
                <c:v>8.6615043102742</c:v>
              </c:pt>
              <c:pt idx="602">
                <c:v>8.7104869167207184</c:v>
              </c:pt>
              <c:pt idx="603">
                <c:v>8.7598662218930858</c:v>
              </c:pt>
              <c:pt idx="604">
                <c:v>8.8096326164014052</c:v>
              </c:pt>
              <c:pt idx="605">
                <c:v>8.8597767183397096</c:v>
              </c:pt>
              <c:pt idx="606">
                <c:v>8.9102893692543592</c:v>
              </c:pt>
              <c:pt idx="607">
                <c:v>8.9611616300646038</c:v>
              </c:pt>
              <c:pt idx="608">
                <c:v>9.0123847769474281</c:v>
              </c:pt>
              <c:pt idx="609">
                <c:v>9.0639502971957846</c:v>
              </c:pt>
              <c:pt idx="610">
                <c:v>9.1158498850592249</c:v>
              </c:pt>
              <c:pt idx="611">
                <c:v>9.1680754375777092</c:v>
              </c:pt>
              <c:pt idx="612">
                <c:v>9.2206190504169072</c:v>
              </c:pt>
              <c:pt idx="613">
                <c:v>9.2734730137109338</c:v>
              </c:pt>
              <c:pt idx="614">
                <c:v>9.3266298079201508</c:v>
              </c:pt>
              <c:pt idx="615">
                <c:v>9.3800820997120393</c:v>
              </c:pt>
              <c:pt idx="616">
                <c:v>9.4338227378701056</c:v>
              </c:pt>
              <c:pt idx="617">
                <c:v>9.4878447492335969</c:v>
              </c:pt>
              <c:pt idx="618">
                <c:v>9.5421413346774937</c:v>
              </c:pt>
              <c:pt idx="619">
                <c:v>9.5967058651338562</c:v>
              </c:pt>
              <c:pt idx="620">
                <c:v>9.6515318776581758</c:v>
              </c:pt>
              <c:pt idx="621">
                <c:v>9.7066130715470624</c:v>
              </c:pt>
              <c:pt idx="622">
                <c:v>9.761943304507005</c:v>
              </c:pt>
              <c:pt idx="623">
                <c:v>9.8175165888792844</c:v>
              </c:pt>
              <c:pt idx="624">
                <c:v>9.8733270879213126</c:v>
              </c:pt>
              <c:pt idx="625">
                <c:v>9.9293691121493861</c:v>
              </c:pt>
              <c:pt idx="626">
                <c:v>9.9856371157405146</c:v>
              </c:pt>
              <c:pt idx="627">
                <c:v>10.042125692998933</c:v>
              </c:pt>
              <c:pt idx="628">
                <c:v>10.098829574885393</c:v>
              </c:pt>
              <c:pt idx="629">
                <c:v>10.155743625611345</c:v>
              </c:pt>
              <c:pt idx="630">
                <c:v>10.212862839299687</c:v>
              </c:pt>
              <c:pt idx="631">
                <c:v>10.270182336710029</c:v>
              </c:pt>
              <c:pt idx="632">
                <c:v>10.327697362032408</c:v>
              </c:pt>
              <c:pt idx="633">
                <c:v>10.385403279746027</c:v>
              </c:pt>
              <c:pt idx="634">
                <c:v>10.443295571544914</c:v>
              </c:pt>
              <c:pt idx="635">
                <c:v>10.501369833331783</c:v>
              </c:pt>
              <c:pt idx="636">
                <c:v>10.559621772275513</c:v>
              </c:pt>
              <c:pt idx="637">
                <c:v>10.618047203936833</c:v>
              </c:pt>
              <c:pt idx="638">
                <c:v>10.676642049459073</c:v>
              </c:pt>
              <c:pt idx="639">
                <c:v>10.735402332821982</c:v>
              </c:pt>
              <c:pt idx="640">
                <c:v>10.794324178163681</c:v>
              </c:pt>
              <c:pt idx="641">
                <c:v>10.853403807162557</c:v>
              </c:pt>
              <c:pt idx="642">
                <c:v>10.91263753648327</c:v>
              </c:pt>
              <c:pt idx="643">
                <c:v>10.972021775285375</c:v>
              </c:pt>
              <c:pt idx="644">
                <c:v>11.031553022793174</c:v>
              </c:pt>
              <c:pt idx="645">
                <c:v>11.09122786592361</c:v>
              </c:pt>
              <c:pt idx="646">
                <c:v>11.1510429769771</c:v>
              </c:pt>
              <c:pt idx="647">
                <c:v>11.210995111382243</c:v>
              </c:pt>
              <c:pt idx="648">
                <c:v>11.271081105501594</c:v>
              </c:pt>
              <c:pt idx="649">
                <c:v>11.331297874490806</c:v>
              </c:pt>
              <c:pt idx="650">
                <c:v>11.391642410214661</c:v>
              </c:pt>
              <c:pt idx="651">
                <c:v>11.45211177921612</c:v>
              </c:pt>
              <c:pt idx="652">
                <c:v>11.512703120738243</c:v>
              </c:pt>
              <c:pt idx="653">
                <c:v>11.573413644798791</c:v>
              </c:pt>
              <c:pt idx="654">
                <c:v>11.634240630314034</c:v>
              </c:pt>
              <c:pt idx="655">
                <c:v>11.695181423274382</c:v>
              </c:pt>
              <c:pt idx="656">
                <c:v>11.756233434965294</c:v>
              </c:pt>
              <c:pt idx="657">
                <c:v>11.817394140239591</c:v>
              </c:pt>
              <c:pt idx="658">
                <c:v>11.878661075831994</c:v>
              </c:pt>
              <c:pt idx="659">
                <c:v>11.940031838722186</c:v>
              </c:pt>
              <c:pt idx="660">
                <c:v>12.001504084539922</c:v>
              </c:pt>
              <c:pt idx="661">
                <c:v>12.063075526013696</c:v>
              </c:pt>
              <c:pt idx="662">
                <c:v>12.124743931463323</c:v>
              </c:pt>
              <c:pt idx="663">
                <c:v>12.186507123328955</c:v>
              </c:pt>
              <c:pt idx="664">
                <c:v>12.248362976745657</c:v>
              </c:pt>
              <c:pt idx="665">
                <c:v>12.31030941815326</c:v>
              </c:pt>
              <c:pt idx="666">
                <c:v>12.372344423944204</c:v>
              </c:pt>
              <c:pt idx="667">
                <c:v>12.434466019151053</c:v>
              </c:pt>
              <c:pt idx="668">
                <c:v>12.496672276166967</c:v>
              </c:pt>
              <c:pt idx="669">
                <c:v>12.558961313502653</c:v>
              </c:pt>
              <c:pt idx="670">
                <c:v>12.621331294577935</c:v>
              </c:pt>
              <c:pt idx="671">
                <c:v>12.683780426546104</c:v>
              </c:pt>
              <c:pt idx="672">
                <c:v>12.746306959149003</c:v>
              </c:pt>
              <c:pt idx="673">
                <c:v>12.808909183607774</c:v>
              </c:pt>
              <c:pt idx="674">
                <c:v>12.871585431538859</c:v>
              </c:pt>
              <c:pt idx="675">
                <c:v>12.934334073904594</c:v>
              </c:pt>
              <c:pt idx="676">
                <c:v>12.997153519989547</c:v>
              </c:pt>
              <c:pt idx="677">
                <c:v>13.060042216406522</c:v>
              </c:pt>
              <c:pt idx="678">
                <c:v>13.122998646129997</c:v>
              </c:pt>
              <c:pt idx="679">
                <c:v>13.186021327556054</c:v>
              </c:pt>
              <c:pt idx="680">
                <c:v>13.249108813587512</c:v>
              </c:pt>
              <c:pt idx="681">
                <c:v>13.312259690745575</c:v>
              </c:pt>
              <c:pt idx="682">
                <c:v>13.375472578304837</c:v>
              </c:pt>
              <c:pt idx="683">
                <c:v>13.438746127452546</c:v>
              </c:pt>
              <c:pt idx="684">
                <c:v>13.502079020471118</c:v>
              </c:pt>
              <c:pt idx="685">
                <c:v>13.565469969943567</c:v>
              </c:pt>
              <c:pt idx="686">
                <c:v>13.628917717979746</c:v>
              </c:pt>
              <c:pt idx="687">
                <c:v>13.692421035464342</c:v>
              </c:pt>
              <c:pt idx="688">
                <c:v>13.755978721325965</c:v>
              </c:pt>
              <c:pt idx="689">
                <c:v>13.819589601825431</c:v>
              </c:pt>
              <c:pt idx="690">
                <c:v>13.883252529864702</c:v>
              </c:pt>
              <c:pt idx="691">
                <c:v>13.946966384312885</c:v>
              </c:pt>
              <c:pt idx="692">
                <c:v>14.010730069353471</c:v>
              </c:pt>
              <c:pt idx="693">
                <c:v>14.074542513845897</c:v>
              </c:pt>
              <c:pt idx="694">
                <c:v>14.138402670708572</c:v>
              </c:pt>
              <c:pt idx="695">
                <c:v>14.202309516314262</c:v>
              </c:pt>
              <c:pt idx="696">
                <c:v>14.266262049905887</c:v>
              </c:pt>
              <c:pt idx="697">
                <c:v>14.330259293025897</c:v>
              </c:pt>
              <c:pt idx="698">
                <c:v>14.394300288962128</c:v>
              </c:pt>
              <c:pt idx="699">
                <c:v>14.458384102207322</c:v>
              </c:pt>
              <c:pt idx="700">
                <c:v>14.522509817935751</c:v>
              </c:pt>
              <c:pt idx="701">
                <c:v>14.586676541491418</c:v>
              </c:pt>
              <c:pt idx="702">
                <c:v>14.650883397891565</c:v>
              </c:pt>
              <c:pt idx="703">
                <c:v>14.715129531342638</c:v>
              </c:pt>
              <c:pt idx="704">
                <c:v>14.779414104770826</c:v>
              </c:pt>
              <c:pt idx="705">
                <c:v>14.843736299363194</c:v>
              </c:pt>
              <c:pt idx="706">
                <c:v>14.908095314122619</c:v>
              </c:pt>
              <c:pt idx="707">
                <c:v>14.972490365433421</c:v>
              </c:pt>
              <c:pt idx="708">
                <c:v>15.036920686640167</c:v>
              </c:pt>
              <c:pt idx="709">
                <c:v>15.101385527636165</c:v>
              </c:pt>
              <c:pt idx="710">
                <c:v>15.165884154463667</c:v>
              </c:pt>
              <c:pt idx="711">
                <c:v>15.230415848924427</c:v>
              </c:pt>
              <c:pt idx="712">
                <c:v>15.294979908201245</c:v>
              </c:pt>
              <c:pt idx="713">
                <c:v>15.359575644488237</c:v>
              </c:pt>
              <c:pt idx="714">
                <c:v>15.424202384632506</c:v>
              </c:pt>
              <c:pt idx="715">
                <c:v>15.488859469783392</c:v>
              </c:pt>
              <c:pt idx="716">
                <c:v>15.553546255052749</c:v>
              </c:pt>
              <c:pt idx="717">
                <c:v>15.618262109183007</c:v>
              </c:pt>
              <c:pt idx="718">
                <c:v>15.683006414223561</c:v>
              </c:pt>
              <c:pt idx="719">
                <c:v>15.747778565218187</c:v>
              </c:pt>
              <c:pt idx="720">
                <c:v>15.812577969896633</c:v>
              </c:pt>
              <c:pt idx="721">
                <c:v>15.877404048377462</c:v>
              </c:pt>
              <c:pt idx="722">
                <c:v>15.942256232877567</c:v>
              </c:pt>
              <c:pt idx="723">
                <c:v>16.007133967428114</c:v>
              </c:pt>
              <c:pt idx="724">
                <c:v>16.072036707599796</c:v>
              </c:pt>
              <c:pt idx="725">
                <c:v>16.136963920234727</c:v>
              </c:pt>
              <c:pt idx="726">
                <c:v>16.201915083182957</c:v>
              </c:pt>
              <c:pt idx="727">
                <c:v>16.266889685049339</c:v>
              </c:pt>
              <c:pt idx="728">
                <c:v>16.331887224944204</c:v>
              </c:pt>
              <c:pt idx="729">
                <c:v>16.396907212241377</c:v>
              </c:pt>
              <c:pt idx="730">
                <c:v>16.461949166342414</c:v>
              </c:pt>
              <c:pt idx="731">
                <c:v>16.527012616447006</c:v>
              </c:pt>
              <c:pt idx="732">
                <c:v>16.592097101328104</c:v>
              </c:pt>
              <c:pt idx="733">
                <c:v>16.65720216911507</c:v>
              </c:pt>
              <c:pt idx="734">
                <c:v>16.722327377078837</c:v>
              </c:pt>
              <c:pt idx="735">
                <c:v>16.787472291426173</c:v>
              </c:pt>
              <c:pt idx="736">
                <c:v>16.852636487097161</c:v>
              </c:pt>
              <c:pt idx="737">
                <c:v>16.917819547566985</c:v>
              </c:pt>
              <c:pt idx="738">
                <c:v>16.983021064654967</c:v>
              </c:pt>
              <c:pt idx="739">
                <c:v>17.04824063833648</c:v>
              </c:pt>
              <c:pt idx="740">
                <c:v>17.113477876560523</c:v>
              </c:pt>
              <c:pt idx="741">
                <c:v>17.178732395071687</c:v>
              </c:pt>
              <c:pt idx="742">
                <c:v>17.24400381723574</c:v>
              </c:pt>
              <c:pt idx="743">
                <c:v>17.309291773870349</c:v>
              </c:pt>
              <c:pt idx="744">
                <c:v>17.374595903081136</c:v>
              </c:pt>
              <c:pt idx="745">
                <c:v>17.439915850098956</c:v>
              </c:pt>
              <c:pt idx="746">
                <c:v>17.50525126712277</c:v>
              </c:pt>
              <c:pt idx="747">
                <c:v>17.570601813167155</c:v>
              </c:pt>
              <c:pt idx="748">
                <c:v>17.635967153912315</c:v>
              </c:pt>
              <c:pt idx="749">
                <c:v>17.701346961557725</c:v>
              </c:pt>
              <c:pt idx="750">
                <c:v>17.7667409146807</c:v>
              </c:pt>
              <c:pt idx="751">
                <c:v>17.832148698095988</c:v>
              </c:pt>
              <c:pt idx="752">
                <c:v>17.897570002722144</c:v>
              </c:pt>
              <c:pt idx="753">
                <c:v>17.963004525447566</c:v>
              </c:pt>
              <c:pt idx="754">
                <c:v>18.028451969001569</c:v>
              </c:pt>
              <c:pt idx="755">
                <c:v>18.093912041830357</c:v>
              </c:pt>
              <c:pt idx="756">
                <c:v>18.159384457971015</c:v>
              </c:pt>
              <c:pt idx="757">
                <c:v>18.2248689369343</c:v>
              </c:pt>
              <c:pt idx="758">
                <c:v>18.290365203585676</c:v>
              </c:pt>
              <c:pt idx="759">
                <c:v>18.355872988031681</c:v>
              </c:pt>
              <c:pt idx="760">
                <c:v>18.421392025508133</c:v>
              </c:pt>
              <c:pt idx="761">
                <c:v>18.486922056272007</c:v>
              </c:pt>
              <c:pt idx="762">
                <c:v>18.55246282549313</c:v>
              </c:pt>
              <c:pt idx="763">
                <c:v>18.618014083152413</c:v>
              </c:pt>
              <c:pt idx="764">
                <c:v>18.683575583938648</c:v>
              </c:pt>
              <c:pt idx="765">
                <c:v>18.749147087151226</c:v>
              </c:pt>
              <c:pt idx="766">
                <c:v>18.814728356602089</c:v>
              </c:pt>
              <c:pt idx="767">
                <c:v>18.880319160521449</c:v>
              </c:pt>
              <c:pt idx="768">
                <c:v>18.945919271465502</c:v>
              </c:pt>
              <c:pt idx="769">
                <c:v>19.011528466227755</c:v>
              </c:pt>
              <c:pt idx="770">
                <c:v>19.077146525748464</c:v>
              </c:pt>
              <c:pt idx="771">
                <c:v>19.142773235031136</c:v>
              </c:pt>
              <c:pt idx="772">
                <c:v>19.208408383056298</c:v>
              </c:pt>
              <c:pt idx="773">
                <c:v>19.274051762701852</c:v>
              </c:pt>
              <c:pt idx="774">
                <c:v>19.339703170660517</c:v>
              </c:pt>
              <c:pt idx="775">
                <c:v>19.405362407363487</c:v>
              </c:pt>
              <c:pt idx="776">
                <c:v>19.47102927690208</c:v>
              </c:pt>
              <c:pt idx="777">
                <c:v>19.536703586955195</c:v>
              </c:pt>
              <c:pt idx="778">
                <c:v>19.602385148714333</c:v>
              </c:pt>
              <c:pt idx="779">
                <c:v>19.668073776812161</c:v>
              </c:pt>
              <c:pt idx="780">
                <c:v>19.733769289254429</c:v>
              </c:pt>
              <c:pt idx="781">
                <c:v>19.799471507350304</c:v>
              </c:pt>
              <c:pt idx="782">
                <c:v>19.865180255645619</c:v>
              </c:pt>
              <c:pt idx="783">
                <c:v>19.930895361859054</c:v>
              </c:pt>
              <c:pt idx="784">
                <c:v>19.996616656816624</c:v>
              </c:pt>
              <c:pt idx="785">
                <c:v>20.062343974391226</c:v>
              </c:pt>
              <c:pt idx="786">
                <c:v>20.128077151439879</c:v>
              </c:pt>
              <c:pt idx="787">
                <c:v>20.193816027745591</c:v>
              </c:pt>
              <c:pt idx="788">
                <c:v>20.259560445958893</c:v>
              </c:pt>
              <c:pt idx="789">
                <c:v>20.325310251540085</c:v>
              </c:pt>
              <c:pt idx="790">
                <c:v>20.391065292705125</c:v>
              </c:pt>
              <c:pt idx="791">
                <c:v>20.456825420369672</c:v>
              </c:pt>
              <c:pt idx="792">
                <c:v>20.522590488096238</c:v>
              </c:pt>
              <c:pt idx="793">
                <c:v>20.588360352042812</c:v>
              </c:pt>
              <c:pt idx="794">
                <c:v>20.65413487091152</c:v>
              </c:pt>
              <c:pt idx="795">
                <c:v>20.71991390589849</c:v>
              </c:pt>
              <c:pt idx="796">
                <c:v>20.785697320645689</c:v>
              </c:pt>
              <c:pt idx="797">
                <c:v>20.851484981192993</c:v>
              </c:pt>
              <c:pt idx="798">
                <c:v>20.917276755931322</c:v>
              </c:pt>
              <c:pt idx="799">
                <c:v>20.983072515557776</c:v>
              </c:pt>
              <c:pt idx="800">
                <c:v>21.048872133030002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716A-403C-8694-1FBD5F661455}"/>
            </c:ext>
          </c:extLst>
        </c:ser>
        <c:ser>
          <c:idx val="2"/>
          <c:order val="2"/>
          <c:tx>
            <c:v>0.9 MHz</c:v>
          </c:tx>
          <c:spPr>
            <a:ln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0</c:v>
              </c:pt>
              <c:pt idx="1">
                <c:v>65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716A-403C-8694-1FBD5F6614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125">
                    <a:solidFill>
                      <a:srgbClr val="18324D"/>
                    </a:solidFill>
                  </a:rPr>
                  <a:t>|Zin| (Ω)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50112"/>
        <c:crosses val="autoZero"/>
        <c:crossBetween val="midCat"/>
        <c:majorUnit val="1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0.01"/>
      </c:valAx>
      <c:spPr>
        <a:solidFill>
          <a:srgbClr val="FFFFFF"/>
        </a:solidFill>
        <a:ln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anchorCtr="1"/>
        <a:lstStyle/>
        <a:p>
          <a:pPr>
            <a:defRPr sz="1050">
              <a:solidFill>
                <a:srgbClr val="18324D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C9D3DC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sz="1350" b="1">
                <a:solidFill>
                  <a:srgbClr val="18324D"/>
                </a:solidFill>
              </a:rPr>
              <a:t>输入阻抗相位</a:t>
            </a:r>
          </a:p>
        </c:rich>
      </c:tx>
      <c:overlay val="0"/>
    </c:title>
    <c:autoTitleDeleted val="0"/>
    <c:plotArea>
      <c:layout/>
      <c:scatterChart>
        <c:scatterStyle val="lineMarker"/>
        <c:varyColors val="1"/>
        <c:ser>
          <c:idx val="0"/>
          <c:order val="0"/>
          <c:tx>
            <c:v>匹配前</c:v>
          </c:tx>
          <c:spPr>
            <a:ln w="19050">
              <a:solidFill>
                <a:srgbClr val="808080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-89.855598226253022</c:v>
              </c:pt>
              <c:pt idx="1">
                <c:v>-89.854906514987391</c:v>
              </c:pt>
              <c:pt idx="2">
                <c:v>-89.854209819895942</c:v>
              </c:pt>
              <c:pt idx="3">
                <c:v>-89.853508092946029</c:v>
              </c:pt>
              <c:pt idx="4">
                <c:v>-89.852801285551365</c:v>
              </c:pt>
              <c:pt idx="5">
                <c:v>-89.852089348516657</c:v>
              </c:pt>
              <c:pt idx="6">
                <c:v>-89.851372232064776</c:v>
              </c:pt>
              <c:pt idx="7">
                <c:v>-89.850649885799712</c:v>
              </c:pt>
              <c:pt idx="8">
                <c:v>-89.849922258733841</c:v>
              </c:pt>
              <c:pt idx="9">
                <c:v>-89.849189299229749</c:v>
              </c:pt>
              <c:pt idx="10">
                <c:v>-89.848450955015352</c:v>
              </c:pt>
              <c:pt idx="11">
                <c:v>-89.847707173214133</c:v>
              </c:pt>
              <c:pt idx="12">
                <c:v>-89.846957900256953</c:v>
              </c:pt>
              <c:pt idx="13">
                <c:v>-89.846203081924557</c:v>
              </c:pt>
              <c:pt idx="14">
                <c:v>-89.845442663350667</c:v>
              </c:pt>
              <c:pt idx="15">
                <c:v>-89.844676588949227</c:v>
              </c:pt>
              <c:pt idx="16">
                <c:v>-89.843904802466113</c:v>
              </c:pt>
              <c:pt idx="17">
                <c:v>-89.843127246952179</c:v>
              </c:pt>
              <c:pt idx="18">
                <c:v>-89.842343864726971</c:v>
              </c:pt>
              <c:pt idx="19">
                <c:v>-89.841554597394421</c:v>
              </c:pt>
              <c:pt idx="20">
                <c:v>-89.840759385831049</c:v>
              </c:pt>
              <c:pt idx="21">
                <c:v>-89.839958170162205</c:v>
              </c:pt>
              <c:pt idx="22">
                <c:v>-89.839150889753597</c:v>
              </c:pt>
              <c:pt idx="23">
                <c:v>-89.838337483217984</c:v>
              </c:pt>
              <c:pt idx="24">
                <c:v>-89.837517888370357</c:v>
              </c:pt>
              <c:pt idx="25">
                <c:v>-89.83669204224401</c:v>
              </c:pt>
              <c:pt idx="26">
                <c:v>-89.835859881067108</c:v>
              </c:pt>
              <c:pt idx="27">
                <c:v>-89.835021340257541</c:v>
              </c:pt>
              <c:pt idx="28">
                <c:v>-89.834176354396789</c:v>
              </c:pt>
              <c:pt idx="29">
                <c:v>-89.833324857234018</c:v>
              </c:pt>
              <c:pt idx="30">
                <c:v>-89.832466781644968</c:v>
              </c:pt>
              <c:pt idx="31">
                <c:v>-89.83160205967242</c:v>
              </c:pt>
              <c:pt idx="32">
                <c:v>-89.830730622440029</c:v>
              </c:pt>
              <c:pt idx="33">
                <c:v>-89.829852400208125</c:v>
              </c:pt>
              <c:pt idx="34">
                <c:v>-89.828967322305772</c:v>
              </c:pt>
              <c:pt idx="35">
                <c:v>-89.828075317150521</c:v>
              </c:pt>
              <c:pt idx="36">
                <c:v>-89.827176312222988</c:v>
              </c:pt>
              <c:pt idx="37">
                <c:v>-89.826270234053581</c:v>
              </c:pt>
              <c:pt idx="38">
                <c:v>-89.825357008185236</c:v>
              </c:pt>
              <c:pt idx="39">
                <c:v>-89.824436559214604</c:v>
              </c:pt>
              <c:pt idx="40">
                <c:v>-89.823508810706841</c:v>
              </c:pt>
              <c:pt idx="41">
                <c:v>-89.822573685236947</c:v>
              </c:pt>
              <c:pt idx="42">
                <c:v>-89.821631104331928</c:v>
              </c:pt>
              <c:pt idx="43">
                <c:v>-89.820680988476227</c:v>
              </c:pt>
              <c:pt idx="44">
                <c:v>-89.819723257108308</c:v>
              </c:pt>
              <c:pt idx="45">
                <c:v>-89.818757828560152</c:v>
              </c:pt>
              <c:pt idx="46">
                <c:v>-89.817784620081113</c:v>
              </c:pt>
              <c:pt idx="47">
                <c:v>-89.816803547801769</c:v>
              </c:pt>
              <c:pt idx="48">
                <c:v>-89.815814526712984</c:v>
              </c:pt>
              <c:pt idx="49">
                <c:v>-89.814817470669027</c:v>
              </c:pt>
              <c:pt idx="50">
                <c:v>-89.813812292324812</c:v>
              </c:pt>
              <c:pt idx="51">
                <c:v>-89.812798903181474</c:v>
              </c:pt>
              <c:pt idx="52">
                <c:v>-89.811777213502822</c:v>
              </c:pt>
              <c:pt idx="53">
                <c:v>-89.810747132328132</c:v>
              </c:pt>
              <c:pt idx="54">
                <c:v>-89.809708567452006</c:v>
              </c:pt>
              <c:pt idx="55">
                <c:v>-89.808661425398441</c:v>
              </c:pt>
              <c:pt idx="56">
                <c:v>-89.807605611398003</c:v>
              </c:pt>
              <c:pt idx="57">
                <c:v>-89.806541029362236</c:v>
              </c:pt>
              <c:pt idx="58">
                <c:v>-89.805467581870147</c:v>
              </c:pt>
              <c:pt idx="59">
                <c:v>-89.804385170148961</c:v>
              </c:pt>
              <c:pt idx="60">
                <c:v>-89.803293694039994</c:v>
              </c:pt>
              <c:pt idx="61">
                <c:v>-89.802193051985697</c:v>
              </c:pt>
              <c:pt idx="62">
                <c:v>-89.801083140996042</c:v>
              </c:pt>
              <c:pt idx="63">
                <c:v>-89.799963856626832</c:v>
              </c:pt>
              <c:pt idx="64">
                <c:v>-89.798835092970407</c:v>
              </c:pt>
              <c:pt idx="65">
                <c:v>-89.797696742601559</c:v>
              </c:pt>
              <c:pt idx="66">
                <c:v>-89.79654869657449</c:v>
              </c:pt>
              <c:pt idx="67">
                <c:v>-89.795390844405176</c:v>
              </c:pt>
              <c:pt idx="68">
                <c:v>-89.794223074002872</c:v>
              </c:pt>
              <c:pt idx="69">
                <c:v>-89.79304527169478</c:v>
              </c:pt>
              <c:pt idx="70">
                <c:v>-89.791857322152069</c:v>
              </c:pt>
              <c:pt idx="71">
                <c:v>-89.790659108402977</c:v>
              </c:pt>
              <c:pt idx="72">
                <c:v>-89.789450511762467</c:v>
              </c:pt>
              <c:pt idx="73">
                <c:v>-89.788231411851584</c:v>
              </c:pt>
              <c:pt idx="74">
                <c:v>-89.787001686512724</c:v>
              </c:pt>
              <c:pt idx="75">
                <c:v>-89.785761211823683</c:v>
              </c:pt>
              <c:pt idx="76">
                <c:v>-89.784509862037211</c:v>
              </c:pt>
              <c:pt idx="77">
                <c:v>-89.783247509580633</c:v>
              </c:pt>
              <c:pt idx="78">
                <c:v>-89.781974024975241</c:v>
              </c:pt>
              <c:pt idx="79">
                <c:v>-89.780689276848278</c:v>
              </c:pt>
              <c:pt idx="80">
                <c:v>-89.779393131882742</c:v>
              </c:pt>
              <c:pt idx="81">
                <c:v>-89.778085454782328</c:v>
              </c:pt>
              <c:pt idx="82">
                <c:v>-89.776766108221878</c:v>
              </c:pt>
              <c:pt idx="83">
                <c:v>-89.775434952836775</c:v>
              </c:pt>
              <c:pt idx="84">
                <c:v>-89.774091847170965</c:v>
              </c:pt>
              <c:pt idx="85">
                <c:v>-89.772736647649197</c:v>
              </c:pt>
              <c:pt idx="86">
                <c:v>-89.771369208513988</c:v>
              </c:pt>
              <c:pt idx="87">
                <c:v>-89.76998938182517</c:v>
              </c:pt>
              <c:pt idx="88">
                <c:v>-89.768597017388643</c:v>
              </c:pt>
              <c:pt idx="89">
                <c:v>-89.767191962715216</c:v>
              </c:pt>
              <c:pt idx="90">
                <c:v>-89.765774063009388</c:v>
              </c:pt>
              <c:pt idx="91">
                <c:v>-89.764343161087496</c:v>
              </c:pt>
              <c:pt idx="92">
                <c:v>-89.762899097364297</c:v>
              </c:pt>
              <c:pt idx="93">
                <c:v>-89.761441709795633</c:v>
              </c:pt>
              <c:pt idx="94">
                <c:v>-89.759970833827381</c:v>
              </c:pt>
              <c:pt idx="95">
                <c:v>-89.758486302359728</c:v>
              </c:pt>
              <c:pt idx="96">
                <c:v>-89.756987945699976</c:v>
              </c:pt>
              <c:pt idx="97">
                <c:v>-89.755475591486345</c:v>
              </c:pt>
              <c:pt idx="98">
                <c:v>-89.75394906469775</c:v>
              </c:pt>
              <c:pt idx="99">
                <c:v>-89.752408187537355</c:v>
              </c:pt>
              <c:pt idx="100">
                <c:v>-89.750852779416817</c:v>
              </c:pt>
              <c:pt idx="101">
                <c:v>-89.749282656890912</c:v>
              </c:pt>
              <c:pt idx="102">
                <c:v>-89.747697633636903</c:v>
              </c:pt>
              <c:pt idx="103">
                <c:v>-89.74609752032552</c:v>
              </c:pt>
              <c:pt idx="104">
                <c:v>-89.744482124642644</c:v>
              </c:pt>
              <c:pt idx="105">
                <c:v>-89.74285125117909</c:v>
              </c:pt>
              <c:pt idx="106">
                <c:v>-89.741204701406375</c:v>
              </c:pt>
              <c:pt idx="107">
                <c:v>-89.739542273585357</c:v>
              </c:pt>
              <c:pt idx="108">
                <c:v>-89.737863762725581</c:v>
              </c:pt>
              <c:pt idx="109">
                <c:v>-89.736168960512913</c:v>
              </c:pt>
              <c:pt idx="110">
                <c:v>-89.734457655240803</c:v>
              </c:pt>
              <c:pt idx="111">
                <c:v>-89.732729631768549</c:v>
              </c:pt>
              <c:pt idx="112">
                <c:v>-89.730984671409999</c:v>
              </c:pt>
              <c:pt idx="113">
                <c:v>-89.729222551899198</c:v>
              </c:pt>
              <c:pt idx="114">
                <c:v>-89.727443047327341</c:v>
              </c:pt>
              <c:pt idx="115">
                <c:v>-89.725645928022033</c:v>
              </c:pt>
              <c:pt idx="116">
                <c:v>-89.72383096050352</c:v>
              </c:pt>
              <c:pt idx="117">
                <c:v>-89.721997907444546</c:v>
              </c:pt>
              <c:pt idx="118">
                <c:v>-89.720146527511091</c:v>
              </c:pt>
              <c:pt idx="119">
                <c:v>-89.718276575350345</c:v>
              </c:pt>
              <c:pt idx="120">
                <c:v>-89.716387801491749</c:v>
              </c:pt>
              <c:pt idx="121">
                <c:v>-89.714479952234356</c:v>
              </c:pt>
              <c:pt idx="122">
                <c:v>-89.712552769608308</c:v>
              </c:pt>
              <c:pt idx="123">
                <c:v>-89.710605991246538</c:v>
              </c:pt>
              <c:pt idx="124">
                <c:v>-89.708639350316034</c:v>
              </c:pt>
              <c:pt idx="125">
                <c:v>-89.706652575423874</c:v>
              </c:pt>
              <c:pt idx="126">
                <c:v>-89.704645390533017</c:v>
              </c:pt>
              <c:pt idx="127">
                <c:v>-89.702617514835453</c:v>
              </c:pt>
              <c:pt idx="128">
                <c:v>-89.700568662687772</c:v>
              </c:pt>
              <c:pt idx="129">
                <c:v>-89.698498543480923</c:v>
              </c:pt>
              <c:pt idx="130">
                <c:v>-89.696406861560547</c:v>
              </c:pt>
              <c:pt idx="131">
                <c:v>-89.694293316113772</c:v>
              </c:pt>
              <c:pt idx="132">
                <c:v>-89.692157601048535</c:v>
              </c:pt>
              <c:pt idx="133">
                <c:v>-89.689999404897463</c:v>
              </c:pt>
              <c:pt idx="134">
                <c:v>-89.687818410702803</c:v>
              </c:pt>
              <c:pt idx="135">
                <c:v>-89.685614295888257</c:v>
              </c:pt>
              <c:pt idx="136">
                <c:v>-89.683386732146801</c:v>
              </c:pt>
              <c:pt idx="137">
                <c:v>-89.681135385324183</c:v>
              </c:pt>
              <c:pt idx="138">
                <c:v>-89.678859915272085</c:v>
              </c:pt>
              <c:pt idx="139">
                <c:v>-89.67655997575217</c:v>
              </c:pt>
              <c:pt idx="140">
                <c:v>-89.674235214266488</c:v>
              </c:pt>
              <c:pt idx="141">
                <c:v>-89.671885271959013</c:v>
              </c:pt>
              <c:pt idx="142">
                <c:v>-89.669509783429405</c:v>
              </c:pt>
              <c:pt idx="143">
                <c:v>-89.66710837665822</c:v>
              </c:pt>
              <c:pt idx="144">
                <c:v>-89.664680672786901</c:v>
              </c:pt>
              <c:pt idx="145">
                <c:v>-89.662226286009272</c:v>
              </c:pt>
              <c:pt idx="146">
                <c:v>-89.659744823424774</c:v>
              </c:pt>
              <c:pt idx="147">
                <c:v>-89.657235884850309</c:v>
              </c:pt>
              <c:pt idx="148">
                <c:v>-89.654699062686333</c:v>
              </c:pt>
              <c:pt idx="149">
                <c:v>-89.652133941727428</c:v>
              </c:pt>
              <c:pt idx="150">
                <c:v>-89.649540099004028</c:v>
              </c:pt>
              <c:pt idx="151">
                <c:v>-89.646917103614854</c:v>
              </c:pt>
              <c:pt idx="152">
                <c:v>-89.644264516527542</c:v>
              </c:pt>
              <c:pt idx="153">
                <c:v>-89.641581890401639</c:v>
              </c:pt>
              <c:pt idx="154">
                <c:v>-89.638868769411573</c:v>
              </c:pt>
              <c:pt idx="155">
                <c:v>-89.6361246890377</c:v>
              </c:pt>
              <c:pt idx="156">
                <c:v>-89.633349175877512</c:v>
              </c:pt>
              <c:pt idx="157">
                <c:v>-89.630541747419542</c:v>
              </c:pt>
              <c:pt idx="158">
                <c:v>-89.62770191186317</c:v>
              </c:pt>
              <c:pt idx="159">
                <c:v>-89.624829167875802</c:v>
              </c:pt>
              <c:pt idx="160">
                <c:v>-89.6219230043761</c:v>
              </c:pt>
              <c:pt idx="161">
                <c:v>-89.618982900337613</c:v>
              </c:pt>
              <c:pt idx="162">
                <c:v>-89.616008324495908</c:v>
              </c:pt>
              <c:pt idx="163">
                <c:v>-89.612998735144956</c:v>
              </c:pt>
              <c:pt idx="164">
                <c:v>-89.60995357990285</c:v>
              </c:pt>
              <c:pt idx="165">
                <c:v>-89.606872295404429</c:v>
              </c:pt>
              <c:pt idx="166">
                <c:v>-89.603754307103245</c:v>
              </c:pt>
              <c:pt idx="167">
                <c:v>-89.600599028952317</c:v>
              </c:pt>
              <c:pt idx="168">
                <c:v>-89.597405863157391</c:v>
              </c:pt>
              <c:pt idx="169">
                <c:v>-89.594174199866529</c:v>
              </c:pt>
              <c:pt idx="170">
                <c:v>-89.5909034169037</c:v>
              </c:pt>
              <c:pt idx="171">
                <c:v>-89.587592879447797</c:v>
              </c:pt>
              <c:pt idx="172">
                <c:v>-89.584241939738931</c:v>
              </c:pt>
              <c:pt idx="173">
                <c:v>-89.58084993675314</c:v>
              </c:pt>
              <c:pt idx="174">
                <c:v>-89.577416195862469</c:v>
              </c:pt>
              <c:pt idx="175">
                <c:v>-89.573940028517399</c:v>
              </c:pt>
              <c:pt idx="176">
                <c:v>-89.570420731884155</c:v>
              </c:pt>
              <c:pt idx="177">
                <c:v>-89.56685758850179</c:v>
              </c:pt>
              <c:pt idx="178">
                <c:v>-89.563249865906045</c:v>
              </c:pt>
              <c:pt idx="179">
                <c:v>-89.559596816242376</c:v>
              </c:pt>
              <c:pt idx="180">
                <c:v>-89.555897675902543</c:v>
              </c:pt>
              <c:pt idx="181">
                <c:v>-89.552151665094698</c:v>
              </c:pt>
              <c:pt idx="182">
                <c:v>-89.548357987443055</c:v>
              </c:pt>
              <c:pt idx="183">
                <c:v>-89.544515829566762</c:v>
              </c:pt>
              <c:pt idx="184">
                <c:v>-89.54062436061858</c:v>
              </c:pt>
              <c:pt idx="185">
                <c:v>-89.536682731867927</c:v>
              </c:pt>
              <c:pt idx="186">
                <c:v>-89.532690076224753</c:v>
              </c:pt>
              <c:pt idx="187">
                <c:v>-89.528645507718778</c:v>
              </c:pt>
              <c:pt idx="188">
                <c:v>-89.524548121074318</c:v>
              </c:pt>
              <c:pt idx="189">
                <c:v>-89.520396991140359</c:v>
              </c:pt>
              <c:pt idx="190">
                <c:v>-89.516191172408568</c:v>
              </c:pt>
              <c:pt idx="191">
                <c:v>-89.511929698443339</c:v>
              </c:pt>
              <c:pt idx="192">
                <c:v>-89.507611581327907</c:v>
              </c:pt>
              <c:pt idx="193">
                <c:v>-89.503235811107061</c:v>
              </c:pt>
              <c:pt idx="194">
                <c:v>-89.498801355160424</c:v>
              </c:pt>
              <c:pt idx="195">
                <c:v>-89.494307157631795</c:v>
              </c:pt>
              <c:pt idx="196">
                <c:v>-89.489752138745345</c:v>
              </c:pt>
              <c:pt idx="197">
                <c:v>-89.485135194204162</c:v>
              </c:pt>
              <c:pt idx="198">
                <c:v>-89.48045519447659</c:v>
              </c:pt>
              <c:pt idx="199">
                <c:v>-89.475710984115906</c:v>
              </c:pt>
              <c:pt idx="200">
                <c:v>-89.470901381060884</c:v>
              </c:pt>
              <c:pt idx="201">
                <c:v>-89.46602517586247</c:v>
              </c:pt>
              <c:pt idx="202">
                <c:v>-89.461081130939817</c:v>
              </c:pt>
              <c:pt idx="203">
                <c:v>-89.456067979766644</c:v>
              </c:pt>
              <c:pt idx="204">
                <c:v>-89.450984426096582</c:v>
              </c:pt>
              <c:pt idx="205">
                <c:v>-89.445829143076026</c:v>
              </c:pt>
              <c:pt idx="206">
                <c:v>-89.440600772386546</c:v>
              </c:pt>
              <c:pt idx="207">
                <c:v>-89.435297923362114</c:v>
              </c:pt>
              <c:pt idx="208">
                <c:v>-89.429919172024157</c:v>
              </c:pt>
              <c:pt idx="209">
                <c:v>-89.424463060159624</c:v>
              </c:pt>
              <c:pt idx="210">
                <c:v>-89.418928094291232</c:v>
              </c:pt>
              <c:pt idx="211">
                <c:v>-89.41331274465395</c:v>
              </c:pt>
              <c:pt idx="212">
                <c:v>-89.407615444140205</c:v>
              </c:pt>
              <c:pt idx="213">
                <c:v>-89.401834587203879</c:v>
              </c:pt>
              <c:pt idx="214">
                <c:v>-89.395968528699498</c:v>
              </c:pt>
              <c:pt idx="215">
                <c:v>-89.39001558272939</c:v>
              </c:pt>
              <c:pt idx="216">
                <c:v>-89.38397402138213</c:v>
              </c:pt>
              <c:pt idx="217">
                <c:v>-89.377842073530388</c:v>
              </c:pt>
              <c:pt idx="218">
                <c:v>-89.371617923452007</c:v>
              </c:pt>
              <c:pt idx="219">
                <c:v>-89.365299709543436</c:v>
              </c:pt>
              <c:pt idx="220">
                <c:v>-89.358885522870267</c:v>
              </c:pt>
              <c:pt idx="221">
                <c:v>-89.352373405709812</c:v>
              </c:pt>
              <c:pt idx="222">
                <c:v>-89.345761350108361</c:v>
              </c:pt>
              <c:pt idx="223">
                <c:v>-89.339047296229964</c:v>
              </c:pt>
              <c:pt idx="224">
                <c:v>-89.332229130821574</c:v>
              </c:pt>
              <c:pt idx="225">
                <c:v>-89.325304685468197</c:v>
              </c:pt>
              <c:pt idx="226">
                <c:v>-89.318271734911349</c:v>
              </c:pt>
              <c:pt idx="227">
                <c:v>-89.311127995208253</c:v>
              </c:pt>
              <c:pt idx="228">
                <c:v>-89.303871121885535</c:v>
              </c:pt>
              <c:pt idx="229">
                <c:v>-89.296498707979268</c:v>
              </c:pt>
              <c:pt idx="230">
                <c:v>-89.289008282034033</c:v>
              </c:pt>
              <c:pt idx="231">
                <c:v>-89.281397306007136</c:v>
              </c:pt>
              <c:pt idx="232">
                <c:v>-89.27366317311855</c:v>
              </c:pt>
              <c:pt idx="233">
                <c:v>-89.265803205566385</c:v>
              </c:pt>
              <c:pt idx="234">
                <c:v>-89.257814652205127</c:v>
              </c:pt>
              <c:pt idx="235">
                <c:v>-89.249694686133495</c:v>
              </c:pt>
              <c:pt idx="236">
                <c:v>-89.241440402150104</c:v>
              </c:pt>
              <c:pt idx="237">
                <c:v>-89.233048814115676</c:v>
              </c:pt>
              <c:pt idx="238">
                <c:v>-89.22451685227378</c:v>
              </c:pt>
              <c:pt idx="239">
                <c:v>-89.2158413603686</c:v>
              </c:pt>
              <c:pt idx="240">
                <c:v>-89.207019092735308</c:v>
              </c:pt>
              <c:pt idx="241">
                <c:v>-89.198046711212996</c:v>
              </c:pt>
              <c:pt idx="242">
                <c:v>-89.188920781962423</c:v>
              </c:pt>
              <c:pt idx="243">
                <c:v>-89.179637772146151</c:v>
              </c:pt>
              <c:pt idx="244">
                <c:v>-89.170194046484454</c:v>
              </c:pt>
              <c:pt idx="245">
                <c:v>-89.160585863650738</c:v>
              </c:pt>
              <c:pt idx="246">
                <c:v>-89.150809372536457</c:v>
              </c:pt>
              <c:pt idx="247">
                <c:v>-89.140860608349996</c:v>
              </c:pt>
              <c:pt idx="248">
                <c:v>-89.13073548855661</c:v>
              </c:pt>
              <c:pt idx="249">
                <c:v>-89.120429808627364</c:v>
              </c:pt>
              <c:pt idx="250">
                <c:v>-89.109939237678773</c:v>
              </c:pt>
              <c:pt idx="251">
                <c:v>-89.099259313819459</c:v>
              </c:pt>
              <c:pt idx="252">
                <c:v>-89.08838543937344</c:v>
              </c:pt>
              <c:pt idx="253">
                <c:v>-89.077312875913009</c:v>
              </c:pt>
              <c:pt idx="254">
                <c:v>-89.066036738975484</c:v>
              </c:pt>
              <c:pt idx="255">
                <c:v>-89.054551992681169</c:v>
              </c:pt>
              <c:pt idx="256">
                <c:v>-89.042853443992144</c:v>
              </c:pt>
              <c:pt idx="257">
                <c:v>-89.030935736832987</c:v>
              </c:pt>
              <c:pt idx="258">
                <c:v>-89.018793345833544</c:v>
              </c:pt>
              <c:pt idx="259">
                <c:v>-89.0064205698948</c:v>
              </c:pt>
              <c:pt idx="260">
                <c:v>-88.993811525403217</c:v>
              </c:pt>
              <c:pt idx="261">
                <c:v>-88.980960139137224</c:v>
              </c:pt>
              <c:pt idx="262">
                <c:v>-88.967860140911469</c:v>
              </c:pt>
              <c:pt idx="263">
                <c:v>-88.95450505579015</c:v>
              </c:pt>
              <c:pt idx="264">
                <c:v>-88.940888196015081</c:v>
              </c:pt>
              <c:pt idx="265">
                <c:v>-88.927002652524266</c:v>
              </c:pt>
              <c:pt idx="266">
                <c:v>-88.912841286090199</c:v>
              </c:pt>
              <c:pt idx="267">
                <c:v>-88.898396718003482</c:v>
              </c:pt>
              <c:pt idx="268">
                <c:v>-88.883661320370081</c:v>
              </c:pt>
              <c:pt idx="269">
                <c:v>-88.868627205894356</c:v>
              </c:pt>
              <c:pt idx="270">
                <c:v>-88.853286217192235</c:v>
              </c:pt>
              <c:pt idx="271">
                <c:v>-88.837629915584586</c:v>
              </c:pt>
              <c:pt idx="272">
                <c:v>-88.82164956932985</c:v>
              </c:pt>
              <c:pt idx="273">
                <c:v>-88.805336141314825</c:v>
              </c:pt>
              <c:pt idx="274">
                <c:v>-88.788680276062919</c:v>
              </c:pt>
              <c:pt idx="275">
                <c:v>-88.771672286185691</c:v>
              </c:pt>
              <c:pt idx="276">
                <c:v>-88.754302138062158</c:v>
              </c:pt>
              <c:pt idx="277">
                <c:v>-88.736559436872071</c:v>
              </c:pt>
              <c:pt idx="278">
                <c:v>-88.718433410783092</c:v>
              </c:pt>
              <c:pt idx="279">
                <c:v>-88.699912894424045</c:v>
              </c:pt>
              <c:pt idx="280">
                <c:v>-88.680986311390285</c:v>
              </c:pt>
              <c:pt idx="281">
                <c:v>-88.661641655921429</c:v>
              </c:pt>
              <c:pt idx="282">
                <c:v>-88.641866473581956</c:v>
              </c:pt>
              <c:pt idx="283">
                <c:v>-88.621647840907357</c:v>
              </c:pt>
              <c:pt idx="284">
                <c:v>-88.600972343977318</c:v>
              </c:pt>
              <c:pt idx="285">
                <c:v>-88.579826055830395</c:v>
              </c:pt>
              <c:pt idx="286">
                <c:v>-88.558194512647091</c:v>
              </c:pt>
              <c:pt idx="287">
                <c:v>-88.536062688647391</c:v>
              </c:pt>
              <c:pt idx="288">
                <c:v>-88.513414969565702</c:v>
              </c:pt>
              <c:pt idx="289">
                <c:v>-88.49023512469239</c:v>
              </c:pt>
              <c:pt idx="290">
                <c:v>-88.466506277323759</c:v>
              </c:pt>
              <c:pt idx="291">
                <c:v>-88.442210873530641</c:v>
              </c:pt>
              <c:pt idx="292">
                <c:v>-88.417330649180002</c:v>
              </c:pt>
              <c:pt idx="293">
                <c:v>-88.391846595044498</c:v>
              </c:pt>
              <c:pt idx="294">
                <c:v>-88.365738919840965</c:v>
              </c:pt>
              <c:pt idx="295">
                <c:v>-88.338987011220141</c:v>
              </c:pt>
              <c:pt idx="296">
                <c:v>-88.311569394319477</c:v>
              </c:pt>
              <c:pt idx="297">
                <c:v>-88.28346368795826</c:v>
              </c:pt>
              <c:pt idx="298">
                <c:v>-88.254646558156537</c:v>
              </c:pt>
              <c:pt idx="299">
                <c:v>-88.225093668824854</c:v>
              </c:pt>
              <c:pt idx="300">
                <c:v>-88.194779629483719</c:v>
              </c:pt>
              <c:pt idx="301">
                <c:v>-88.163677939736644</c:v>
              </c:pt>
              <c:pt idx="302">
                <c:v>-88.131760930260526</c:v>
              </c:pt>
              <c:pt idx="303">
                <c:v>-88.098999700186056</c:v>
              </c:pt>
              <c:pt idx="304">
                <c:v>-88.065364050365446</c:v>
              </c:pt>
              <c:pt idx="305">
                <c:v>-88.030822412541681</c:v>
              </c:pt>
              <c:pt idx="306">
                <c:v>-87.995341773794976</c:v>
              </c:pt>
              <c:pt idx="307">
                <c:v>-87.958887596158718</c:v>
              </c:pt>
              <c:pt idx="308">
                <c:v>-87.921423730932119</c:v>
              </c:pt>
              <c:pt idx="309">
                <c:v>-87.882912327259248</c:v>
              </c:pt>
              <c:pt idx="310">
                <c:v>-87.843313734663568</c:v>
              </c:pt>
              <c:pt idx="311">
                <c:v>-87.802586398846614</c:v>
              </c:pt>
              <c:pt idx="312">
                <c:v>-87.760686750517678</c:v>
              </c:pt>
              <c:pt idx="313">
                <c:v>-87.717569086423509</c:v>
              </c:pt>
              <c:pt idx="314">
                <c:v>-87.673185442107624</c:v>
              </c:pt>
              <c:pt idx="315">
                <c:v>-87.627485455733122</c:v>
              </c:pt>
              <c:pt idx="316">
                <c:v>-87.580416222172502</c:v>
              </c:pt>
              <c:pt idx="317">
                <c:v>-87.531922136573158</c:v>
              </c:pt>
              <c:pt idx="318">
                <c:v>-87.481944726586292</c:v>
              </c:pt>
              <c:pt idx="319">
                <c:v>-87.430422472248893</c:v>
              </c:pt>
              <c:pt idx="320">
                <c:v>-87.377290612452157</c:v>
              </c:pt>
              <c:pt idx="321">
                <c:v>-87.32248093690653</c:v>
              </c:pt>
              <c:pt idx="322">
                <c:v>-87.265921562274755</c:v>
              </c:pt>
              <c:pt idx="323">
                <c:v>-87.207536691141954</c:v>
              </c:pt>
              <c:pt idx="324">
                <c:v>-87.147246352221174</c:v>
              </c:pt>
              <c:pt idx="325">
                <c:v>-87.084966120198914</c:v>
              </c:pt>
              <c:pt idx="326">
                <c:v>-87.02060681329111</c:v>
              </c:pt>
              <c:pt idx="327">
                <c:v>-86.954074166502338</c:v>
              </c:pt>
              <c:pt idx="328">
                <c:v>-86.885268478300773</c:v>
              </c:pt>
              <c:pt idx="329">
                <c:v>-86.814084228221304</c:v>
              </c:pt>
              <c:pt idx="330">
                <c:v>-86.740409662645689</c:v>
              </c:pt>
              <c:pt idx="331">
                <c:v>-86.664126345633036</c:v>
              </c:pt>
              <c:pt idx="332">
                <c:v>-86.585108671471232</c:v>
              </c:pt>
              <c:pt idx="333">
                <c:v>-86.503223335063097</c:v>
              </c:pt>
              <c:pt idx="334">
                <c:v>-86.418328756065506</c:v>
              </c:pt>
              <c:pt idx="335">
                <c:v>-86.33027445196079</c:v>
              </c:pt>
              <c:pt idx="336">
                <c:v>-86.238900354943212</c:v>
              </c:pt>
              <c:pt idx="337">
                <c:v>-86.144036066688798</c:v>
              </c:pt>
              <c:pt idx="338">
                <c:v>-86.045500044556107</c:v>
              </c:pt>
              <c:pt idx="339">
                <c:v>-85.943098711884545</c:v>
              </c:pt>
              <c:pt idx="340">
                <c:v>-85.836625484183941</c:v>
              </c:pt>
              <c:pt idx="341">
                <c:v>-85.725859702061911</c:v>
              </c:pt>
              <c:pt idx="342">
                <c:v>-85.610565460510898</c:v>
              </c:pt>
              <c:pt idx="343">
                <c:v>-85.490490322977934</c:v>
              </c:pt>
              <c:pt idx="344">
                <c:v>-85.365363907077054</c:v>
              </c:pt>
              <c:pt idx="345">
                <c:v>-85.234896327164137</c:v>
              </c:pt>
              <c:pt idx="346">
                <c:v>-85.098776477031677</c:v>
              </c:pt>
              <c:pt idx="347">
                <c:v>-84.956670133812707</c:v>
              </c:pt>
              <c:pt idx="348">
                <c:v>-84.808217861572999</c:v>
              </c:pt>
              <c:pt idx="349">
                <c:v>-84.653032690316081</c:v>
              </c:pt>
              <c:pt idx="350">
                <c:v>-84.490697542536921</c:v>
              </c:pt>
              <c:pt idx="351">
                <c:v>-84.320762375819911</c:v>
              </c:pt>
              <c:pt idx="352">
                <c:v>-84.142741005455733</c:v>
              </c:pt>
              <c:pt idx="353">
                <c:v>-83.95610756587277</c:v>
              </c:pt>
              <c:pt idx="354">
                <c:v>-83.760292563807639</c:v>
              </c:pt>
              <c:pt idx="355">
                <c:v>-83.554678469195323</c:v>
              </c:pt>
              <c:pt idx="356">
                <c:v>-83.338594781906451</c:v>
              </c:pt>
              <c:pt idx="357">
                <c:v>-83.111312503035464</c:v>
              </c:pt>
              <c:pt idx="358">
                <c:v>-82.872037928891331</c:v>
              </c:pt>
              <c:pt idx="359">
                <c:v>-82.619905673220885</c:v>
              </c:pt>
              <c:pt idx="360">
                <c:v>-82.353970808782151</c:v>
              </c:pt>
              <c:pt idx="361">
                <c:v>-82.07320000240901</c:v>
              </c:pt>
              <c:pt idx="362">
                <c:v>-81.77646149824065</c:v>
              </c:pt>
              <c:pt idx="363">
                <c:v>-81.462513780878865</c:v>
              </c:pt>
              <c:pt idx="364">
                <c:v>-81.129992723818148</c:v>
              </c:pt>
              <c:pt idx="365">
                <c:v>-80.777396997952366</c:v>
              </c:pt>
              <c:pt idx="366">
                <c:v>-80.403071479619356</c:v>
              </c:pt>
              <c:pt idx="367">
                <c:v>-80.005188356960687</c:v>
              </c:pt>
              <c:pt idx="368">
                <c:v>-79.581725587238267</c:v>
              </c:pt>
              <c:pt idx="369">
                <c:v>-79.130442305136924</c:v>
              </c:pt>
              <c:pt idx="370">
                <c:v>-78.648850723643164</c:v>
              </c:pt>
              <c:pt idx="371">
                <c:v>-78.134184004890443</c:v>
              </c:pt>
              <c:pt idx="372">
                <c:v>-77.583359509675347</c:v>
              </c:pt>
              <c:pt idx="373">
                <c:v>-76.992936764502289</c:v>
              </c:pt>
              <c:pt idx="374">
                <c:v>-76.35906941830585</c:v>
              </c:pt>
              <c:pt idx="375">
                <c:v>-75.677450406872765</c:v>
              </c:pt>
              <c:pt idx="376">
                <c:v>-74.943249515022941</c:v>
              </c:pt>
              <c:pt idx="377">
                <c:v>-74.151042547753192</c:v>
              </c:pt>
              <c:pt idx="378">
                <c:v>-73.294731427011627</c:v>
              </c:pt>
              <c:pt idx="379">
                <c:v>-72.367454774714048</c:v>
              </c:pt>
              <c:pt idx="380">
                <c:v>-71.361489006729855</c:v>
              </c:pt>
              <c:pt idx="381">
                <c:v>-70.268140769510225</c:v>
              </c:pt>
              <c:pt idx="382">
                <c:v>-69.077632878054999</c:v>
              </c:pt>
              <c:pt idx="383">
                <c:v>-67.778988017823806</c:v>
              </c:pt>
              <c:pt idx="384">
                <c:v>-66.359917708710128</c:v>
              </c:pt>
              <c:pt idx="385">
                <c:v>-64.80672887187967</c:v>
              </c:pt>
              <c:pt idx="386">
                <c:v>-63.104267384637396</c:v>
              </c:pt>
              <c:pt idx="387">
                <c:v>-61.235927919172447</c:v>
              </c:pt>
              <c:pt idx="388">
                <c:v>-59.183772710877165</c:v>
              </c:pt>
              <c:pt idx="389">
                <c:v>-56.928818794969807</c:v>
              </c:pt>
              <c:pt idx="390">
                <c:v>-54.451572579909552</c:v>
              </c:pt>
              <c:pt idx="391">
                <c:v>-51.732908794495792</c:v>
              </c:pt>
              <c:pt idx="392">
                <c:v>-48.755399912564741</c:v>
              </c:pt>
              <c:pt idx="393">
                <c:v>-45.505187844261748</c:v>
              </c:pt>
              <c:pt idx="394">
                <c:v>-41.974430804483596</c:v>
              </c:pt>
              <c:pt idx="395">
                <c:v>-38.164230974404099</c:v>
              </c:pt>
              <c:pt idx="396">
                <c:v>-34.087740168537827</c:v>
              </c:pt>
              <c:pt idx="397">
                <c:v>-29.772875412968819</c:v>
              </c:pt>
              <c:pt idx="398">
                <c:v>-25.263843599373061</c:v>
              </c:pt>
              <c:pt idx="399">
                <c:v>-20.620630115082495</c:v>
              </c:pt>
              <c:pt idx="400">
                <c:v>-15.915907154500143</c:v>
              </c:pt>
              <c:pt idx="401">
                <c:v>-11.229486988742186</c:v>
              </c:pt>
              <c:pt idx="402">
                <c:v>-6.6412656426700956</c:v>
              </c:pt>
              <c:pt idx="403">
                <c:v>-2.2241737337734673</c:v>
              </c:pt>
              <c:pt idx="404">
                <c:v>1.9613509865216336</c:v>
              </c:pt>
              <c:pt idx="405">
                <c:v>5.8704292489842516</c:v>
              </c:pt>
              <c:pt idx="406">
                <c:v>9.4742242524570948</c:v>
              </c:pt>
              <c:pt idx="407">
                <c:v>12.758391607092335</c:v>
              </c:pt>
              <c:pt idx="408">
                <c:v>15.720340809537074</c:v>
              </c:pt>
              <c:pt idx="409">
                <c:v>18.366107552158716</c:v>
              </c:pt>
              <c:pt idx="410">
                <c:v>20.707402638720392</c:v>
              </c:pt>
              <c:pt idx="411">
                <c:v>22.759138070562383</c:v>
              </c:pt>
              <c:pt idx="412">
                <c:v>24.537522932545546</c:v>
              </c:pt>
              <c:pt idx="413">
                <c:v>26.058694887306572</c:v>
              </c:pt>
              <c:pt idx="414">
                <c:v>27.337794538805007</c:v>
              </c:pt>
              <c:pt idx="415">
                <c:v>28.388375795785318</c:v>
              </c:pt>
              <c:pt idx="416">
                <c:v>29.222054529808211</c:v>
              </c:pt>
              <c:pt idx="417">
                <c:v>29.848316081640057</c:v>
              </c:pt>
              <c:pt idx="418">
                <c:v>30.274421665580817</c:v>
              </c:pt>
              <c:pt idx="419">
                <c:v>30.505370949383135</c:v>
              </c:pt>
              <c:pt idx="420">
                <c:v>30.54389205666298</c:v>
              </c:pt>
              <c:pt idx="421">
                <c:v>30.390441211966596</c:v>
              </c:pt>
              <c:pt idx="422">
                <c:v>30.043203021355129</c:v>
              </c:pt>
              <c:pt idx="423">
                <c:v>29.49808993006372</c:v>
              </c:pt>
              <c:pt idx="424">
                <c:v>28.748746741836189</c:v>
              </c:pt>
              <c:pt idx="425">
                <c:v>27.786574244370897</c:v>
              </c:pt>
              <c:pt idx="426">
                <c:v>26.600795963799104</c:v>
              </c:pt>
              <c:pt idx="427">
                <c:v>25.178604764027178</c:v>
              </c:pt>
              <c:pt idx="428">
                <c:v>23.505441952874243</c:v>
              </c:pt>
              <c:pt idx="429">
                <c:v>21.565480385997461</c:v>
              </c:pt>
              <c:pt idx="430">
                <c:v>19.342402468931674</c:v>
              </c:pt>
              <c:pt idx="431">
                <c:v>16.820578085641927</c:v>
              </c:pt>
              <c:pt idx="432">
                <c:v>13.986744880796428</c:v>
              </c:pt>
              <c:pt idx="433">
                <c:v>10.832255513268116</c:v>
              </c:pt>
              <c:pt idx="434">
                <c:v>7.3558597163976032</c:v>
              </c:pt>
              <c:pt idx="435">
                <c:v>3.5668135389334332</c:v>
              </c:pt>
              <c:pt idx="436">
                <c:v>-0.51214057947889735</c:v>
              </c:pt>
              <c:pt idx="437">
                <c:v>-4.8426410338553039</c:v>
              </c:pt>
              <c:pt idx="438">
                <c:v>-9.370282435853424</c:v>
              </c:pt>
              <c:pt idx="439">
                <c:v>-14.026614128129573</c:v>
              </c:pt>
              <c:pt idx="440">
                <c:v>-18.733746473143377</c:v>
              </c:pt>
              <c:pt idx="441">
                <c:v>-23.410948924770718</c:v>
              </c:pt>
              <c:pt idx="442">
                <c:v>-27.981900324814323</c:v>
              </c:pt>
              <c:pt idx="443">
                <c:v>-32.380997882388577</c:v>
              </c:pt>
              <c:pt idx="444">
                <c:v>-36.557496666738274</c:v>
              </c:pt>
              <c:pt idx="445">
                <c:v>-40.477022524704964</c:v>
              </c:pt>
              <c:pt idx="446">
                <c:v>-44.120771666384464</c:v>
              </c:pt>
              <c:pt idx="447">
                <c:v>-47.483168591754307</c:v>
              </c:pt>
              <c:pt idx="448">
                <c:v>-50.568833622775948</c:v>
              </c:pt>
              <c:pt idx="449">
                <c:v>-53.389533124018655</c:v>
              </c:pt>
              <c:pt idx="450">
                <c:v>-55.96151825930415</c:v>
              </c:pt>
              <c:pt idx="451">
                <c:v>-58.303420830598888</c:v>
              </c:pt>
              <c:pt idx="452">
                <c:v>-60.434715013387489</c:v>
              </c:pt>
              <c:pt idx="453">
                <c:v>-62.374670122655068</c:v>
              </c:pt>
              <c:pt idx="454">
                <c:v>-64.141690199579912</c:v>
              </c:pt>
              <c:pt idx="455">
                <c:v>-65.752938003995212</c:v>
              </c:pt>
              <c:pt idx="456">
                <c:v>-67.224156781378582</c:v>
              </c:pt>
              <c:pt idx="457">
                <c:v>-68.569622664904756</c:v>
              </c:pt>
              <c:pt idx="458">
                <c:v>-69.802178682626263</c:v>
              </c:pt>
              <c:pt idx="459">
                <c:v>-70.933316147146002</c:v>
              </c:pt>
              <c:pt idx="460">
                <c:v>-71.973280442598636</c:v>
              </c:pt>
              <c:pt idx="461">
                <c:v>-72.931186339932978</c:v>
              </c:pt>
              <c:pt idx="462">
                <c:v>-73.815133621190569</c:v>
              </c:pt>
              <c:pt idx="463">
                <c:v>-74.632317610203458</c:v>
              </c:pt>
              <c:pt idx="464">
                <c:v>-75.389131716567775</c:v>
              </c:pt>
              <c:pt idx="465">
                <c:v>-76.091260703450587</c:v>
              </c:pt>
              <c:pt idx="466">
                <c:v>-76.743764379733335</c:v>
              </c:pt>
              <c:pt idx="467">
                <c:v>-77.351152001619241</c:v>
              </c:pt>
              <c:pt idx="468">
                <c:v>-77.917447990031107</c:v>
              </c:pt>
              <c:pt idx="469">
                <c:v>-78.446249722414137</c:v>
              </c:pt>
              <c:pt idx="470">
                <c:v>-78.940778208065183</c:v>
              </c:pt>
              <c:pt idx="471">
                <c:v>-79.403922444688618</c:v>
              </c:pt>
              <c:pt idx="472">
                <c:v>-79.838278207323299</c:v>
              </c:pt>
              <c:pt idx="473">
                <c:v>-80.246181959004616</c:v>
              </c:pt>
              <c:pt idx="474">
                <c:v>-80.629740502153979</c:v>
              </c:pt>
              <c:pt idx="475">
                <c:v>-80.990856920576135</c:v>
              </c:pt>
              <c:pt idx="476">
                <c:v>-81.331253295761329</c:v>
              </c:pt>
              <c:pt idx="477">
                <c:v>-81.652490620094468</c:v>
              </c:pt>
              <c:pt idx="478">
                <c:v>-81.955986274726456</c:v>
              </c:pt>
              <c:pt idx="479">
                <c:v>-82.24302939114439</c:v>
              </c:pt>
              <c:pt idx="480">
                <c:v>-82.514794372801191</c:v>
              </c:pt>
              <c:pt idx="481">
                <c:v>-82.772352815376976</c:v>
              </c:pt>
              <c:pt idx="482">
                <c:v>-83.016684032197304</c:v>
              </c:pt>
              <c:pt idx="483">
                <c:v>-83.248684363232314</c:v>
              </c:pt>
              <c:pt idx="484">
                <c:v>-83.469175421625437</c:v>
              </c:pt>
              <c:pt idx="485">
                <c:v>-83.678911411297761</c:v>
              </c:pt>
              <c:pt idx="486">
                <c:v>-83.878585630818549</c:v>
              </c:pt>
              <c:pt idx="487">
                <c:v>-84.068836263729693</c:v>
              </c:pt>
              <c:pt idx="488">
                <c:v>-84.250251541839404</c:v>
              </c:pt>
              <c:pt idx="489">
                <c:v>-84.42337435696966</c:v>
              </c:pt>
              <c:pt idx="490">
                <c:v>-84.588706386563786</c:v>
              </c:pt>
              <c:pt idx="491">
                <c:v>-84.746711790241974</c:v>
              </c:pt>
              <c:pt idx="492">
                <c:v>-84.89782052698709</c:v>
              </c:pt>
              <c:pt idx="493">
                <c:v>-85.04243133655018</c:v>
              </c:pt>
              <c:pt idx="494">
                <c:v>-85.180914422808257</c:v>
              </c:pt>
              <c:pt idx="495">
                <c:v>-85.313613872744085</c:v>
              </c:pt>
              <c:pt idx="496">
                <c:v>-85.440849839925434</c:v>
              </c:pt>
              <c:pt idx="497">
                <c:v>-85.562920518319999</c:v>
              </c:pt>
              <c:pt idx="498">
                <c:v>-85.680103929001405</c:v>
              </c:pt>
              <c:pt idx="499">
                <c:v>-85.792659539733805</c:v>
              </c:pt>
              <c:pt idx="500">
                <c:v>-85.900829734776281</c:v>
              </c:pt>
              <c:pt idx="501">
                <c:v>-86.004841150797404</c:v>
              </c:pt>
              <c:pt idx="502">
                <c:v>-86.104905892369374</c:v>
              </c:pt>
              <c:pt idx="503">
                <c:v>-86.201222639351144</c:v>
              </c:pt>
              <c:pt idx="504">
                <c:v>-86.293977656972316</c:v>
              </c:pt>
              <c:pt idx="505">
                <c:v>-86.383345718338347</c:v>
              </c:pt>
              <c:pt idx="506">
                <c:v>-86.469490947770907</c:v>
              </c:pt>
              <c:pt idx="507">
                <c:v>-86.552567592741823</c:v>
              </c:pt>
              <c:pt idx="508">
                <c:v>-86.632720731233988</c:v>
              </c:pt>
              <c:pt idx="509">
                <c:v>-86.710086920529164</c:v>
              </c:pt>
              <c:pt idx="510">
                <c:v>-86.784794793045435</c:v>
              </c:pt>
              <c:pt idx="511">
                <c:v>-86.856965603944502</c:v>
              </c:pt>
              <c:pt idx="512">
                <c:v>-86.926713735104926</c:v>
              </c:pt>
              <c:pt idx="513">
                <c:v>-86.994147159156725</c:v>
              </c:pt>
              <c:pt idx="514">
                <c:v>-87.059367867418629</c:v>
              </c:pt>
              <c:pt idx="515">
                <c:v>-87.122472264711917</c:v>
              </c:pt>
              <c:pt idx="516">
                <c:v>-87.183551534023209</c:v>
              </c:pt>
              <c:pt idx="517">
                <c:v>-87.242691973701341</c:v>
              </c:pt>
              <c:pt idx="518">
                <c:v>-87.299975309318512</c:v>
              </c:pt>
              <c:pt idx="519">
                <c:v>-87.355478982596097</c:v>
              </c:pt>
              <c:pt idx="520">
                <c:v>-87.40927641920679</c:v>
              </c:pt>
              <c:pt idx="521">
                <c:v>-87.461437277031251</c:v>
              </c:pt>
              <c:pt idx="522">
                <c:v>-87.512027676867675</c:v>
              </c:pt>
              <c:pt idx="523">
                <c:v>-87.561110416592769</c:v>
              </c:pt>
              <c:pt idx="524">
                <c:v>-87.608745170404006</c:v>
              </c:pt>
              <c:pt idx="525">
                <c:v>-87.6549886742106</c:v>
              </c:pt>
              <c:pt idx="526">
                <c:v>-87.699894898175586</c:v>
              </c:pt>
              <c:pt idx="527">
                <c:v>-87.74351520769531</c:v>
              </c:pt>
              <c:pt idx="528">
                <c:v>-87.785898513337671</c:v>
              </c:pt>
              <c:pt idx="529">
                <c:v>-87.827091410899854</c:v>
              </c:pt>
              <c:pt idx="530">
                <c:v>-87.867138312157238</c:v>
              </c:pt>
              <c:pt idx="531">
                <c:v>-87.906081567011995</c:v>
              </c:pt>
              <c:pt idx="532">
                <c:v>-87.943961577834145</c:v>
              </c:pt>
              <c:pt idx="533">
                <c:v>-87.980816906303488</c:v>
              </c:pt>
              <c:pt idx="534">
                <c:v>-88.0166843735459</c:v>
              </c:pt>
              <c:pt idx="535">
                <c:v>-88.051599153944508</c:v>
              </c:pt>
              <c:pt idx="536">
                <c:v>-88.085594863095324</c:v>
              </c:pt>
              <c:pt idx="537">
                <c:v>-88.118703640232539</c:v>
              </c:pt>
              <c:pt idx="538">
                <c:v>-88.150956225687253</c:v>
              </c:pt>
              <c:pt idx="539">
                <c:v>-88.18238203361166</c:v>
              </c:pt>
              <c:pt idx="540">
                <c:v>-88.213009220298076</c:v>
              </c:pt>
              <c:pt idx="541">
                <c:v>-88.242864748402724</c:v>
              </c:pt>
              <c:pt idx="542">
                <c:v>-88.271974447399714</c:v>
              </c:pt>
              <c:pt idx="543">
                <c:v>-88.300363070458332</c:v>
              </c:pt>
              <c:pt idx="544">
                <c:v>-88.328054348014675</c:v>
              </c:pt>
              <c:pt idx="545">
                <c:v>-88.355071038272868</c:v>
              </c:pt>
              <c:pt idx="546">
                <c:v>-88.381434974732585</c:v>
              </c:pt>
              <c:pt idx="547">
                <c:v>-88.407167111105409</c:v>
              </c:pt>
              <c:pt idx="548">
                <c:v>-88.432287563667245</c:v>
              </c:pt>
              <c:pt idx="549">
                <c:v>-88.456815651258722</c:v>
              </c:pt>
              <c:pt idx="550">
                <c:v>-88.480769932999252</c:v>
              </c:pt>
              <c:pt idx="551">
                <c:v>-88.504168244045545</c:v>
              </c:pt>
              <c:pt idx="552">
                <c:v>-88.527027729285422</c:v>
              </c:pt>
              <c:pt idx="553">
                <c:v>-88.549364875287012</c:v>
              </c:pt>
              <c:pt idx="554">
                <c:v>-88.571195540487423</c:v>
              </c:pt>
              <c:pt idx="555">
                <c:v>-88.592534983804583</c:v>
              </c:pt>
              <c:pt idx="556">
                <c:v>-88.613397891698241</c:v>
              </c:pt>
              <c:pt idx="557">
                <c:v>-88.633798403857426</c:v>
              </c:pt>
              <c:pt idx="558">
                <c:v>-88.653750137496061</c:v>
              </c:pt>
              <c:pt idx="559">
                <c:v>-88.67326621045946</c:v>
              </c:pt>
              <c:pt idx="560">
                <c:v>-88.692359263093735</c:v>
              </c:pt>
              <c:pt idx="561">
                <c:v>-88.711041479017211</c:v>
              </c:pt>
              <c:pt idx="562">
                <c:v>-88.729324604833948</c:v>
              </c:pt>
              <c:pt idx="563">
                <c:v>-88.747219968895593</c:v>
              </c:pt>
              <c:pt idx="564">
                <c:v>-88.764738499068571</c:v>
              </c:pt>
              <c:pt idx="565">
                <c:v>-88.781890739676186</c:v>
              </c:pt>
              <c:pt idx="566">
                <c:v>-88.798686867592977</c:v>
              </c:pt>
              <c:pt idx="567">
                <c:v>-88.815136707548902</c:v>
              </c:pt>
              <c:pt idx="568">
                <c:v>-88.831249746647387</c:v>
              </c:pt>
              <c:pt idx="569">
                <c:v>-88.847035148311321</c:v>
              </c:pt>
              <c:pt idx="570">
                <c:v>-88.862501765449068</c:v>
              </c:pt>
              <c:pt idx="571">
                <c:v>-88.877658152988218</c:v>
              </c:pt>
              <c:pt idx="572">
                <c:v>-88.892512579950974</c:v>
              </c:pt>
              <c:pt idx="573">
                <c:v>-88.907073040809337</c:v>
              </c:pt>
              <c:pt idx="574">
                <c:v>-88.921347266418408</c:v>
              </c:pt>
              <c:pt idx="575">
                <c:v>-88.935342734360901</c:v>
              </c:pt>
              <c:pt idx="576">
                <c:v>-88.949066678942316</c:v>
              </c:pt>
              <c:pt idx="577">
                <c:v>-88.962526100589216</c:v>
              </c:pt>
              <c:pt idx="578">
                <c:v>-88.97572777492114</c:v>
              </c:pt>
              <c:pt idx="579">
                <c:v>-88.988678261372144</c:v>
              </c:pt>
              <c:pt idx="580">
                <c:v>-89.001383911417605</c:v>
              </c:pt>
              <c:pt idx="581">
                <c:v>-89.013850876489045</c:v>
              </c:pt>
              <c:pt idx="582">
                <c:v>-89.026085115505779</c:v>
              </c:pt>
              <c:pt idx="583">
                <c:v>-89.038092402051277</c:v>
              </c:pt>
              <c:pt idx="584">
                <c:v>-89.049878331291552</c:v>
              </c:pt>
              <c:pt idx="585">
                <c:v>-89.061448326546071</c:v>
              </c:pt>
              <c:pt idx="586">
                <c:v>-89.072807645607085</c:v>
              </c:pt>
              <c:pt idx="587">
                <c:v>-89.083961386799729</c:v>
              </c:pt>
              <c:pt idx="588">
                <c:v>-89.094914494745353</c:v>
              </c:pt>
              <c:pt idx="589">
                <c:v>-89.105671765877645</c:v>
              </c:pt>
              <c:pt idx="590">
                <c:v>-89.116237853824771</c:v>
              </c:pt>
              <c:pt idx="591">
                <c:v>-89.126617274414642</c:v>
              </c:pt>
              <c:pt idx="592">
                <c:v>-89.136814410596486</c:v>
              </c:pt>
              <c:pt idx="593">
                <c:v>-89.146833517120854</c:v>
              </c:pt>
              <c:pt idx="594">
                <c:v>-89.156678725004426</c:v>
              </c:pt>
              <c:pt idx="595">
                <c:v>-89.166354045838261</c:v>
              </c:pt>
              <c:pt idx="596">
                <c:v>-89.175863375927889</c:v>
              </c:pt>
              <c:pt idx="597">
                <c:v>-89.185210500233694</c:v>
              </c:pt>
              <c:pt idx="598">
                <c:v>-89.194399096197571</c:v>
              </c:pt>
              <c:pt idx="599">
                <c:v>-89.203432737378506</c:v>
              </c:pt>
              <c:pt idx="600">
                <c:v>-89.212314896986811</c:v>
              </c:pt>
              <c:pt idx="601">
                <c:v>-89.22104895121123</c:v>
              </c:pt>
              <c:pt idx="602">
                <c:v>-89.229638182512531</c:v>
              </c:pt>
              <c:pt idx="603">
                <c:v>-89.23808578270112</c:v>
              </c:pt>
              <c:pt idx="604">
                <c:v>-89.246394855927193</c:v>
              </c:pt>
              <c:pt idx="605">
                <c:v>-89.254568421582405</c:v>
              </c:pt>
              <c:pt idx="606">
                <c:v>-89.262609417071417</c:v>
              </c:pt>
              <c:pt idx="607">
                <c:v>-89.270520700428648</c:v>
              </c:pt>
              <c:pt idx="608">
                <c:v>-89.278305052946706</c:v>
              </c:pt>
              <c:pt idx="609">
                <c:v>-89.285965181586903</c:v>
              </c:pt>
              <c:pt idx="610">
                <c:v>-89.293503721386458</c:v>
              </c:pt>
              <c:pt idx="611">
                <c:v>-89.300923237744129</c:v>
              </c:pt>
              <c:pt idx="612">
                <c:v>-89.308226228611176</c:v>
              </c:pt>
              <c:pt idx="613">
                <c:v>-89.31541512658913</c:v>
              </c:pt>
              <c:pt idx="614">
                <c:v>-89.322492301039873</c:v>
              </c:pt>
              <c:pt idx="615">
                <c:v>-89.329460059987241</c:v>
              </c:pt>
              <c:pt idx="616">
                <c:v>-89.336320652030537</c:v>
              </c:pt>
              <c:pt idx="617">
                <c:v>-89.343076268219505</c:v>
              </c:pt>
              <c:pt idx="618">
                <c:v>-89.349729043758074</c:v>
              </c:pt>
              <c:pt idx="619">
                <c:v>-89.356281059740027</c:v>
              </c:pt>
              <c:pt idx="620">
                <c:v>-89.362734344764021</c:v>
              </c:pt>
              <c:pt idx="621">
                <c:v>-89.369090876555177</c:v>
              </c:pt>
              <c:pt idx="622">
                <c:v>-89.375352583460966</c:v>
              </c:pt>
              <c:pt idx="623">
                <c:v>-89.381521345940513</c:v>
              </c:pt>
              <c:pt idx="624">
                <c:v>-89.387598997969818</c:v>
              </c:pt>
              <c:pt idx="625">
                <c:v>-89.393587328427031</c:v>
              </c:pt>
              <c:pt idx="626">
                <c:v>-89.399488082442829</c:v>
              </c:pt>
              <c:pt idx="627">
                <c:v>-89.405302962622969</c:v>
              </c:pt>
              <c:pt idx="628">
                <c:v>-89.411033630351795</c:v>
              </c:pt>
              <c:pt idx="629">
                <c:v>-89.416681706942271</c:v>
              </c:pt>
              <c:pt idx="630">
                <c:v>-89.422248774813866</c:v>
              </c:pt>
              <c:pt idx="631">
                <c:v>-89.427736378593096</c:v>
              </c:pt>
              <c:pt idx="632">
                <c:v>-89.433146026204355</c:v>
              </c:pt>
              <c:pt idx="633">
                <c:v>-89.438479189908534</c:v>
              </c:pt>
              <c:pt idx="634">
                <c:v>-89.443737307329229</c:v>
              </c:pt>
              <c:pt idx="635">
                <c:v>-89.448921782397107</c:v>
              </c:pt>
              <c:pt idx="636">
                <c:v>-89.454033986302832</c:v>
              </c:pt>
              <c:pt idx="637">
                <c:v>-89.459075258446958</c:v>
              </c:pt>
              <c:pt idx="638">
                <c:v>-89.464046907255948</c:v>
              </c:pt>
              <c:pt idx="639">
                <c:v>-89.468950211101102</c:v>
              </c:pt>
              <c:pt idx="640">
                <c:v>-89.473786419088654</c:v>
              </c:pt>
              <c:pt idx="641">
                <c:v>-89.478556751880134</c:v>
              </c:pt>
              <c:pt idx="642">
                <c:v>-89.483262402446968</c:v>
              </c:pt>
              <c:pt idx="643">
                <c:v>-89.487904536848561</c:v>
              </c:pt>
              <c:pt idx="644">
                <c:v>-89.492484294929938</c:v>
              </c:pt>
              <c:pt idx="645">
                <c:v>-89.497002791047848</c:v>
              </c:pt>
              <c:pt idx="646">
                <c:v>-89.501461114736458</c:v>
              </c:pt>
              <c:pt idx="647">
                <c:v>-89.505860331398324</c:v>
              </c:pt>
              <c:pt idx="648">
                <c:v>-89.510201482905217</c:v>
              </c:pt>
              <c:pt idx="649">
                <c:v>-89.514485588251617</c:v>
              </c:pt>
              <c:pt idx="650">
                <c:v>-89.518713644130543</c:v>
              </c:pt>
              <c:pt idx="651">
                <c:v>-89.522886625535733</c:v>
              </c:pt>
              <c:pt idx="652">
                <c:v>-89.527005486329003</c:v>
              </c:pt>
              <c:pt idx="653">
                <c:v>-89.531071159754077</c:v>
              </c:pt>
              <c:pt idx="654">
                <c:v>-89.535084559031247</c:v>
              </c:pt>
              <c:pt idx="655">
                <c:v>-89.539046577814659</c:v>
              </c:pt>
              <c:pt idx="656">
                <c:v>-89.542958090708183</c:v>
              </c:pt>
              <c:pt idx="657">
                <c:v>-89.546819953785857</c:v>
              </c:pt>
              <c:pt idx="658">
                <c:v>-89.550633005010823</c:v>
              </c:pt>
              <c:pt idx="659">
                <c:v>-89.554398064720743</c:v>
              </c:pt>
              <c:pt idx="660">
                <c:v>-89.558115936072838</c:v>
              </c:pt>
              <c:pt idx="661">
                <c:v>-89.561787405472131</c:v>
              </c:pt>
              <c:pt idx="662">
                <c:v>-89.565413242986466</c:v>
              </c:pt>
              <c:pt idx="663">
                <c:v>-89.568994202748897</c:v>
              </c:pt>
              <c:pt idx="664">
                <c:v>-89.572531023343515</c:v>
              </c:pt>
              <c:pt idx="665">
                <c:v>-89.576024428235868</c:v>
              </c:pt>
              <c:pt idx="666">
                <c:v>-89.579475126080979</c:v>
              </c:pt>
              <c:pt idx="667">
                <c:v>-89.582883811125583</c:v>
              </c:pt>
              <c:pt idx="668">
                <c:v>-89.586251163541505</c:v>
              </c:pt>
              <c:pt idx="669">
                <c:v>-89.589577849785115</c:v>
              </c:pt>
              <c:pt idx="670">
                <c:v>-89.592864522911256</c:v>
              </c:pt>
              <c:pt idx="671">
                <c:v>-89.596111822886883</c:v>
              </c:pt>
              <c:pt idx="672">
                <c:v>-89.599320376942643</c:v>
              </c:pt>
              <c:pt idx="673">
                <c:v>-89.602490799845128</c:v>
              </c:pt>
              <c:pt idx="674">
                <c:v>-89.605623694188438</c:v>
              </c:pt>
              <c:pt idx="675">
                <c:v>-89.60871965070497</c:v>
              </c:pt>
              <c:pt idx="676">
                <c:v>-89.611779248542589</c:v>
              </c:pt>
              <c:pt idx="677">
                <c:v>-89.614803055512454</c:v>
              </c:pt>
              <c:pt idx="678">
                <c:v>-89.617791628375244</c:v>
              </c:pt>
              <c:pt idx="679">
                <c:v>-89.620745513112979</c:v>
              </c:pt>
              <c:pt idx="680">
                <c:v>-89.623665245137857</c:v>
              </c:pt>
              <c:pt idx="681">
                <c:v>-89.626551349562462</c:v>
              </c:pt>
              <c:pt idx="682">
                <c:v>-89.629404341436953</c:v>
              </c:pt>
              <c:pt idx="683">
                <c:v>-89.632224725995115</c:v>
              </c:pt>
              <c:pt idx="684">
                <c:v>-89.635012998822916</c:v>
              </c:pt>
              <c:pt idx="685">
                <c:v>-89.63776964614452</c:v>
              </c:pt>
              <c:pt idx="686">
                <c:v>-89.640495144997459</c:v>
              </c:pt>
              <c:pt idx="687">
                <c:v>-89.643189963446645</c:v>
              </c:pt>
              <c:pt idx="688">
                <c:v>-89.645854560781274</c:v>
              </c:pt>
              <c:pt idx="689">
                <c:v>-89.648489387735864</c:v>
              </c:pt>
              <c:pt idx="690">
                <c:v>-89.651094886645623</c:v>
              </c:pt>
              <c:pt idx="691">
                <c:v>-89.65367149167092</c:v>
              </c:pt>
              <c:pt idx="692">
                <c:v>-89.656219628926465</c:v>
              </c:pt>
              <c:pt idx="693">
                <c:v>-89.658739716731759</c:v>
              </c:pt>
              <c:pt idx="694">
                <c:v>-89.661232165714438</c:v>
              </c:pt>
              <c:pt idx="695">
                <c:v>-89.663697379023532</c:v>
              </c:pt>
              <c:pt idx="696">
                <c:v>-89.666135752459311</c:v>
              </c:pt>
              <c:pt idx="697">
                <c:v>-89.668547674672041</c:v>
              </c:pt>
              <c:pt idx="698">
                <c:v>-89.67093352727008</c:v>
              </c:pt>
              <c:pt idx="699">
                <c:v>-89.673293685019246</c:v>
              </c:pt>
              <c:pt idx="700">
                <c:v>-89.675628515951615</c:v>
              </c:pt>
              <c:pt idx="701">
                <c:v>-89.677938381543484</c:v>
              </c:pt>
              <c:pt idx="702">
                <c:v>-89.680223636828785</c:v>
              </c:pt>
              <c:pt idx="703">
                <c:v>-89.682484630537203</c:v>
              </c:pt>
              <c:pt idx="704">
                <c:v>-89.684721705256862</c:v>
              </c:pt>
              <c:pt idx="705">
                <c:v>-89.686935197525528</c:v>
              </c:pt>
              <c:pt idx="706">
                <c:v>-89.689125437998086</c:v>
              </c:pt>
              <c:pt idx="707">
                <c:v>-89.691292751524301</c:v>
              </c:pt>
              <c:pt idx="708">
                <c:v>-89.693437457310367</c:v>
              </c:pt>
              <c:pt idx="709">
                <c:v>-89.695559869009074</c:v>
              </c:pt>
              <c:pt idx="710">
                <c:v>-89.697660294875575</c:v>
              </c:pt>
              <c:pt idx="711">
                <c:v>-89.699739037811042</c:v>
              </c:pt>
              <c:pt idx="712">
                <c:v>-89.701796395538523</c:v>
              </c:pt>
              <c:pt idx="713">
                <c:v>-89.703832660681655</c:v>
              </c:pt>
              <c:pt idx="714">
                <c:v>-89.705848120868325</c:v>
              </c:pt>
              <c:pt idx="715">
                <c:v>-89.707843058818696</c:v>
              </c:pt>
              <c:pt idx="716">
                <c:v>-89.709817752494914</c:v>
              </c:pt>
              <c:pt idx="717">
                <c:v>-89.711772475135788</c:v>
              </c:pt>
              <c:pt idx="718">
                <c:v>-89.713707495408443</c:v>
              </c:pt>
              <c:pt idx="719">
                <c:v>-89.715623077441478</c:v>
              </c:pt>
              <c:pt idx="720">
                <c:v>-89.717519480967496</c:v>
              </c:pt>
              <c:pt idx="721">
                <c:v>-89.719396961395248</c:v>
              </c:pt>
              <c:pt idx="722">
                <c:v>-89.721255769888032</c:v>
              </c:pt>
              <c:pt idx="723">
                <c:v>-89.723096153438178</c:v>
              </c:pt>
              <c:pt idx="724">
                <c:v>-89.724918354980758</c:v>
              </c:pt>
              <c:pt idx="725">
                <c:v>-89.72672261344816</c:v>
              </c:pt>
              <c:pt idx="726">
                <c:v>-89.728509163864231</c:v>
              </c:pt>
              <c:pt idx="727">
                <c:v>-89.730278237401222</c:v>
              </c:pt>
              <c:pt idx="728">
                <c:v>-89.732030061479918</c:v>
              </c:pt>
              <c:pt idx="729">
                <c:v>-89.733764859836313</c:v>
              </c:pt>
              <c:pt idx="730">
                <c:v>-89.735482852576652</c:v>
              </c:pt>
              <c:pt idx="731">
                <c:v>-89.73718425624304</c:v>
              </c:pt>
              <c:pt idx="732">
                <c:v>-89.738869283929404</c:v>
              </c:pt>
              <c:pt idx="733">
                <c:v>-89.74053814529843</c:v>
              </c:pt>
              <c:pt idx="734">
                <c:v>-89.742191046667301</c:v>
              </c:pt>
              <c:pt idx="735">
                <c:v>-89.743828191082031</c:v>
              </c:pt>
              <c:pt idx="736">
                <c:v>-89.74544977834374</c:v>
              </c:pt>
              <c:pt idx="737">
                <c:v>-89.747056005111233</c:v>
              </c:pt>
              <c:pt idx="738">
                <c:v>-89.748647064940926</c:v>
              </c:pt>
              <c:pt idx="739">
                <c:v>-89.750223148337355</c:v>
              </c:pt>
              <c:pt idx="740">
                <c:v>-89.751784442839664</c:v>
              </c:pt>
              <c:pt idx="741">
                <c:v>-89.753331133034749</c:v>
              </c:pt>
              <c:pt idx="742">
                <c:v>-89.754863400668384</c:v>
              </c:pt>
              <c:pt idx="743">
                <c:v>-89.756381424621239</c:v>
              </c:pt>
              <c:pt idx="744">
                <c:v>-89.757885381055388</c:v>
              </c:pt>
              <c:pt idx="745">
                <c:v>-89.75937544337512</c:v>
              </c:pt>
              <c:pt idx="746">
                <c:v>-89.76085178234726</c:v>
              </c:pt>
              <c:pt idx="747">
                <c:v>-89.762314566108358</c:v>
              </c:pt>
              <c:pt idx="748">
                <c:v>-89.763763960218938</c:v>
              </c:pt>
              <c:pt idx="749">
                <c:v>-89.765200127728193</c:v>
              </c:pt>
              <c:pt idx="750">
                <c:v>-89.766623229223711</c:v>
              </c:pt>
              <c:pt idx="751">
                <c:v>-89.768033422823095</c:v>
              </c:pt>
              <c:pt idx="752">
                <c:v>-89.769430864288267</c:v>
              </c:pt>
              <c:pt idx="753">
                <c:v>-89.770815707034544</c:v>
              </c:pt>
              <c:pt idx="754">
                <c:v>-89.772188102161053</c:v>
              </c:pt>
              <c:pt idx="755">
                <c:v>-89.773548198502652</c:v>
              </c:pt>
              <c:pt idx="756">
                <c:v>-89.774896142717552</c:v>
              </c:pt>
              <c:pt idx="757">
                <c:v>-89.776232079226659</c:v>
              </c:pt>
              <c:pt idx="758">
                <c:v>-89.77755615034404</c:v>
              </c:pt>
              <c:pt idx="759">
                <c:v>-89.778868496262561</c:v>
              </c:pt>
              <c:pt idx="760">
                <c:v>-89.780169255136983</c:v>
              </c:pt>
              <c:pt idx="761">
                <c:v>-89.781458563054642</c:v>
              </c:pt>
              <c:pt idx="762">
                <c:v>-89.782736554135965</c:v>
              </c:pt>
              <c:pt idx="763">
                <c:v>-89.784003360530093</c:v>
              </c:pt>
              <c:pt idx="764">
                <c:v>-89.785259112467941</c:v>
              </c:pt>
              <c:pt idx="765">
                <c:v>-89.786503938286145</c:v>
              </c:pt>
              <c:pt idx="766">
                <c:v>-89.787737964461726</c:v>
              </c:pt>
              <c:pt idx="767">
                <c:v>-89.788961315650027</c:v>
              </c:pt>
              <c:pt idx="768">
                <c:v>-89.790174114700889</c:v>
              </c:pt>
              <c:pt idx="769">
                <c:v>-89.791376482714185</c:v>
              </c:pt>
              <c:pt idx="770">
                <c:v>-89.792568539051942</c:v>
              </c:pt>
              <c:pt idx="771">
                <c:v>-89.793750401375576</c:v>
              </c:pt>
              <c:pt idx="772">
                <c:v>-89.794922185661179</c:v>
              </c:pt>
              <c:pt idx="773">
                <c:v>-89.796084006243532</c:v>
              </c:pt>
              <c:pt idx="774">
                <c:v>-89.797235975849048</c:v>
              </c:pt>
              <c:pt idx="775">
                <c:v>-89.798378205599917</c:v>
              </c:pt>
              <c:pt idx="776">
                <c:v>-89.799510805064543</c:v>
              </c:pt>
              <c:pt idx="777">
                <c:v>-89.800633882272209</c:v>
              </c:pt>
              <c:pt idx="778">
                <c:v>-89.80174754373094</c:v>
              </c:pt>
              <c:pt idx="779">
                <c:v>-89.802851894477527</c:v>
              </c:pt>
              <c:pt idx="780">
                <c:v>-89.803947038080949</c:v>
              </c:pt>
              <c:pt idx="781">
                <c:v>-89.805033076670384</c:v>
              </c:pt>
              <c:pt idx="782">
                <c:v>-89.806110110959921</c:v>
              </c:pt>
              <c:pt idx="783">
                <c:v>-89.807178240290682</c:v>
              </c:pt>
              <c:pt idx="784">
                <c:v>-89.808237562608539</c:v>
              </c:pt>
              <c:pt idx="785">
                <c:v>-89.809288174541791</c:v>
              </c:pt>
              <c:pt idx="786">
                <c:v>-89.810330171375114</c:v>
              </c:pt>
              <c:pt idx="787">
                <c:v>-89.811363647126882</c:v>
              </c:pt>
              <c:pt idx="788">
                <c:v>-89.812388694490721</c:v>
              </c:pt>
              <c:pt idx="789">
                <c:v>-89.81340540492684</c:v>
              </c:pt>
              <c:pt idx="790">
                <c:v>-89.81441386865697</c:v>
              </c:pt>
              <c:pt idx="791">
                <c:v>-89.815414174687533</c:v>
              </c:pt>
              <c:pt idx="792">
                <c:v>-89.816406410815091</c:v>
              </c:pt>
              <c:pt idx="793">
                <c:v>-89.81739066367426</c:v>
              </c:pt>
              <c:pt idx="794">
                <c:v>-89.81836701872507</c:v>
              </c:pt>
              <c:pt idx="795">
                <c:v>-89.819335560282909</c:v>
              </c:pt>
              <c:pt idx="796">
                <c:v>-89.820296371551919</c:v>
              </c:pt>
              <c:pt idx="797">
                <c:v>-89.821249534640472</c:v>
              </c:pt>
              <c:pt idx="798">
                <c:v>-89.822195130540962</c:v>
              </c:pt>
              <c:pt idx="799">
                <c:v>-89.823133239187868</c:v>
              </c:pt>
              <c:pt idx="800">
                <c:v>-89.824063939479956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E066-4D31-9B9D-F71C9E1F524C}"/>
            </c:ext>
          </c:extLst>
        </c:ser>
        <c:ser>
          <c:idx val="1"/>
          <c:order val="1"/>
          <c:tx>
            <c:v>理想匹配</c:v>
          </c:tx>
          <c:spPr>
            <a:ln w="23813">
              <a:solidFill>
                <a:srgbClr val="2F75B5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-89.922479631454237</c:v>
              </c:pt>
              <c:pt idx="1">
                <c:v>-89.92190716140918</c:v>
              </c:pt>
              <c:pt idx="2">
                <c:v>-89.921328983329929</c:v>
              </c:pt>
              <c:pt idx="3">
                <c:v>-89.920745025271401</c:v>
              </c:pt>
              <c:pt idx="4">
                <c:v>-89.920155214188938</c:v>
              </c:pt>
              <c:pt idx="5">
                <c:v>-89.919559475918263</c:v>
              </c:pt>
              <c:pt idx="6">
                <c:v>-89.918957735155161</c:v>
              </c:pt>
              <c:pt idx="7">
                <c:v>-89.918349915435186</c:v>
              </c:pt>
              <c:pt idx="8">
                <c:v>-89.917735939112234</c:v>
              </c:pt>
              <c:pt idx="9">
                <c:v>-89.917115727337276</c:v>
              </c:pt>
              <c:pt idx="10">
                <c:v>-89.916489200036196</c:v>
              </c:pt>
              <c:pt idx="11">
                <c:v>-89.915856275887336</c:v>
              </c:pt>
              <c:pt idx="12">
                <c:v>-89.91521687229887</c:v>
              </c:pt>
              <c:pt idx="13">
                <c:v>-89.914570905385105</c:v>
              </c:pt>
              <c:pt idx="14">
                <c:v>-89.913918289942771</c:v>
              </c:pt>
              <c:pt idx="15">
                <c:v>-89.913258939426356</c:v>
              </c:pt>
              <c:pt idx="16">
                <c:v>-89.912592765923534</c:v>
              </c:pt>
              <c:pt idx="17">
                <c:v>-89.911919680129614</c:v>
              </c:pt>
              <c:pt idx="18">
                <c:v>-89.911239591321205</c:v>
              </c:pt>
              <c:pt idx="19">
                <c:v>-89.910552407330115</c:v>
              </c:pt>
              <c:pt idx="20">
                <c:v>-89.909858034515921</c:v>
              </c:pt>
              <c:pt idx="21">
                <c:v>-89.90915637773827</c:v>
              </c:pt>
              <c:pt idx="22">
                <c:v>-89.908447340328706</c:v>
              </c:pt>
              <c:pt idx="23">
                <c:v>-89.907730824061488</c:v>
              </c:pt>
              <c:pt idx="24">
                <c:v>-89.907006729124049</c:v>
              </c:pt>
              <c:pt idx="25">
                <c:v>-89.906274954087039</c:v>
              </c:pt>
              <c:pt idx="26">
                <c:v>-89.90553539587296</c:v>
              </c:pt>
              <c:pt idx="27">
                <c:v>-89.904787949725048</c:v>
              </c:pt>
              <c:pt idx="28">
                <c:v>-89.904032509174613</c:v>
              </c:pt>
              <c:pt idx="29">
                <c:v>-89.903268966008284</c:v>
              </c:pt>
              <c:pt idx="30">
                <c:v>-89.902497210234159</c:v>
              </c:pt>
              <c:pt idx="31">
                <c:v>-89.901717130047288</c:v>
              </c:pt>
              <c:pt idx="32">
                <c:v>-89.900928611794626</c:v>
              </c:pt>
              <c:pt idx="33">
                <c:v>-89.900131539938585</c:v>
              </c:pt>
              <c:pt idx="34">
                <c:v>-89.899325797020694</c:v>
              </c:pt>
              <c:pt idx="35">
                <c:v>-89.898511263623362</c:v>
              </c:pt>
              <c:pt idx="36">
                <c:v>-89.897687818331733</c:v>
              </c:pt>
              <c:pt idx="37">
                <c:v>-89.896855337694049</c:v>
              </c:pt>
              <c:pt idx="38">
                <c:v>-89.896013696181299</c:v>
              </c:pt>
              <c:pt idx="39">
                <c:v>-89.895162766146143</c:v>
              </c:pt>
              <c:pt idx="40">
                <c:v>-89.894302417780565</c:v>
              </c:pt>
              <c:pt idx="41">
                <c:v>-89.89343251907269</c:v>
              </c:pt>
              <c:pt idx="42">
                <c:v>-89.892552935762737</c:v>
              </c:pt>
              <c:pt idx="43">
                <c:v>-89.891663531297709</c:v>
              </c:pt>
              <c:pt idx="44">
                <c:v>-89.890764166785189</c:v>
              </c:pt>
              <c:pt idx="45">
                <c:v>-89.889854700946088</c:v>
              </c:pt>
              <c:pt idx="46">
                <c:v>-89.888934990066147</c:v>
              </c:pt>
              <c:pt idx="47">
                <c:v>-89.888004887946252</c:v>
              </c:pt>
              <c:pt idx="48">
                <c:v>-89.88706424585196</c:v>
              </c:pt>
              <c:pt idx="49">
                <c:v>-89.886112912461471</c:v>
              </c:pt>
              <c:pt idx="50">
                <c:v>-89.885150733812381</c:v>
              </c:pt>
              <c:pt idx="51">
                <c:v>-89.884177553247326</c:v>
              </c:pt>
              <c:pt idx="52">
                <c:v>-89.883193211358318</c:v>
              </c:pt>
              <c:pt idx="53">
                <c:v>-89.8821975459296</c:v>
              </c:pt>
              <c:pt idx="54">
                <c:v>-89.881190391879343</c:v>
              </c:pt>
              <c:pt idx="55">
                <c:v>-89.880171581199662</c:v>
              </c:pt>
              <c:pt idx="56">
                <c:v>-89.879140942895503</c:v>
              </c:pt>
              <c:pt idx="57">
                <c:v>-89.878098302921828</c:v>
              </c:pt>
              <c:pt idx="58">
                <c:v>-89.877043484119412</c:v>
              </c:pt>
              <c:pt idx="59">
                <c:v>-89.875976306148758</c:v>
              </c:pt>
              <c:pt idx="60">
                <c:v>-89.874896585422988</c:v>
              </c:pt>
              <c:pt idx="61">
                <c:v>-89.873804135038483</c:v>
              </c:pt>
              <c:pt idx="62">
                <c:v>-89.872698764704239</c:v>
              </c:pt>
              <c:pt idx="63">
                <c:v>-89.87158028066905</c:v>
              </c:pt>
              <c:pt idx="64">
                <c:v>-89.870448485647472</c:v>
              </c:pt>
              <c:pt idx="65">
                <c:v>-89.869303178743408</c:v>
              </c:pt>
              <c:pt idx="66">
                <c:v>-89.86814415537215</c:v>
              </c:pt>
              <c:pt idx="67">
                <c:v>-89.866971207180086</c:v>
              </c:pt>
              <c:pt idx="68">
                <c:v>-89.865784121962847</c:v>
              </c:pt>
              <c:pt idx="69">
                <c:v>-89.864582683581048</c:v>
              </c:pt>
              <c:pt idx="70">
                <c:v>-89.86336667187409</c:v>
              </c:pt>
              <c:pt idx="71">
                <c:v>-89.86213586257152</c:v>
              </c:pt>
              <c:pt idx="72">
                <c:v>-89.860890027202615</c:v>
              </c:pt>
              <c:pt idx="73">
                <c:v>-89.85962893300308</c:v>
              </c:pt>
              <c:pt idx="74">
                <c:v>-89.8583523428197</c:v>
              </c:pt>
              <c:pt idx="75">
                <c:v>-89.857060015012621</c:v>
              </c:pt>
              <c:pt idx="76">
                <c:v>-89.855751703354755</c:v>
              </c:pt>
              <c:pt idx="77">
                <c:v>-89.854427156928764</c:v>
              </c:pt>
              <c:pt idx="78">
                <c:v>-89.853086120021544</c:v>
              </c:pt>
              <c:pt idx="79">
                <c:v>-89.851728332015625</c:v>
              </c:pt>
              <c:pt idx="80">
                <c:v>-89.850353527278088</c:v>
              </c:pt>
              <c:pt idx="81">
                <c:v>-89.84896143504605</c:v>
              </c:pt>
              <c:pt idx="82">
                <c:v>-89.847551779309782</c:v>
              </c:pt>
              <c:pt idx="83">
                <c:v>-89.846124278692145</c:v>
              </c:pt>
              <c:pt idx="84">
                <c:v>-89.844678646325221</c:v>
              </c:pt>
              <c:pt idx="85">
                <c:v>-89.843214589723374</c:v>
              </c:pt>
              <c:pt idx="86">
                <c:v>-89.841731810653101</c:v>
              </c:pt>
              <c:pt idx="87">
                <c:v>-89.840230004999512</c:v>
              </c:pt>
              <c:pt idx="88">
                <c:v>-89.838708862628607</c:v>
              </c:pt>
              <c:pt idx="89">
                <c:v>-89.837168067246751</c:v>
              </c:pt>
              <c:pt idx="90">
                <c:v>-89.83560729625539</c:v>
              </c:pt>
              <c:pt idx="91">
                <c:v>-89.834026220602553</c:v>
              </c:pt>
              <c:pt idx="92">
                <c:v>-89.832424504629856</c:v>
              </c:pt>
              <c:pt idx="93">
                <c:v>-89.830801805915442</c:v>
              </c:pt>
              <c:pt idx="94">
                <c:v>-89.829157775112634</c:v>
              </c:pt>
              <c:pt idx="95">
                <c:v>-89.827492055783964</c:v>
              </c:pt>
              <c:pt idx="96">
                <c:v>-89.825804284230927</c:v>
              </c:pt>
              <c:pt idx="97">
                <c:v>-89.824094089318464</c:v>
              </c:pt>
              <c:pt idx="98">
                <c:v>-89.822361092295196</c:v>
              </c:pt>
              <c:pt idx="99">
                <c:v>-89.820604906607926</c:v>
              </c:pt>
              <c:pt idx="100">
                <c:v>-89.818825137711414</c:v>
              </c:pt>
              <c:pt idx="101">
                <c:v>-89.817021382872468</c:v>
              </c:pt>
              <c:pt idx="102">
                <c:v>-89.815193230968802</c:v>
              </c:pt>
              <c:pt idx="103">
                <c:v>-89.813340262281699</c:v>
              </c:pt>
              <c:pt idx="104">
                <c:v>-89.811462048283019</c:v>
              </c:pt>
              <c:pt idx="105">
                <c:v>-89.809558151416311</c:v>
              </c:pt>
              <c:pt idx="106">
                <c:v>-89.807628124871044</c:v>
              </c:pt>
              <c:pt idx="107">
                <c:v>-89.805671512350472</c:v>
              </c:pt>
              <c:pt idx="108">
                <c:v>-89.803687847833444</c:v>
              </c:pt>
              <c:pt idx="109">
                <c:v>-89.801676655328066</c:v>
              </c:pt>
              <c:pt idx="110">
                <c:v>-89.799637448618981</c:v>
              </c:pt>
              <c:pt idx="111">
                <c:v>-89.797569731007073</c:v>
              </c:pt>
              <c:pt idx="112">
                <c:v>-89.795472995041237</c:v>
              </c:pt>
              <c:pt idx="113">
                <c:v>-89.79334672224239</c:v>
              </c:pt>
              <c:pt idx="114">
                <c:v>-89.79119038281911</c:v>
              </c:pt>
              <c:pt idx="115">
                <c:v>-89.789003435374994</c:v>
              </c:pt>
              <c:pt idx="116">
                <c:v>-89.786785326606847</c:v>
              </c:pt>
              <c:pt idx="117">
                <c:v>-89.784535490994259</c:v>
              </c:pt>
              <c:pt idx="118">
                <c:v>-89.782253350479351</c:v>
              </c:pt>
              <c:pt idx="119">
                <c:v>-89.779938314136629</c:v>
              </c:pt>
              <c:pt idx="120">
                <c:v>-89.777589777833825</c:v>
              </c:pt>
              <c:pt idx="121">
                <c:v>-89.775207123880719</c:v>
              </c:pt>
              <c:pt idx="122">
                <c:v>-89.772789720668371</c:v>
              </c:pt>
              <c:pt idx="123">
                <c:v>-89.770336922296821</c:v>
              </c:pt>
              <c:pt idx="124">
                <c:v>-89.767848068191</c:v>
              </c:pt>
              <c:pt idx="125">
                <c:v>-89.765322482704988</c:v>
              </c:pt>
              <c:pt idx="126">
                <c:v>-89.762759474713462</c:v>
              </c:pt>
              <c:pt idx="127">
                <c:v>-89.760158337190859</c:v>
              </c:pt>
              <c:pt idx="128">
                <c:v>-89.757518346776592</c:v>
              </c:pt>
              <c:pt idx="129">
                <c:v>-89.754838763326902</c:v>
              </c:pt>
              <c:pt idx="130">
                <c:v>-89.752118829452186</c:v>
              </c:pt>
              <c:pt idx="131">
                <c:v>-89.749357770039694</c:v>
              </c:pt>
              <c:pt idx="132">
                <c:v>-89.746554791760616</c:v>
              </c:pt>
              <c:pt idx="133">
                <c:v>-89.743709082561338</c:v>
              </c:pt>
              <c:pt idx="134">
                <c:v>-89.740819811138294</c:v>
              </c:pt>
              <c:pt idx="135">
                <c:v>-89.737886126395424</c:v>
              </c:pt>
              <c:pt idx="136">
                <c:v>-89.734907156884191</c:v>
              </c:pt>
              <c:pt idx="137">
                <c:v>-89.731882010224865</c:v>
              </c:pt>
              <c:pt idx="138">
                <c:v>-89.728809772508683</c:v>
              </c:pt>
              <c:pt idx="139">
                <c:v>-89.725689507680329</c:v>
              </c:pt>
              <c:pt idx="140">
                <c:v>-89.72252025689987</c:v>
              </c:pt>
              <c:pt idx="141">
                <c:v>-89.719301037882488</c:v>
              </c:pt>
              <c:pt idx="142">
                <c:v>-89.716030844217528</c:v>
              </c:pt>
              <c:pt idx="143">
                <c:v>-89.712708644662598</c:v>
              </c:pt>
              <c:pt idx="144">
                <c:v>-89.709333382415267</c:v>
              </c:pt>
              <c:pt idx="145">
                <c:v>-89.705903974358989</c:v>
              </c:pt>
              <c:pt idx="146">
                <c:v>-89.702419310283148</c:v>
              </c:pt>
              <c:pt idx="147">
                <c:v>-89.698878252076767</c:v>
              </c:pt>
              <c:pt idx="148">
                <c:v>-89.695279632893545</c:v>
              </c:pt>
              <c:pt idx="149">
                <c:v>-89.691622256288397</c:v>
              </c:pt>
              <c:pt idx="150">
                <c:v>-89.6879048953232</c:v>
              </c:pt>
              <c:pt idx="151">
                <c:v>-89.684126291641419</c:v>
              </c:pt>
              <c:pt idx="152">
                <c:v>-89.680285154510273</c:v>
              </c:pt>
              <c:pt idx="153">
                <c:v>-89.676380159827957</c:v>
              </c:pt>
              <c:pt idx="154">
                <c:v>-89.672409949096519</c:v>
              </c:pt>
              <c:pt idx="155">
                <c:v>-89.668373128356976</c:v>
              </c:pt>
              <c:pt idx="156">
                <c:v>-89.664268267086371</c:v>
              </c:pt>
              <c:pt idx="157">
                <c:v>-89.660093897055063</c:v>
              </c:pt>
              <c:pt idx="158">
                <c:v>-89.655848511141713</c:v>
              </c:pt>
              <c:pt idx="159">
                <c:v>-89.651530562105592</c:v>
              </c:pt>
              <c:pt idx="160">
                <c:v>-89.647138461313148</c:v>
              </c:pt>
              <c:pt idx="161">
                <c:v>-89.642670577417618</c:v>
              </c:pt>
              <c:pt idx="162">
                <c:v>-89.638125234989602</c:v>
              </c:pt>
              <c:pt idx="163">
                <c:v>-89.633500713096097</c:v>
              </c:pt>
              <c:pt idx="164">
                <c:v>-89.628795243826431</c:v>
              </c:pt>
              <c:pt idx="165">
                <c:v>-89.624007010762355</c:v>
              </c:pt>
              <c:pt idx="166">
                <c:v>-89.619134147389687</c:v>
              </c:pt>
              <c:pt idx="167">
                <c:v>-89.614174735449637</c:v>
              </c:pt>
              <c:pt idx="168">
                <c:v>-89.609126803226829</c:v>
              </c:pt>
              <c:pt idx="169">
                <c:v>-89.603988323770579</c:v>
              </c:pt>
              <c:pt idx="170">
                <c:v>-89.598757213047662</c:v>
              </c:pt>
              <c:pt idx="171">
                <c:v>-89.593431328022803</c:v>
              </c:pt>
              <c:pt idx="172">
                <c:v>-89.588008464663417</c:v>
              </c:pt>
              <c:pt idx="173">
                <c:v>-89.582486355865882</c:v>
              </c:pt>
              <c:pt idx="174">
                <c:v>-89.576862669299572</c:v>
              </c:pt>
              <c:pt idx="175">
                <c:v>-89.571135005164024</c:v>
              </c:pt>
              <c:pt idx="176">
                <c:v>-89.565300893856573</c:v>
              </c:pt>
              <c:pt idx="177">
                <c:v>-89.559357793545999</c:v>
              </c:pt>
              <c:pt idx="178">
                <c:v>-89.553303087646569</c:v>
              </c:pt>
              <c:pt idx="179">
                <c:v>-89.547134082189629</c:v>
              </c:pt>
              <c:pt idx="180">
                <c:v>-89.540848003087092</c:v>
              </c:pt>
              <c:pt idx="181">
                <c:v>-89.534441993281007</c:v>
              </c:pt>
              <c:pt idx="182">
                <c:v>-89.527913109775142</c:v>
              </c:pt>
              <c:pt idx="183">
                <c:v>-89.521258320542159</c:v>
              </c:pt>
              <c:pt idx="184">
                <c:v>-89.514474501300612</c:v>
              </c:pt>
              <c:pt idx="185">
                <c:v>-89.507558432154966</c:v>
              </c:pt>
              <c:pt idx="186">
                <c:v>-89.500506794092672</c:v>
              </c:pt>
              <c:pt idx="187">
                <c:v>-89.493316165331223</c:v>
              </c:pt>
              <c:pt idx="188">
                <c:v>-89.485983017507053</c:v>
              </c:pt>
              <c:pt idx="189">
                <c:v>-89.478503711699219</c:v>
              </c:pt>
              <c:pt idx="190">
                <c:v>-89.470874494279016</c:v>
              </c:pt>
              <c:pt idx="191">
                <c:v>-89.46309149257759</c:v>
              </c:pt>
              <c:pt idx="192">
                <c:v>-89.45515071036121</c:v>
              </c:pt>
              <c:pt idx="193">
                <c:v>-89.447048023105197</c:v>
              </c:pt>
              <c:pt idx="194">
                <c:v>-89.438779173056432</c:v>
              </c:pt>
              <c:pt idx="195">
                <c:v>-89.430339764071803</c:v>
              </c:pt>
              <c:pt idx="196">
                <c:v>-89.421725256223851</c:v>
              </c:pt>
              <c:pt idx="197">
                <c:v>-89.412930960158349</c:v>
              </c:pt>
              <c:pt idx="198">
                <c:v>-89.403952031192816</c:v>
              </c:pt>
              <c:pt idx="199">
                <c:v>-89.394783463141763</c:v>
              </c:pt>
              <c:pt idx="200">
                <c:v>-89.385420081853042</c:v>
              </c:pt>
              <c:pt idx="201">
                <c:v>-89.375856538441923</c:v>
              </c:pt>
              <c:pt idx="202">
                <c:v>-89.366087302203695</c:v>
              </c:pt>
              <c:pt idx="203">
                <c:v>-89.356106653189784</c:v>
              </c:pt>
              <c:pt idx="204">
                <c:v>-89.345908674427477</c:v>
              </c:pt>
              <c:pt idx="205">
                <c:v>-89.335487243764092</c:v>
              </c:pt>
              <c:pt idx="206">
                <c:v>-89.324836025314312</c:v>
              </c:pt>
              <c:pt idx="207">
                <c:v>-89.31394846048893</c:v>
              </c:pt>
              <c:pt idx="208">
                <c:v>-89.30281775858036</c:v>
              </c:pt>
              <c:pt idx="209">
                <c:v>-89.291436886881129</c:v>
              </c:pt>
              <c:pt idx="210">
                <c:v>-89.279798560307114</c:v>
              </c:pt>
              <c:pt idx="211">
                <c:v>-89.267895230497729</c:v>
              </c:pt>
              <c:pt idx="212">
                <c:v>-89.255719074362545</c:v>
              </c:pt>
              <c:pt idx="213">
                <c:v>-89.243261982041261</c:v>
              </c:pt>
              <c:pt idx="214">
                <c:v>-89.230515544243048</c:v>
              </c:pt>
              <c:pt idx="215">
                <c:v>-89.217471038928039</c:v>
              </c:pt>
              <c:pt idx="216">
                <c:v>-89.204119417290812</c:v>
              </c:pt>
              <c:pt idx="217">
                <c:v>-89.19045128900504</c:v>
              </c:pt>
              <c:pt idx="218">
                <c:v>-89.176456906682503</c:v>
              </c:pt>
              <c:pt idx="219">
                <c:v>-89.162126149499457</c:v>
              </c:pt>
              <c:pt idx="220">
                <c:v>-89.147448505938087</c:v>
              </c:pt>
              <c:pt idx="221">
                <c:v>-89.132413055587492</c:v>
              </c:pt>
              <c:pt idx="222">
                <c:v>-89.117008449946169</c:v>
              </c:pt>
              <c:pt idx="223">
                <c:v>-89.101222892160223</c:v>
              </c:pt>
              <c:pt idx="224">
                <c:v>-89.085044115632044</c:v>
              </c:pt>
              <c:pt idx="225">
                <c:v>-89.06845936142318</c:v>
              </c:pt>
              <c:pt idx="226">
                <c:v>-89.051455354376174</c:v>
              </c:pt>
              <c:pt idx="227">
                <c:v>-89.034018277868043</c:v>
              </c:pt>
              <c:pt idx="228">
                <c:v>-89.016133747106437</c:v>
              </c:pt>
              <c:pt idx="229">
                <c:v>-88.99778678087074</c:v>
              </c:pt>
              <c:pt idx="230">
                <c:v>-88.978961771592182</c:v>
              </c:pt>
              <c:pt idx="231">
                <c:v>-88.959642453661388</c:v>
              </c:pt>
              <c:pt idx="232">
                <c:v>-88.939811869839772</c:v>
              </c:pt>
              <c:pt idx="233">
                <c:v>-88.919452335644635</c:v>
              </c:pt>
              <c:pt idx="234">
                <c:v>-88.898545401564817</c:v>
              </c:pt>
              <c:pt idx="235">
                <c:v>-88.877071812955364</c:v>
              </c:pt>
              <c:pt idx="236">
                <c:v>-88.85501146744366</c:v>
              </c:pt>
              <c:pt idx="237">
                <c:v>-88.83234336966899</c:v>
              </c:pt>
              <c:pt idx="238">
                <c:v>-88.809045583161108</c:v>
              </c:pt>
              <c:pt idx="239">
                <c:v>-88.785095179148868</c:v>
              </c:pt>
              <c:pt idx="240">
                <c:v>-88.760468182069616</c:v>
              </c:pt>
              <c:pt idx="241">
                <c:v>-88.735139511533234</c:v>
              </c:pt>
              <c:pt idx="242">
                <c:v>-88.709082920473094</c:v>
              </c:pt>
              <c:pt idx="243">
                <c:v>-88.682270929191674</c:v>
              </c:pt>
              <c:pt idx="244">
                <c:v>-88.654674754984825</c:v>
              </c:pt>
              <c:pt idx="245">
                <c:v>-88.626264236998779</c:v>
              </c:pt>
              <c:pt idx="246">
                <c:v>-88.59700775594618</c:v>
              </c:pt>
              <c:pt idx="247">
                <c:v>-88.566872148269098</c:v>
              </c:pt>
              <c:pt idx="248">
                <c:v>-88.53582261430445</c:v>
              </c:pt>
              <c:pt idx="249">
                <c:v>-88.503822619962506</c:v>
              </c:pt>
              <c:pt idx="250">
                <c:v>-88.470833791384692</c:v>
              </c:pt>
              <c:pt idx="251">
                <c:v>-88.436815801998208</c:v>
              </c:pt>
              <c:pt idx="252">
                <c:v>-88.401726251325698</c:v>
              </c:pt>
              <c:pt idx="253">
                <c:v>-88.365520534850944</c:v>
              </c:pt>
              <c:pt idx="254">
                <c:v>-88.328151704169912</c:v>
              </c:pt>
              <c:pt idx="255">
                <c:v>-88.289570316579329</c:v>
              </c:pt>
              <c:pt idx="256">
                <c:v>-88.249724273178899</c:v>
              </c:pt>
              <c:pt idx="257">
                <c:v>-88.208558644454413</c:v>
              </c:pt>
              <c:pt idx="258">
                <c:v>-88.166015482221241</c:v>
              </c:pt>
              <c:pt idx="259">
                <c:v>-88.122033616676163</c:v>
              </c:pt>
              <c:pt idx="260">
                <c:v>-88.076548437184286</c:v>
              </c:pt>
              <c:pt idx="261">
                <c:v>-88.029491655279998</c:v>
              </c:pt>
              <c:pt idx="262">
                <c:v>-87.980791048190468</c:v>
              </c:pt>
              <c:pt idx="263">
                <c:v>-87.930370181018034</c:v>
              </c:pt>
              <c:pt idx="264">
                <c:v>-87.878148105502191</c:v>
              </c:pt>
              <c:pt idx="265">
                <c:v>-87.824039033053396</c:v>
              </c:pt>
              <c:pt idx="266">
                <c:v>-87.767951979489212</c:v>
              </c:pt>
              <c:pt idx="267">
                <c:v>-87.70979037861153</c:v>
              </c:pt>
              <c:pt idx="268">
                <c:v>-87.649451661419718</c:v>
              </c:pt>
              <c:pt idx="269">
                <c:v>-87.586826797393286</c:v>
              </c:pt>
              <c:pt idx="270">
                <c:v>-87.521799793833978</c:v>
              </c:pt>
              <c:pt idx="271">
                <c:v>-87.45424714878142</c:v>
              </c:pt>
              <c:pt idx="272">
                <c:v>-87.384037252460232</c:v>
              </c:pt>
              <c:pt idx="273">
                <c:v>-87.311029731584895</c:v>
              </c:pt>
              <c:pt idx="274">
                <c:v>-87.235074730131643</c:v>
              </c:pt>
              <c:pt idx="275">
                <c:v>-87.156012119363112</c:v>
              </c:pt>
              <c:pt idx="276">
                <c:v>-87.073670628947852</c:v>
              </c:pt>
              <c:pt idx="277">
                <c:v>-86.987866889932789</c:v>
              </c:pt>
              <c:pt idx="278">
                <c:v>-86.89840437908191</c:v>
              </c:pt>
              <c:pt idx="279">
                <c:v>-86.805072252658164</c:v>
              </c:pt>
              <c:pt idx="280">
                <c:v>-86.707644056062051</c:v>
              </c:pt>
              <c:pt idx="281">
                <c:v>-86.605876293821169</c:v>
              </c:pt>
              <c:pt idx="282">
                <c:v>-86.499506842190485</c:v>
              </c:pt>
              <c:pt idx="283">
                <c:v>-86.388253184029907</c:v>
              </c:pt>
              <c:pt idx="284">
                <c:v>-86.271810442593491</c:v>
              </c:pt>
              <c:pt idx="285">
                <c:v>-86.149849187338319</c:v>
              </c:pt>
              <c:pt idx="286">
                <c:v>-86.022012980695436</c:v>
              </c:pt>
              <c:pt idx="287">
                <c:v>-85.887915629896114</c:v>
              </c:pt>
              <c:pt idx="288">
                <c:v>-85.747138102188359</c:v>
              </c:pt>
              <c:pt idx="289">
                <c:v>-85.599225055022472</c:v>
              </c:pt>
              <c:pt idx="290">
                <c:v>-85.443680924731467</c:v>
              </c:pt>
              <c:pt idx="291">
                <c:v>-85.279965507731447</c:v>
              </c:pt>
              <c:pt idx="292">
                <c:v>-85.10748895686568</c:v>
              </c:pt>
              <c:pt idx="293">
                <c:v>-84.925606101984712</c:v>
              </c:pt>
              <c:pt idx="294">
                <c:v>-84.733609987557983</c:v>
              </c:pt>
              <c:pt idx="295">
                <c:v>-84.530724500565483</c:v>
              </c:pt>
              <c:pt idx="296">
                <c:v>-84.316095938309687</c:v>
              </c:pt>
              <c:pt idx="297">
                <c:v>-84.088783337253417</c:v>
              </c:pt>
              <c:pt idx="298">
                <c:v>-83.847747349289747</c:v>
              </c:pt>
              <c:pt idx="299">
                <c:v>-83.591837409614229</c:v>
              </c:pt>
              <c:pt idx="300">
                <c:v>-83.319776888724448</c:v>
              </c:pt>
              <c:pt idx="301">
                <c:v>-83.030145857682768</c:v>
              </c:pt>
              <c:pt idx="302">
                <c:v>-82.721361017789732</c:v>
              </c:pt>
              <c:pt idx="303">
                <c:v>-82.391652249435566</c:v>
              </c:pt>
              <c:pt idx="304">
                <c:v>-82.039035115481951</c:v>
              </c:pt>
              <c:pt idx="305">
                <c:v>-81.661278505990225</c:v>
              </c:pt>
              <c:pt idx="306">
                <c:v>-81.255866425931174</c:v>
              </c:pt>
              <c:pt idx="307">
                <c:v>-80.819952695827894</c:v>
              </c:pt>
              <c:pt idx="308">
                <c:v>-80.350307044923127</c:v>
              </c:pt>
              <c:pt idx="309">
                <c:v>-79.843250711791839</c:v>
              </c:pt>
              <c:pt idx="310">
                <c:v>-79.294579208923224</c:v>
              </c:pt>
              <c:pt idx="311">
                <c:v>-78.699469331804764</c:v>
              </c:pt>
              <c:pt idx="312">
                <c:v>-78.05236677061626</c:v>
              </c:pt>
              <c:pt idx="313">
                <c:v>-77.346849780587135</c:v>
              </c:pt>
              <c:pt idx="314">
                <c:v>-76.575463250070072</c:v>
              </c:pt>
              <c:pt idx="315">
                <c:v>-75.72951614132927</c:v>
              </c:pt>
              <c:pt idx="316">
                <c:v>-74.798833652737869</c:v>
              </c:pt>
              <c:pt idx="317">
                <c:v>-73.771453590286924</c:v>
              </c:pt>
              <c:pt idx="318">
                <c:v>-72.63325446616264</c:v>
              </c:pt>
              <c:pt idx="319">
                <c:v>-71.367501087468483</c:v>
              </c:pt>
              <c:pt idx="320">
                <c:v>-69.95429257848069</c:v>
              </c:pt>
              <c:pt idx="321">
                <c:v>-68.369899368680379</c:v>
              </c:pt>
              <c:pt idx="322">
                <c:v>-66.585982549458876</c:v>
              </c:pt>
              <c:pt idx="323">
                <c:v>-64.56870655040197</c:v>
              </c:pt>
              <c:pt idx="324">
                <c:v>-62.277794060913358</c:v>
              </c:pt>
              <c:pt idx="325">
                <c:v>-59.665647294701245</c:v>
              </c:pt>
              <c:pt idx="326">
                <c:v>-56.676798772306945</c:v>
              </c:pt>
              <c:pt idx="327">
                <c:v>-53.248194578279659</c:v>
              </c:pt>
              <c:pt idx="328">
                <c:v>-49.311188253311514</c:v>
              </c:pt>
              <c:pt idx="329">
                <c:v>-44.796619191482435</c:v>
              </c:pt>
              <c:pt idx="330">
                <c:v>-39.644778730737123</c:v>
              </c:pt>
              <c:pt idx="331">
                <c:v>-33.821855294863362</c:v>
              </c:pt>
              <c:pt idx="332">
                <c:v>-27.342488542872172</c:v>
              </c:pt>
              <c:pt idx="333">
                <c:v>-20.293274235281782</c:v>
              </c:pt>
              <c:pt idx="334">
                <c:v>-12.845565989302285</c:v>
              </c:pt>
              <c:pt idx="335">
                <c:v>-5.2436055730309219</c:v>
              </c:pt>
              <c:pt idx="336">
                <c:v>2.2364957238589334</c:v>
              </c:pt>
              <c:pt idx="337">
                <c:v>9.3424797756786031</c:v>
              </c:pt>
              <c:pt idx="338">
                <c:v>15.890544543326772</c:v>
              </c:pt>
              <c:pt idx="339">
                <c:v>21.781703327796436</c:v>
              </c:pt>
              <c:pt idx="340">
                <c:v>26.991858705291687</c:v>
              </c:pt>
              <c:pt idx="341">
                <c:v>31.54901228327213</c:v>
              </c:pt>
              <c:pt idx="342">
                <c:v>35.510084192378834</c:v>
              </c:pt>
              <c:pt idx="343">
                <c:v>38.943447174674709</c:v>
              </c:pt>
              <c:pt idx="344">
                <c:v>41.918069482961556</c:v>
              </c:pt>
              <c:pt idx="345">
                <c:v>44.497824729846876</c:v>
              </c:pt>
              <c:pt idx="346">
                <c:v>46.739135282556745</c:v>
              </c:pt>
              <c:pt idx="347">
                <c:v>48.690498411669815</c:v>
              </c:pt>
              <c:pt idx="348">
                <c:v>50.392948717252047</c:v>
              </c:pt>
              <c:pt idx="349">
                <c:v>51.880906881177978</c:v>
              </c:pt>
              <c:pt idx="350">
                <c:v>53.183123049897802</c:v>
              </c:pt>
              <c:pt idx="351">
                <c:v>54.323574771084047</c:v>
              </c:pt>
              <c:pt idx="352">
                <c:v>55.322262169493392</c:v>
              </c:pt>
              <c:pt idx="353">
                <c:v>56.195885306082161</c:v>
              </c:pt>
              <c:pt idx="354">
                <c:v>56.95840850690815</c:v>
              </c:pt>
              <c:pt idx="355">
                <c:v>57.621524486422821</c:v>
              </c:pt>
              <c:pt idx="356">
                <c:v>58.195033233025306</c:v>
              </c:pt>
              <c:pt idx="357">
                <c:v>58.687150038785468</c:v>
              </c:pt>
              <c:pt idx="358">
                <c:v>59.104755371847816</c:v>
              </c:pt>
              <c:pt idx="359">
                <c:v>59.453597313561943</c:v>
              </c:pt>
              <c:pt idx="360">
                <c:v>59.73845538124165</c:v>
              </c:pt>
              <c:pt idx="361">
                <c:v>59.963272877722659</c:v>
              </c:pt>
              <c:pt idx="362">
                <c:v>60.131263488785805</c:v>
              </c:pt>
              <c:pt idx="363">
                <c:v>60.244996677302758</c:v>
              </c:pt>
              <c:pt idx="364">
                <c:v>60.306465467802845</c:v>
              </c:pt>
              <c:pt idx="365">
                <c:v>60.317139441170006</c:v>
              </c:pt>
              <c:pt idx="366">
                <c:v>60.278005132049749</c:v>
              </c:pt>
              <c:pt idx="367">
                <c:v>60.189595511331518</c:v>
              </c:pt>
              <c:pt idx="368">
                <c:v>60.052009817494039</c:v>
              </c:pt>
              <c:pt idx="369">
                <c:v>59.864924653170142</c:v>
              </c:pt>
              <c:pt idx="370">
                <c:v>59.627596970567929</c:v>
              </c:pt>
              <c:pt idx="371">
                <c:v>59.338859318610858</c:v>
              </c:pt>
              <c:pt idx="372">
                <c:v>58.997107506245712</c:v>
              </c:pt>
              <c:pt idx="373">
                <c:v>58.600280643866192</c:v>
              </c:pt>
              <c:pt idx="374">
                <c:v>58.14583335486779</c:v>
              </c:pt>
              <c:pt idx="375">
                <c:v>57.630699802334412</c:v>
              </c:pt>
              <c:pt idx="376">
                <c:v>57.051249057066634</c:v>
              </c:pt>
              <c:pt idx="377">
                <c:v>56.403231253820053</c:v>
              </c:pt>
              <c:pt idx="378">
                <c:v>55.681713964197606</c:v>
              </c:pt>
              <c:pt idx="379">
                <c:v>54.881008291107307</c:v>
              </c:pt>
              <c:pt idx="380">
                <c:v>53.994584415510438</c:v>
              </c:pt>
              <c:pt idx="381">
                <c:v>53.014976784580767</c:v>
              </c:pt>
              <c:pt idx="382">
                <c:v>51.933679945098412</c:v>
              </c:pt>
              <c:pt idx="383">
                <c:v>50.741037379850226</c:v>
              </c:pt>
              <c:pt idx="384">
                <c:v>49.426127858618138</c:v>
              </c:pt>
              <c:pt idx="385">
                <c:v>47.976657132024648</c:v>
              </c:pt>
              <c:pt idx="386">
                <c:v>46.378867759379524</c:v>
              </c:pt>
              <c:pt idx="387">
                <c:v>44.617487072241381</c:v>
              </c:pt>
              <c:pt idx="388">
                <c:v>42.675743398910534</c:v>
              </c:pt>
              <c:pt idx="389">
                <c:v>40.535494266302472</c:v>
              </c:pt>
              <c:pt idx="390">
                <c:v>38.177527405112613</c:v>
              </c:pt>
              <c:pt idx="391">
                <c:v>35.582114779252073</c:v>
              </c:pt>
              <c:pt idx="392">
                <c:v>32.729917710453215</c:v>
              </c:pt>
              <c:pt idx="393">
                <c:v>29.603349151898108</c:v>
              </c:pt>
              <c:pt idx="394">
                <c:v>26.188482512618716</c:v>
              </c:pt>
              <c:pt idx="395">
                <c:v>22.477533559358456</c:v>
              </c:pt>
              <c:pt idx="396">
                <c:v>18.47180916200805</c:v>
              </c:pt>
              <c:pt idx="397">
                <c:v>14.184802911381372</c:v>
              </c:pt>
              <c:pt idx="398">
                <c:v>9.6448508242970359</c:v>
              </c:pt>
              <c:pt idx="399">
                <c:v>4.8965350498082838</c:v>
              </c:pt>
              <c:pt idx="400">
                <c:v>-1.28074974964597E-6</c:v>
              </c:pt>
              <c:pt idx="401">
                <c:v>-4.9723369851469563</c:v>
              </c:pt>
              <c:pt idx="402">
                <c:v>-9.9414725367249979</c:v>
              </c:pt>
              <c:pt idx="403">
                <c:v>-14.828948867153763</c:v>
              </c:pt>
              <c:pt idx="404">
                <c:v>-19.563848233345617</c:v>
              </c:pt>
              <c:pt idx="405">
                <c:v>-24.088186452951962</c:v>
              </c:pt>
              <c:pt idx="406">
                <c:v>-28.359810330065386</c:v>
              </c:pt>
              <c:pt idx="407">
                <c:v>-32.352735734594106</c:v>
              </c:pt>
              <c:pt idx="408">
                <c:v>-36.055507669768673</c:v>
              </c:pt>
              <c:pt idx="409">
                <c:v>-39.468434744087631</c:v>
              </c:pt>
              <c:pt idx="410">
                <c:v>-42.600485629032775</c:v>
              </c:pt>
              <c:pt idx="411">
                <c:v>-45.466395012552994</c:v>
              </c:pt>
              <c:pt idx="412">
                <c:v>-48.084263379550357</c:v>
              </c:pt>
              <c:pt idx="413">
                <c:v>-50.473732521985156</c:v>
              </c:pt>
              <c:pt idx="414">
                <c:v>-52.654697307464517</c:v>
              </c:pt>
              <c:pt idx="415">
                <c:v>-54.646459604936425</c:v>
              </c:pt>
              <c:pt idx="416">
                <c:v>-56.467218393742726</c:v>
              </c:pt>
              <c:pt idx="417">
                <c:v>-58.133800250072113</c:v>
              </c:pt>
              <c:pt idx="418">
                <c:v>-59.661552869684201</c:v>
              </c:pt>
              <c:pt idx="419">
                <c:v>-61.064343511454837</c:v>
              </c:pt>
              <c:pt idx="420">
                <c:v>-62.354620883727051</c:v>
              </c:pt>
              <c:pt idx="421">
                <c:v>-63.543512067717401</c:v>
              </c:pt>
              <c:pt idx="422">
                <c:v>-64.640935739230414</c:v>
              </c:pt>
              <c:pt idx="423">
                <c:v>-65.655719801522039</c:v>
              </c:pt>
              <c:pt idx="424">
                <c:v>-66.595716240999096</c:v>
              </c:pt>
              <c:pt idx="425">
                <c:v>-67.46790915010105</c:v>
              </c:pt>
              <c:pt idx="426">
                <c:v>-68.278513893871448</c:v>
              </c:pt>
              <c:pt idx="427">
                <c:v>-69.033066675234608</c:v>
              </c:pt>
              <c:pt idx="428">
                <c:v>-69.736504528049963</c:v>
              </c:pt>
              <c:pt idx="429">
                <c:v>-70.393236209999174</c:v>
              </c:pt>
              <c:pt idx="430">
                <c:v>-71.007204697256526</c:v>
              </c:pt>
              <c:pt idx="431">
                <c:v>-71.581942079746284</c:v>
              </c:pt>
              <c:pt idx="432">
                <c:v>-72.120617671363263</c:v>
              </c:pt>
              <c:pt idx="433">
                <c:v>-72.626080118468906</c:v>
              </c:pt>
              <c:pt idx="434">
                <c:v>-73.100894233851861</c:v>
              </c:pt>
              <c:pt idx="435">
                <c:v>-73.54737321580059</c:v>
              </c:pt>
              <c:pt idx="436">
                <c:v>-73.967606841522183</c:v>
              </c:pt>
              <c:pt idx="437">
                <c:v>-74.363486155436789</c:v>
              </c:pt>
              <c:pt idx="438">
                <c:v>-74.736725108744551</c:v>
              </c:pt>
              <c:pt idx="439">
                <c:v>-75.088879548306423</c:v>
              </c:pt>
              <c:pt idx="440">
                <c:v>-75.421363900602344</c:v>
              </c:pt>
              <c:pt idx="441">
                <c:v>-75.735465850481603</c:v>
              </c:pt>
              <c:pt idx="442">
                <c:v>-76.032359273984383</c:v>
              </c:pt>
              <c:pt idx="443">
                <c:v>-76.313115649395712</c:v>
              </c:pt>
              <c:pt idx="444">
                <c:v>-76.578714140222388</c:v>
              </c:pt>
              <c:pt idx="445">
                <c:v>-76.830050517467868</c:v>
              </c:pt>
              <c:pt idx="446">
                <c:v>-77.067945065912383</c:v>
              </c:pt>
              <c:pt idx="447">
                <c:v>-77.29314959952336</c:v>
              </c:pt>
              <c:pt idx="448">
                <c:v>-77.506353694313773</c:v>
              </c:pt>
              <c:pt idx="449">
                <c:v>-77.70819023249534</c:v>
              </c:pt>
              <c:pt idx="450">
                <c:v>-77.899240339255499</c:v>
              </c:pt>
              <c:pt idx="451">
                <c:v>-78.080037782775364</c:v>
              </c:pt>
              <c:pt idx="452">
                <c:v>-78.251072898791435</c:v>
              </c:pt>
              <c:pt idx="453">
                <c:v>-78.412796093007387</c:v>
              </c:pt>
              <c:pt idx="454">
                <c:v>-78.565620967703254</c:v>
              </c:pt>
              <c:pt idx="455">
                <c:v>-78.709927112881587</c:v>
              </c:pt>
              <c:pt idx="456">
                <c:v>-78.846062597039676</c:v>
              </c:pt>
              <c:pt idx="457">
                <c:v>-78.974346188114254</c:v>
              </c:pt>
              <c:pt idx="458">
                <c:v>-79.095069331128357</c:v>
              </c:pt>
              <c:pt idx="459">
                <c:v>-79.208497905583755</c:v>
              </c:pt>
              <c:pt idx="460">
                <c:v>-79.314873782548574</c:v>
              </c:pt>
              <c:pt idx="461">
                <c:v>-79.414416198642499</c:v>
              </c:pt>
              <c:pt idx="462">
                <c:v>-79.507322961687478</c:v>
              </c:pt>
              <c:pt idx="463">
                <c:v>-79.593771500595551</c:v>
              </c:pt>
              <c:pt idx="464">
                <c:v>-79.673919770062639</c:v>
              </c:pt>
              <c:pt idx="465">
                <c:v>-79.747907018829068</c:v>
              </c:pt>
              <c:pt idx="466">
                <c:v>-79.815854428564094</c:v>
              </c:pt>
              <c:pt idx="467">
                <c:v>-79.877865628842954</c:v>
              </c:pt>
              <c:pt idx="468">
                <c:v>-79.934027092160051</c:v>
              </c:pt>
              <c:pt idx="469">
                <c:v>-79.984408411455604</c:v>
              </c:pt>
              <c:pt idx="470">
                <c:v>-80.029062461139489</c:v>
              </c:pt>
              <c:pt idx="471">
                <c:v>-80.068025441138801</c:v>
              </c:pt>
              <c:pt idx="472">
                <c:v>-80.101316801949508</c:v>
              </c:pt>
              <c:pt idx="473">
                <c:v>-80.12893904706803</c:v>
              </c:pt>
              <c:pt idx="474">
                <c:v>-80.15087740744535</c:v>
              </c:pt>
              <c:pt idx="475">
                <c:v>-80.167099380741845</c:v>
              </c:pt>
              <c:pt idx="476">
                <c:v>-80.177554126054162</c:v>
              </c:pt>
              <c:pt idx="477">
                <c:v>-80.182171702465197</c:v>
              </c:pt>
              <c:pt idx="478">
                <c:v>-80.18086213709222</c:v>
              </c:pt>
              <c:pt idx="479">
                <c:v>-80.173514305258621</c:v>
              </c:pt>
              <c:pt idx="480">
                <c:v>-80.159994601866316</c:v>
              </c:pt>
              <c:pt idx="481">
                <c:v>-80.140145378879666</c:v>
              </c:pt>
              <c:pt idx="482">
                <c:v>-80.113783118974098</c:v>
              </c:pt>
              <c:pt idx="483">
                <c:v>-80.08069630956642</c:v>
              </c:pt>
              <c:pt idx="484">
                <c:v>-80.040642974552355</c:v>
              </c:pt>
              <c:pt idx="485">
                <c:v>-79.993347812758188</c:v>
              </c:pt>
              <c:pt idx="486">
                <c:v>-79.938498882103787</c:v>
              </c:pt>
              <c:pt idx="487">
                <c:v>-79.875743756327296</c:v>
              </c:pt>
              <c:pt idx="488">
                <c:v>-79.804685066320346</c:v>
              </c:pt>
              <c:pt idx="489">
                <c:v>-79.724875319994766</c:v>
              </c:pt>
              <c:pt idx="490">
                <c:v>-79.635810872275883</c:v>
              </c:pt>
              <c:pt idx="491">
                <c:v>-79.536924889190971</c:v>
              </c:pt>
              <c:pt idx="492">
                <c:v>-79.427579115655703</c:v>
              </c:pt>
              <c:pt idx="493">
                <c:v>-79.307054213558345</c:v>
              </c:pt>
              <c:pt idx="494">
                <c:v>-79.174538382637067</c:v>
              </c:pt>
              <c:pt idx="495">
                <c:v>-79.029113908184527</c:v>
              </c:pt>
              <c:pt idx="496">
                <c:v>-78.869741192412249</c:v>
              </c:pt>
              <c:pt idx="497">
                <c:v>-78.695239714573077</c:v>
              </c:pt>
              <c:pt idx="498">
                <c:v>-78.504265220717059</c:v>
              </c:pt>
              <c:pt idx="499">
                <c:v>-78.295282256618847</c:v>
              </c:pt>
              <c:pt idx="500">
                <c:v>-78.066530912065105</c:v>
              </c:pt>
              <c:pt idx="501">
                <c:v>-77.815986321013597</c:v>
              </c:pt>
              <c:pt idx="502">
                <c:v>-77.54130903156009</c:v>
              </c:pt>
              <c:pt idx="503">
                <c:v>-77.239783781736932</c:v>
              </c:pt>
              <c:pt idx="504">
                <c:v>-76.908243434690164</c:v>
              </c:pt>
              <c:pt idx="505">
                <c:v>-76.542973756776306</c:v>
              </c:pt>
              <c:pt idx="506">
                <c:v>-76.139593244279837</c:v>
              </c:pt>
              <c:pt idx="507">
                <c:v>-75.692900141454828</c:v>
              </c:pt>
              <c:pt idx="508">
                <c:v>-75.19667588034244</c:v>
              </c:pt>
              <c:pt idx="509">
                <c:v>-74.643430013596301</c:v>
              </c:pt>
              <c:pt idx="510">
                <c:v>-74.024065698984089</c:v>
              </c:pt>
              <c:pt idx="511">
                <c:v>-73.327435993178042</c:v>
              </c:pt>
              <c:pt idx="512">
                <c:v>-72.539748165677807</c:v>
              </c:pt>
              <c:pt idx="513">
                <c:v>-71.643753659203213</c:v>
              </c:pt>
              <c:pt idx="514">
                <c:v>-70.617631574896166</c:v>
              </c:pt>
              <c:pt idx="515">
                <c:v>-69.433427914085257</c:v>
              </c:pt>
              <c:pt idx="516">
                <c:v>-68.054842297676615</c:v>
              </c:pt>
              <c:pt idx="517">
                <c:v>-66.434044991107015</c:v>
              </c:pt>
              <c:pt idx="518">
                <c:v>-64.507041275559033</c:v>
              </c:pt>
              <c:pt idx="519">
                <c:v>-62.186858985537555</c:v>
              </c:pt>
              <c:pt idx="520">
                <c:v>-59.353526444192575</c:v>
              </c:pt>
              <c:pt idx="521">
                <c:v>-55.839569470173771</c:v>
              </c:pt>
              <c:pt idx="522">
                <c:v>-51.410203808457617</c:v>
              </c:pt>
              <c:pt idx="523">
                <c:v>-45.740695754214308</c:v>
              </c:pt>
              <c:pt idx="524">
                <c:v>-38.405871846122125</c:v>
              </c:pt>
              <c:pt idx="525">
                <c:v>-28.931950847562668</c:v>
              </c:pt>
              <c:pt idx="526">
                <c:v>-17.02103741074362</c:v>
              </c:pt>
              <c:pt idx="527">
                <c:v>-3.0233965416301891</c:v>
              </c:pt>
              <c:pt idx="528">
                <c:v>11.708872406114679</c:v>
              </c:pt>
              <c:pt idx="529">
                <c:v>25.367422136927878</c:v>
              </c:pt>
              <c:pt idx="530">
                <c:v>36.793078127092095</c:v>
              </c:pt>
              <c:pt idx="531">
                <c:v>45.808345373109553</c:v>
              </c:pt>
              <c:pt idx="532">
                <c:v>52.776874978593753</c:v>
              </c:pt>
              <c:pt idx="533">
                <c:v>58.173138818988519</c:v>
              </c:pt>
              <c:pt idx="534">
                <c:v>62.4032346037298</c:v>
              </c:pt>
              <c:pt idx="535">
                <c:v>65.772313130749112</c:v>
              </c:pt>
              <c:pt idx="536">
                <c:v>68.499916176894672</c:v>
              </c:pt>
              <c:pt idx="537">
                <c:v>70.74262820704071</c:v>
              </c:pt>
              <c:pt idx="538">
                <c:v>72.6128436910831</c:v>
              </c:pt>
              <c:pt idx="539">
                <c:v>74.192275603700708</c:v>
              </c:pt>
              <c:pt idx="540">
                <c:v>75.541239223132607</c:v>
              </c:pt>
              <c:pt idx="541">
                <c:v>76.704957918188057</c:v>
              </c:pt>
              <c:pt idx="542">
                <c:v>77.717859817230206</c:v>
              </c:pt>
              <c:pt idx="543">
                <c:v>78.606534911284271</c:v>
              </c:pt>
              <c:pt idx="544">
                <c:v>79.391796915307438</c:v>
              </c:pt>
              <c:pt idx="545">
                <c:v>80.090141427433153</c:v>
              </c:pt>
              <c:pt idx="546">
                <c:v>80.714792028743048</c:v>
              </c:pt>
              <c:pt idx="547">
                <c:v>81.276461336094627</c:v>
              </c:pt>
              <c:pt idx="548">
                <c:v>81.783912142143237</c:v>
              </c:pt>
              <c:pt idx="549">
                <c:v>82.244376434733454</c:v>
              </c:pt>
              <c:pt idx="550">
                <c:v>82.663872046500003</c:v>
              </c:pt>
              <c:pt idx="551">
                <c:v>83.047444637085817</c:v>
              </c:pt>
              <c:pt idx="552">
                <c:v>83.399354562223337</c:v>
              </c:pt>
              <c:pt idx="553">
                <c:v>83.723222603363837</c:v>
              </c:pt>
              <c:pt idx="554">
                <c:v>84.022144661705354</c:v>
              </c:pt>
              <c:pt idx="555">
                <c:v>84.298782804410308</c:v>
              </c:pt>
              <c:pt idx="556">
                <c:v>84.55543812244953</c:v>
              </c:pt>
              <c:pt idx="557">
                <c:v>84.794109475096505</c:v>
              </c:pt>
              <c:pt idx="558">
                <c:v>85.016541191730028</c:v>
              </c:pt>
              <c:pt idx="559">
                <c:v>85.224262065606084</c:v>
              </c:pt>
              <c:pt idx="560">
                <c:v>85.418617429792761</c:v>
              </c:pt>
              <c:pt idx="561">
                <c:v>85.600795698988065</c:v>
              </c:pt>
              <c:pt idx="562">
                <c:v>85.771850454933514</c:v>
              </c:pt>
              <c:pt idx="563">
                <c:v>85.932718920821429</c:v>
              </c:pt>
              <c:pt idx="564">
                <c:v>86.084237492432877</c:v>
              </c:pt>
              <c:pt idx="565">
                <c:v>86.227154856792666</c:v>
              </c:pt>
              <c:pt idx="566">
                <c:v>86.362143122897223</c:v>
              </c:pt>
              <c:pt idx="567">
                <c:v>86.489807306074468</c:v>
              </c:pt>
              <c:pt idx="568">
                <c:v>86.610693442287555</c:v>
              </c:pt>
              <c:pt idx="569">
                <c:v>86.725295557119992</c:v>
              </c:pt>
              <c:pt idx="570">
                <c:v>86.834061673113794</c:v>
              </c:pt>
              <c:pt idx="571">
                <c:v>86.937399006352791</c:v>
              </c:pt>
              <c:pt idx="572">
                <c:v>87.035678476756559</c:v>
              </c:pt>
              <c:pt idx="573">
                <c:v>87.129238635267996</c:v>
              </c:pt>
              <c:pt idx="574">
                <c:v>87.218389093786328</c:v>
              </c:pt>
              <c:pt idx="575">
                <c:v>87.303413529592362</c:v>
              </c:pt>
              <c:pt idx="576">
                <c:v>87.384572324445443</c:v>
              </c:pt>
              <c:pt idx="577">
                <c:v>87.46210488901994</c:v>
              </c:pt>
              <c:pt idx="578">
                <c:v>87.536231715491411</c:v>
              </c:pt>
              <c:pt idx="579">
                <c:v>87.607156194563728</c:v>
              </c:pt>
              <c:pt idx="580">
                <c:v>87.675066227812337</c:v>
              </c:pt>
              <c:pt idx="581">
                <c:v>87.74013566168378</c:v>
              </c:pt>
              <c:pt idx="582">
                <c:v>87.802525565692832</c:v>
              </c:pt>
              <c:pt idx="583">
                <c:v>87.862385374172831</c:v>
              </c:pt>
              <c:pt idx="584">
                <c:v>87.919853908235112</c:v>
              </c:pt>
              <c:pt idx="585">
                <c:v>87.975060292314069</c:v>
              </c:pt>
              <c:pt idx="586">
                <c:v>88.028124777740175</c:v>
              </c:pt>
              <c:pt idx="587">
                <c:v>88.079159484136227</c:v>
              </c:pt>
              <c:pt idx="588">
                <c:v>88.128269068021766</c:v>
              </c:pt>
              <c:pt idx="589">
                <c:v>88.175551326813817</c:v>
              </c:pt>
              <c:pt idx="590">
                <c:v>88.221097745370528</c:v>
              </c:pt>
              <c:pt idx="591">
                <c:v>88.264993991342109</c:v>
              </c:pt>
              <c:pt idx="592">
                <c:v>88.307320364822488</c:v>
              </c:pt>
              <c:pt idx="593">
                <c:v>88.348152207134163</c:v>
              </c:pt>
              <c:pt idx="594">
                <c:v>88.387560273005278</c:v>
              </c:pt>
              <c:pt idx="595">
                <c:v>88.425611069895737</c:v>
              </c:pt>
              <c:pt idx="596">
                <c:v>88.462367167799727</c:v>
              </c:pt>
              <c:pt idx="597">
                <c:v>88.497887482468968</c:v>
              </c:pt>
              <c:pt idx="598">
                <c:v>88.532227534675485</c:v>
              </c:pt>
              <c:pt idx="599">
                <c:v>88.565439687834413</c:v>
              </c:pt>
              <c:pt idx="600">
                <c:v>88.59757336606576</c:v>
              </c:pt>
              <c:pt idx="601">
                <c:v>88.628675254537796</c:v>
              </c:pt>
              <c:pt idx="602">
                <c:v>88.658789483747512</c:v>
              </c:pt>
              <c:pt idx="603">
                <c:v>88.687957799215354</c:v>
              </c:pt>
              <c:pt idx="604">
                <c:v>88.716219717919174</c:v>
              </c:pt>
              <c:pt idx="605">
                <c:v>88.743612672657918</c:v>
              </c:pt>
              <c:pt idx="606">
                <c:v>88.77017214541462</c:v>
              </c:pt>
              <c:pt idx="607">
                <c:v>88.795931790679461</c:v>
              </c:pt>
              <c:pt idx="608">
                <c:v>88.820923549603805</c:v>
              </c:pt>
              <c:pt idx="609">
                <c:v>88.845177755764766</c:v>
              </c:pt>
              <c:pt idx="610">
                <c:v>88.868723233251245</c:v>
              </c:pt>
              <c:pt idx="611">
                <c:v>88.8915873877108</c:v>
              </c:pt>
              <c:pt idx="612">
                <c:v>88.913796290936844</c:v>
              </c:pt>
              <c:pt idx="613">
                <c:v>88.935374759523015</c:v>
              </c:pt>
              <c:pt idx="614">
                <c:v>88.956346428064634</c:v>
              </c:pt>
              <c:pt idx="615">
                <c:v>88.976733817337717</c:v>
              </c:pt>
              <c:pt idx="616">
                <c:v>88.996558397855367</c:v>
              </c:pt>
              <c:pt idx="617">
                <c:v>89.015840649159216</c:v>
              </c:pt>
              <c:pt idx="618">
                <c:v>89.034600115175209</c:v>
              </c:pt>
              <c:pt idx="619">
                <c:v>89.05285545593442</c:v>
              </c:pt>
              <c:pt idx="620">
                <c:v>89.070624495932861</c:v>
              </c:pt>
              <c:pt idx="621">
                <c:v>89.087924269380977</c:v>
              </c:pt>
              <c:pt idx="622">
                <c:v>89.10477106257288</c:v>
              </c:pt>
              <c:pt idx="623">
                <c:v>89.121180453585836</c:v>
              </c:pt>
              <c:pt idx="624">
                <c:v>89.137167349504082</c:v>
              </c:pt>
              <c:pt idx="625">
                <c:v>89.152746021342892</c:v>
              </c:pt>
              <c:pt idx="626">
                <c:v>89.167930136837754</c:v>
              </c:pt>
              <c:pt idx="627">
                <c:v>89.18273279124648</c:v>
              </c:pt>
              <c:pt idx="628">
                <c:v>89.19716653630563</c:v>
              </c:pt>
              <c:pt idx="629">
                <c:v>89.211243407465389</c:v>
              </c:pt>
              <c:pt idx="630">
                <c:v>89.224974949521894</c:v>
              </c:pt>
              <c:pt idx="631">
                <c:v>89.238372240755837</c:v>
              </c:pt>
              <c:pt idx="632">
                <c:v>89.251445915675518</c:v>
              </c:pt>
              <c:pt idx="633">
                <c:v>89.264206186459717</c:v>
              </c:pt>
              <c:pt idx="634">
                <c:v>89.276662863181969</c:v>
              </c:pt>
              <c:pt idx="635">
                <c:v>89.288825372901186</c:v>
              </c:pt>
              <c:pt idx="636">
                <c:v>89.300702777685416</c:v>
              </c:pt>
              <c:pt idx="637">
                <c:v>89.312303791642051</c:v>
              </c:pt>
              <c:pt idx="638">
                <c:v>89.323636797015624</c:v>
              </c:pt>
              <c:pt idx="639">
                <c:v>89.334709859411234</c:v>
              </c:pt>
              <c:pt idx="640">
                <c:v>89.345530742198775</c:v>
              </c:pt>
              <c:pt idx="641">
                <c:v>89.356106920149287</c:v>
              </c:pt>
              <c:pt idx="642">
                <c:v>89.366445592349038</c:v>
              </c:pt>
              <c:pt idx="643">
                <c:v>89.376553694436453</c:v>
              </c:pt>
              <c:pt idx="644">
                <c:v>89.386437910201806</c:v>
              </c:pt>
              <c:pt idx="645">
                <c:v>89.396104682588103</c:v>
              </c:pt>
              <c:pt idx="646">
                <c:v>89.405560224129374</c:v>
              </c:pt>
              <c:pt idx="647">
                <c:v>89.414810526857977</c:v>
              </c:pt>
              <c:pt idx="648">
                <c:v>89.423861371712931</c:v>
              </c:pt>
              <c:pt idx="649">
                <c:v>89.432718337477951</c:v>
              </c:pt>
              <c:pt idx="650">
                <c:v>89.44138680927621</c:v>
              </c:pt>
              <c:pt idx="651">
                <c:v>89.449871986646428</c:v>
              </c:pt>
              <c:pt idx="652">
                <c:v>89.458178891225302</c:v>
              </c:pt>
              <c:pt idx="653">
                <c:v>89.466312374056486</c:v>
              </c:pt>
              <c:pt idx="654">
                <c:v>89.474277122548784</c:v>
              </c:pt>
              <c:pt idx="655">
                <c:v>89.482077667101848</c:v>
              </c:pt>
              <c:pt idx="656">
                <c:v>89.489718387417568</c:v>
              </c:pt>
              <c:pt idx="657">
                <c:v>89.497203518514667</c:v>
              </c:pt>
              <c:pt idx="658">
                <c:v>89.504537156461978</c:v>
              </c:pt>
              <c:pt idx="659">
                <c:v>89.51172326384706</c:v>
              </c:pt>
              <c:pt idx="660">
                <c:v>89.51876567499113</c:v>
              </c:pt>
              <c:pt idx="661">
                <c:v>89.525668100927476</c:v>
              </c:pt>
              <c:pt idx="662">
                <c:v>89.532434134152453</c:v>
              </c:pt>
              <c:pt idx="663">
                <c:v>89.539067253163054</c:v>
              </c:pt>
              <c:pt idx="664">
                <c:v>89.545570826791774</c:v>
              </c:pt>
              <c:pt idx="665">
                <c:v>89.551948118346999</c:v>
              </c:pt>
              <c:pt idx="666">
                <c:v>89.558202289572876</c:v>
              </c:pt>
              <c:pt idx="667">
                <c:v>89.564336404433988</c:v>
              </c:pt>
              <c:pt idx="668">
                <c:v>89.570353432735672</c:v>
              </c:pt>
              <c:pt idx="669">
                <c:v>89.576256253587488</c:v>
              </c:pt>
              <c:pt idx="670">
                <c:v>89.582047658718196</c:v>
              </c:pt>
              <c:pt idx="671">
                <c:v>89.587730355649001</c:v>
              </c:pt>
              <c:pt idx="672">
                <c:v>89.593306970731604</c:v>
              </c:pt>
              <c:pt idx="673">
                <c:v>89.598780052059311</c:v>
              </c:pt>
              <c:pt idx="674">
                <c:v>89.604152072255545</c:v>
              </c:pt>
              <c:pt idx="675">
                <c:v>89.60942543114605</c:v>
              </c:pt>
              <c:pt idx="676">
                <c:v>89.614602458321329</c:v>
              </c:pt>
              <c:pt idx="677">
                <c:v>89.61968541559348</c:v>
              </c:pt>
              <c:pt idx="678">
                <c:v>89.624676499352475</c:v>
              </c:pt>
              <c:pt idx="679">
                <c:v>89.629577842827288</c:v>
              </c:pt>
              <c:pt idx="680">
                <c:v>89.634391518255299</c:v>
              </c:pt>
              <c:pt idx="681">
                <c:v>89.639119538964991</c:v>
              </c:pt>
              <c:pt idx="682">
                <c:v>89.643763861376399</c:v>
              </c:pt>
              <c:pt idx="683">
                <c:v>89.648326386920658</c:v>
              </c:pt>
              <c:pt idx="684">
                <c:v>89.652808963885704</c:v>
              </c:pt>
              <c:pt idx="685">
                <c:v>89.657213389188726</c:v>
              </c:pt>
              <c:pt idx="686">
                <c:v>89.661541410079948</c:v>
              </c:pt>
              <c:pt idx="687">
                <c:v>89.665794725780728</c:v>
              </c:pt>
              <c:pt idx="688">
                <c:v>89.669974989058431</c:v>
              </c:pt>
              <c:pt idx="689">
                <c:v>89.674083807741084</c:v>
              </c:pt>
              <c:pt idx="690">
                <c:v>89.678122746174679</c:v>
              </c:pt>
              <c:pt idx="691">
                <c:v>89.682093326625107</c:v>
              </c:pt>
              <c:pt idx="692">
                <c:v>89.685997030627931</c:v>
              </c:pt>
              <c:pt idx="693">
                <c:v>89.689835300286902</c:v>
              </c:pt>
              <c:pt idx="694">
                <c:v>89.693609539525099</c:v>
              </c:pt>
              <c:pt idx="695">
                <c:v>89.697321115289355</c:v>
              </c:pt>
              <c:pt idx="696">
                <c:v>89.700971358710433</c:v>
              </c:pt>
              <c:pt idx="697">
                <c:v>89.704561566221187</c:v>
              </c:pt>
              <c:pt idx="698">
                <c:v>89.708093000633241</c:v>
              </c:pt>
              <c:pt idx="699">
                <c:v>89.711566892175981</c:v>
              </c:pt>
              <c:pt idx="700">
                <c:v>89.714984439497158</c:v>
              </c:pt>
              <c:pt idx="701">
                <c:v>89.718346810627921</c:v>
              </c:pt>
              <c:pt idx="702">
                <c:v>89.72165514391402</c:v>
              </c:pt>
              <c:pt idx="703">
                <c:v>89.724910548913513</c:v>
              </c:pt>
              <c:pt idx="704">
                <c:v>89.728114107263309</c:v>
              </c:pt>
              <c:pt idx="705">
                <c:v>89.731266873514812</c:v>
              </c:pt>
              <c:pt idx="706">
                <c:v>89.734369875940985</c:v>
              </c:pt>
              <c:pt idx="707">
                <c:v>89.737424117315143</c:v>
              </c:pt>
              <c:pt idx="708">
                <c:v>89.740430575663368</c:v>
              </c:pt>
              <c:pt idx="709">
                <c:v>89.743390204990078</c:v>
              </c:pt>
              <c:pt idx="710">
                <c:v>89.746303935980237</c:v>
              </c:pt>
              <c:pt idx="711">
                <c:v>89.749172676676409</c:v>
              </c:pt>
              <c:pt idx="712">
                <c:v>89.751997313133984</c:v>
              </c:pt>
              <c:pt idx="713">
                <c:v>89.754778710053543</c:v>
              </c:pt>
              <c:pt idx="714">
                <c:v>89.757517711392822</c:v>
              </c:pt>
              <c:pt idx="715">
                <c:v>89.760215140957584</c:v>
              </c:pt>
              <c:pt idx="716">
                <c:v>89.762871802973564</c:v>
              </c:pt>
              <c:pt idx="717">
                <c:v>89.765488482638887</c:v>
              </c:pt>
              <c:pt idx="718">
                <c:v>89.768065946659362</c:v>
              </c:pt>
              <c:pt idx="719">
                <c:v>89.770604943764951</c:v>
              </c:pt>
              <c:pt idx="720">
                <c:v>89.773106205210766</c:v>
              </c:pt>
              <c:pt idx="721">
                <c:v>89.77557044526101</c:v>
              </c:pt>
              <c:pt idx="722">
                <c:v>89.777998361657779</c:v>
              </c:pt>
              <c:pt idx="723">
                <c:v>89.7803906360745</c:v>
              </c:pt>
              <c:pt idx="724">
                <c:v>89.78274793455536</c:v>
              </c:pt>
              <c:pt idx="725">
                <c:v>89.785070907940266</c:v>
              </c:pt>
              <c:pt idx="726">
                <c:v>89.787360192277077</c:v>
              </c:pt>
              <c:pt idx="727">
                <c:v>89.789616409219803</c:v>
              </c:pt>
              <c:pt idx="728">
                <c:v>89.79184016641571</c:v>
              </c:pt>
              <c:pt idx="729">
                <c:v>89.794032057879107</c:v>
              </c:pt>
              <c:pt idx="730">
                <c:v>89.796192664354479</c:v>
              </c:pt>
              <c:pt idx="731">
                <c:v>89.798322553667674</c:v>
              </c:pt>
              <c:pt idx="732">
                <c:v>89.800422281066801</c:v>
              </c:pt>
              <c:pt idx="733">
                <c:v>89.802492389552711</c:v>
              </c:pt>
              <c:pt idx="734">
                <c:v>89.8045334101988</c:v>
              </c:pt>
              <c:pt idx="735">
                <c:v>89.806545862461945</c:v>
              </c:pt>
              <c:pt idx="736">
                <c:v>89.808530254483429</c:v>
              </c:pt>
              <c:pt idx="737">
                <c:v>89.810487083381176</c:v>
              </c:pt>
              <c:pt idx="738">
                <c:v>89.812416835532929</c:v>
              </c:pt>
              <c:pt idx="739">
                <c:v>89.814319986851331</c:v>
              </c:pt>
              <c:pt idx="740">
                <c:v>89.816197003050618</c:v>
              </c:pt>
              <c:pt idx="741">
                <c:v>89.818048339905474</c:v>
              </c:pt>
              <c:pt idx="742">
                <c:v>89.819874443502272</c:v>
              </c:pt>
              <c:pt idx="743">
                <c:v>89.821675750482996</c:v>
              </c:pt>
              <c:pt idx="744">
                <c:v>89.823452688282003</c:v>
              </c:pt>
              <c:pt idx="745">
                <c:v>89.825205675355917</c:v>
              </c:pt>
              <c:pt idx="746">
                <c:v>89.826935121406834</c:v>
              </c:pt>
              <c:pt idx="747">
                <c:v>89.828641427599266</c:v>
              </c:pt>
              <c:pt idx="748">
                <c:v>89.830324986770563</c:v>
              </c:pt>
              <c:pt idx="749">
                <c:v>89.83198618363555</c:v>
              </c:pt>
              <c:pt idx="750">
                <c:v>89.833625394985376</c:v>
              </c:pt>
              <c:pt idx="751">
                <c:v>89.835242989880541</c:v>
              </c:pt>
              <c:pt idx="752">
                <c:v>89.836839329838526</c:v>
              </c:pt>
              <c:pt idx="753">
                <c:v>89.838414769016254</c:v>
              </c:pt>
              <c:pt idx="754">
                <c:v>89.839969654387374</c:v>
              </c:pt>
              <c:pt idx="755">
                <c:v>89.841504325914514</c:v>
              </c:pt>
              <c:pt idx="756">
                <c:v>89.843019116717045</c:v>
              </c:pt>
              <c:pt idx="757">
                <c:v>89.844514353233677</c:v>
              </c:pt>
              <c:pt idx="758">
                <c:v>89.845990355381176</c:v>
              </c:pt>
              <c:pt idx="759">
                <c:v>89.847447436708407</c:v>
              </c:pt>
              <c:pt idx="760">
                <c:v>89.848885904545995</c:v>
              </c:pt>
              <c:pt idx="761">
                <c:v>89.850306060152278</c:v>
              </c:pt>
              <c:pt idx="762">
                <c:v>89.851708198855064</c:v>
              </c:pt>
              <c:pt idx="763">
                <c:v>89.853092610189762</c:v>
              </c:pt>
              <c:pt idx="764">
                <c:v>89.854459578033499</c:v>
              </c:pt>
              <c:pt idx="765">
                <c:v>89.855809380735849</c:v>
              </c:pt>
              <c:pt idx="766">
                <c:v>89.857142291246106</c:v>
              </c:pt>
              <c:pt idx="767">
                <c:v>89.858458577236888</c:v>
              </c:pt>
              <c:pt idx="768">
                <c:v>89.859758501224846</c:v>
              </c:pt>
              <c:pt idx="769">
                <c:v>89.861042320687972</c:v>
              </c:pt>
              <c:pt idx="770">
                <c:v>89.862310288179771</c:v>
              </c:pt>
              <c:pt idx="771">
                <c:v>89.863562651440503</c:v>
              </c:pt>
              <c:pt idx="772">
                <c:v>89.864799653505742</c:v>
              </c:pt>
              <c:pt idx="773">
                <c:v>89.866021532811388</c:v>
              </c:pt>
              <c:pt idx="774">
                <c:v>89.867228523297172</c:v>
              </c:pt>
              <c:pt idx="775">
                <c:v>89.868420854506113</c:v>
              </c:pt>
              <c:pt idx="776">
                <c:v>89.869598751682673</c:v>
              </c:pt>
              <c:pt idx="777">
                <c:v>89.870762435867192</c:v>
              </c:pt>
              <c:pt idx="778">
                <c:v>89.871912123989006</c:v>
              </c:pt>
              <c:pt idx="779">
                <c:v>89.873048028956561</c:v>
              </c:pt>
              <c:pt idx="780">
                <c:v>89.87417035974525</c:v>
              </c:pt>
              <c:pt idx="781">
                <c:v>89.875279321483291</c:v>
              </c:pt>
              <c:pt idx="782">
                <c:v>89.876375115535382</c:v>
              </c:pt>
              <c:pt idx="783">
                <c:v>89.877457939583905</c:v>
              </c:pt>
              <c:pt idx="784">
                <c:v>89.878527987708807</c:v>
              </c:pt>
              <c:pt idx="785">
                <c:v>89.879585450464702</c:v>
              </c:pt>
              <c:pt idx="786">
                <c:v>89.880630514956593</c:v>
              </c:pt>
              <c:pt idx="787">
                <c:v>89.881663364913479</c:v>
              </c:pt>
              <c:pt idx="788">
                <c:v>89.882684180760265</c:v>
              </c:pt>
              <c:pt idx="789">
                <c:v>89.883693139687793</c:v>
              </c:pt>
              <c:pt idx="790">
                <c:v>89.88469041572138</c:v>
              </c:pt>
              <c:pt idx="791">
                <c:v>89.88567617978714</c:v>
              </c:pt>
              <c:pt idx="792">
                <c:v>89.886650599777624</c:v>
              </c:pt>
              <c:pt idx="793">
                <c:v>89.887613840614762</c:v>
              </c:pt>
              <c:pt idx="794">
                <c:v>89.888566064312286</c:v>
              </c:pt>
              <c:pt idx="795">
                <c:v>89.889507430035849</c:v>
              </c:pt>
              <c:pt idx="796">
                <c:v>89.890438094162349</c:v>
              </c:pt>
              <c:pt idx="797">
                <c:v>89.891358210337273</c:v>
              </c:pt>
              <c:pt idx="798">
                <c:v>89.892267929531187</c:v>
              </c:pt>
              <c:pt idx="799">
                <c:v>89.893167400094384</c:v>
              </c:pt>
              <c:pt idx="800">
                <c:v>89.894056767810682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E066-4D31-9B9D-F71C9E1F524C}"/>
            </c:ext>
          </c:extLst>
        </c:ser>
        <c:ser>
          <c:idx val="2"/>
          <c:order val="2"/>
          <c:tx>
            <c:v>有损匹配</c:v>
          </c:tx>
          <c:spPr>
            <a:ln w="23813">
              <a:solidFill>
                <a:srgbClr val="ED7D31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801"/>
              <c:pt idx="0">
                <c:v>0.88</c:v>
              </c:pt>
              <c:pt idx="1">
                <c:v>0.88005</c:v>
              </c:pt>
              <c:pt idx="2">
                <c:v>0.88009999999999999</c:v>
              </c:pt>
              <c:pt idx="3">
                <c:v>0.88014999999999999</c:v>
              </c:pt>
              <c:pt idx="4">
                <c:v>0.88019999999999998</c:v>
              </c:pt>
              <c:pt idx="5">
                <c:v>0.88024999999999998</c:v>
              </c:pt>
              <c:pt idx="6">
                <c:v>0.88029999999999997</c:v>
              </c:pt>
              <c:pt idx="7">
                <c:v>0.88034999999999997</c:v>
              </c:pt>
              <c:pt idx="8">
                <c:v>0.88039999999999996</c:v>
              </c:pt>
              <c:pt idx="9">
                <c:v>0.88044999999999995</c:v>
              </c:pt>
              <c:pt idx="10">
                <c:v>0.88049999999999995</c:v>
              </c:pt>
              <c:pt idx="11">
                <c:v>0.88055000000000005</c:v>
              </c:pt>
              <c:pt idx="12">
                <c:v>0.88060000000000005</c:v>
              </c:pt>
              <c:pt idx="13">
                <c:v>0.88065000000000004</c:v>
              </c:pt>
              <c:pt idx="14">
                <c:v>0.88070000000000004</c:v>
              </c:pt>
              <c:pt idx="15">
                <c:v>0.88075000000000003</c:v>
              </c:pt>
              <c:pt idx="16">
                <c:v>0.88080000000000003</c:v>
              </c:pt>
              <c:pt idx="17">
                <c:v>0.88085000000000002</c:v>
              </c:pt>
              <c:pt idx="18">
                <c:v>0.88090000000000002</c:v>
              </c:pt>
              <c:pt idx="19">
                <c:v>0.88095000000000001</c:v>
              </c:pt>
              <c:pt idx="20">
                <c:v>0.88100000000000001</c:v>
              </c:pt>
              <c:pt idx="21">
                <c:v>0.88105</c:v>
              </c:pt>
              <c:pt idx="22">
                <c:v>0.88109999999999999</c:v>
              </c:pt>
              <c:pt idx="23">
                <c:v>0.88114999999999999</c:v>
              </c:pt>
              <c:pt idx="24">
                <c:v>0.88119999999999998</c:v>
              </c:pt>
              <c:pt idx="25">
                <c:v>0.88124999999999998</c:v>
              </c:pt>
              <c:pt idx="26">
                <c:v>0.88129999999999997</c:v>
              </c:pt>
              <c:pt idx="27">
                <c:v>0.88134999999999997</c:v>
              </c:pt>
              <c:pt idx="28">
                <c:v>0.88139999999999996</c:v>
              </c:pt>
              <c:pt idx="29">
                <c:v>0.88144999999999996</c:v>
              </c:pt>
              <c:pt idx="30">
                <c:v>0.88149999999999995</c:v>
              </c:pt>
              <c:pt idx="31">
                <c:v>0.88154999999999994</c:v>
              </c:pt>
              <c:pt idx="32">
                <c:v>0.88160000000000005</c:v>
              </c:pt>
              <c:pt idx="33">
                <c:v>0.88165000000000004</c:v>
              </c:pt>
              <c:pt idx="34">
                <c:v>0.88170000000000004</c:v>
              </c:pt>
              <c:pt idx="35">
                <c:v>0.88175000000000003</c:v>
              </c:pt>
              <c:pt idx="36">
                <c:v>0.88180000000000003</c:v>
              </c:pt>
              <c:pt idx="37">
                <c:v>0.88185000000000002</c:v>
              </c:pt>
              <c:pt idx="38">
                <c:v>0.88190000000000002</c:v>
              </c:pt>
              <c:pt idx="39">
                <c:v>0.88195000000000001</c:v>
              </c:pt>
              <c:pt idx="40">
                <c:v>0.88200000000000001</c:v>
              </c:pt>
              <c:pt idx="41">
                <c:v>0.88205</c:v>
              </c:pt>
              <c:pt idx="42">
                <c:v>0.8821</c:v>
              </c:pt>
              <c:pt idx="43">
                <c:v>0.88214999999999999</c:v>
              </c:pt>
              <c:pt idx="44">
                <c:v>0.88219999999999998</c:v>
              </c:pt>
              <c:pt idx="45">
                <c:v>0.88224999999999998</c:v>
              </c:pt>
              <c:pt idx="46">
                <c:v>0.88229999999999997</c:v>
              </c:pt>
              <c:pt idx="47">
                <c:v>0.88234999999999997</c:v>
              </c:pt>
              <c:pt idx="48">
                <c:v>0.88239999999999996</c:v>
              </c:pt>
              <c:pt idx="49">
                <c:v>0.88244999999999996</c:v>
              </c:pt>
              <c:pt idx="50">
                <c:v>0.88249999999999995</c:v>
              </c:pt>
              <c:pt idx="51">
                <c:v>0.88254999999999995</c:v>
              </c:pt>
              <c:pt idx="52">
                <c:v>0.88260000000000005</c:v>
              </c:pt>
              <c:pt idx="53">
                <c:v>0.88265000000000005</c:v>
              </c:pt>
              <c:pt idx="54">
                <c:v>0.88270000000000004</c:v>
              </c:pt>
              <c:pt idx="55">
                <c:v>0.88275000000000003</c:v>
              </c:pt>
              <c:pt idx="56">
                <c:v>0.88280000000000003</c:v>
              </c:pt>
              <c:pt idx="57">
                <c:v>0.88285000000000002</c:v>
              </c:pt>
              <c:pt idx="58">
                <c:v>0.88290000000000002</c:v>
              </c:pt>
              <c:pt idx="59">
                <c:v>0.88295000000000001</c:v>
              </c:pt>
              <c:pt idx="60">
                <c:v>0.88300000000000001</c:v>
              </c:pt>
              <c:pt idx="61">
                <c:v>0.88305</c:v>
              </c:pt>
              <c:pt idx="62">
                <c:v>0.8831</c:v>
              </c:pt>
              <c:pt idx="63">
                <c:v>0.88314999999999999</c:v>
              </c:pt>
              <c:pt idx="64">
                <c:v>0.88319999999999999</c:v>
              </c:pt>
              <c:pt idx="65">
                <c:v>0.88324999999999998</c:v>
              </c:pt>
              <c:pt idx="66">
                <c:v>0.88329999999999997</c:v>
              </c:pt>
              <c:pt idx="67">
                <c:v>0.88334999999999997</c:v>
              </c:pt>
              <c:pt idx="68">
                <c:v>0.88339999999999996</c:v>
              </c:pt>
              <c:pt idx="69">
                <c:v>0.88344999999999996</c:v>
              </c:pt>
              <c:pt idx="70">
                <c:v>0.88349999999999995</c:v>
              </c:pt>
              <c:pt idx="71">
                <c:v>0.88354999999999995</c:v>
              </c:pt>
              <c:pt idx="72">
                <c:v>0.88360000000000005</c:v>
              </c:pt>
              <c:pt idx="73">
                <c:v>0.88365000000000005</c:v>
              </c:pt>
              <c:pt idx="74">
                <c:v>0.88370000000000004</c:v>
              </c:pt>
              <c:pt idx="75">
                <c:v>0.88375000000000004</c:v>
              </c:pt>
              <c:pt idx="76">
                <c:v>0.88380000000000003</c:v>
              </c:pt>
              <c:pt idx="77">
                <c:v>0.88385000000000002</c:v>
              </c:pt>
              <c:pt idx="78">
                <c:v>0.88390000000000002</c:v>
              </c:pt>
              <c:pt idx="79">
                <c:v>0.88395000000000001</c:v>
              </c:pt>
              <c:pt idx="80">
                <c:v>0.88400000000000001</c:v>
              </c:pt>
              <c:pt idx="81">
                <c:v>0.88405</c:v>
              </c:pt>
              <c:pt idx="82">
                <c:v>0.8841</c:v>
              </c:pt>
              <c:pt idx="83">
                <c:v>0.88414999999999999</c:v>
              </c:pt>
              <c:pt idx="84">
                <c:v>0.88419999999999999</c:v>
              </c:pt>
              <c:pt idx="85">
                <c:v>0.88424999999999998</c:v>
              </c:pt>
              <c:pt idx="86">
                <c:v>0.88429999999999997</c:v>
              </c:pt>
              <c:pt idx="87">
                <c:v>0.88434999999999997</c:v>
              </c:pt>
              <c:pt idx="88">
                <c:v>0.88439999999999996</c:v>
              </c:pt>
              <c:pt idx="89">
                <c:v>0.88444999999999996</c:v>
              </c:pt>
              <c:pt idx="90">
                <c:v>0.88449999999999995</c:v>
              </c:pt>
              <c:pt idx="91">
                <c:v>0.88454999999999995</c:v>
              </c:pt>
              <c:pt idx="92">
                <c:v>0.88460000000000005</c:v>
              </c:pt>
              <c:pt idx="93">
                <c:v>0.88465000000000005</c:v>
              </c:pt>
              <c:pt idx="94">
                <c:v>0.88470000000000004</c:v>
              </c:pt>
              <c:pt idx="95">
                <c:v>0.88475000000000004</c:v>
              </c:pt>
              <c:pt idx="96">
                <c:v>0.88480000000000003</c:v>
              </c:pt>
              <c:pt idx="97">
                <c:v>0.88485000000000003</c:v>
              </c:pt>
              <c:pt idx="98">
                <c:v>0.88490000000000002</c:v>
              </c:pt>
              <c:pt idx="99">
                <c:v>0.88495000000000001</c:v>
              </c:pt>
              <c:pt idx="100">
                <c:v>0.88500000000000001</c:v>
              </c:pt>
              <c:pt idx="101">
                <c:v>0.88505</c:v>
              </c:pt>
              <c:pt idx="102">
                <c:v>0.8851</c:v>
              </c:pt>
              <c:pt idx="103">
                <c:v>0.88514999999999999</c:v>
              </c:pt>
              <c:pt idx="104">
                <c:v>0.88519999999999999</c:v>
              </c:pt>
              <c:pt idx="105">
                <c:v>0.88524999999999998</c:v>
              </c:pt>
              <c:pt idx="106">
                <c:v>0.88529999999999998</c:v>
              </c:pt>
              <c:pt idx="107">
                <c:v>0.88534999999999997</c:v>
              </c:pt>
              <c:pt idx="108">
                <c:v>0.88539999999999996</c:v>
              </c:pt>
              <c:pt idx="109">
                <c:v>0.88544999999999996</c:v>
              </c:pt>
              <c:pt idx="110">
                <c:v>0.88549999999999995</c:v>
              </c:pt>
              <c:pt idx="111">
                <c:v>0.88554999999999995</c:v>
              </c:pt>
              <c:pt idx="112">
                <c:v>0.88560000000000005</c:v>
              </c:pt>
              <c:pt idx="113">
                <c:v>0.88565000000000005</c:v>
              </c:pt>
              <c:pt idx="114">
                <c:v>0.88570000000000004</c:v>
              </c:pt>
              <c:pt idx="115">
                <c:v>0.88575000000000004</c:v>
              </c:pt>
              <c:pt idx="116">
                <c:v>0.88580000000000003</c:v>
              </c:pt>
              <c:pt idx="117">
                <c:v>0.88585000000000003</c:v>
              </c:pt>
              <c:pt idx="118">
                <c:v>0.88590000000000002</c:v>
              </c:pt>
              <c:pt idx="119">
                <c:v>0.88595000000000002</c:v>
              </c:pt>
              <c:pt idx="120">
                <c:v>0.88600000000000001</c:v>
              </c:pt>
              <c:pt idx="121">
                <c:v>0.88605</c:v>
              </c:pt>
              <c:pt idx="122">
                <c:v>0.8861</c:v>
              </c:pt>
              <c:pt idx="123">
                <c:v>0.88614999999999999</c:v>
              </c:pt>
              <c:pt idx="124">
                <c:v>0.88619999999999999</c:v>
              </c:pt>
              <c:pt idx="125">
                <c:v>0.88624999999999998</c:v>
              </c:pt>
              <c:pt idx="126">
                <c:v>0.88629999999999998</c:v>
              </c:pt>
              <c:pt idx="127">
                <c:v>0.88634999999999997</c:v>
              </c:pt>
              <c:pt idx="128">
                <c:v>0.88639999999999997</c:v>
              </c:pt>
              <c:pt idx="129">
                <c:v>0.88644999999999996</c:v>
              </c:pt>
              <c:pt idx="130">
                <c:v>0.88649999999999995</c:v>
              </c:pt>
              <c:pt idx="131">
                <c:v>0.88654999999999995</c:v>
              </c:pt>
              <c:pt idx="132">
                <c:v>0.88660000000000005</c:v>
              </c:pt>
              <c:pt idx="133">
                <c:v>0.88665000000000005</c:v>
              </c:pt>
              <c:pt idx="134">
                <c:v>0.88670000000000004</c:v>
              </c:pt>
              <c:pt idx="135">
                <c:v>0.88675000000000004</c:v>
              </c:pt>
              <c:pt idx="136">
                <c:v>0.88680000000000003</c:v>
              </c:pt>
              <c:pt idx="137">
                <c:v>0.88685000000000003</c:v>
              </c:pt>
              <c:pt idx="138">
                <c:v>0.88690000000000002</c:v>
              </c:pt>
              <c:pt idx="139">
                <c:v>0.88695000000000002</c:v>
              </c:pt>
              <c:pt idx="140">
                <c:v>0.88700000000000001</c:v>
              </c:pt>
              <c:pt idx="141">
                <c:v>0.88705000000000001</c:v>
              </c:pt>
              <c:pt idx="142">
                <c:v>0.8871</c:v>
              </c:pt>
              <c:pt idx="143">
                <c:v>0.88714999999999999</c:v>
              </c:pt>
              <c:pt idx="144">
                <c:v>0.88719999999999999</c:v>
              </c:pt>
              <c:pt idx="145">
                <c:v>0.88724999999999998</c:v>
              </c:pt>
              <c:pt idx="146">
                <c:v>0.88729999999999998</c:v>
              </c:pt>
              <c:pt idx="147">
                <c:v>0.88734999999999997</c:v>
              </c:pt>
              <c:pt idx="148">
                <c:v>0.88739999999999997</c:v>
              </c:pt>
              <c:pt idx="149">
                <c:v>0.88744999999999996</c:v>
              </c:pt>
              <c:pt idx="150">
                <c:v>0.88749999999999996</c:v>
              </c:pt>
              <c:pt idx="151">
                <c:v>0.88754999999999995</c:v>
              </c:pt>
              <c:pt idx="152">
                <c:v>0.88759999999999994</c:v>
              </c:pt>
              <c:pt idx="153">
                <c:v>0.88765000000000005</c:v>
              </c:pt>
              <c:pt idx="154">
                <c:v>0.88770000000000004</c:v>
              </c:pt>
              <c:pt idx="155">
                <c:v>0.88775000000000004</c:v>
              </c:pt>
              <c:pt idx="156">
                <c:v>0.88780000000000003</c:v>
              </c:pt>
              <c:pt idx="157">
                <c:v>0.88785000000000003</c:v>
              </c:pt>
              <c:pt idx="158">
                <c:v>0.88790000000000002</c:v>
              </c:pt>
              <c:pt idx="159">
                <c:v>0.88795000000000002</c:v>
              </c:pt>
              <c:pt idx="160">
                <c:v>0.88800000000000001</c:v>
              </c:pt>
              <c:pt idx="161">
                <c:v>0.88805000000000001</c:v>
              </c:pt>
              <c:pt idx="162">
                <c:v>0.8881</c:v>
              </c:pt>
              <c:pt idx="163">
                <c:v>0.88815</c:v>
              </c:pt>
              <c:pt idx="164">
                <c:v>0.88819999999999999</c:v>
              </c:pt>
              <c:pt idx="165">
                <c:v>0.88824999999999998</c:v>
              </c:pt>
              <c:pt idx="166">
                <c:v>0.88829999999999998</c:v>
              </c:pt>
              <c:pt idx="167">
                <c:v>0.88834999999999997</c:v>
              </c:pt>
              <c:pt idx="168">
                <c:v>0.88839999999999997</c:v>
              </c:pt>
              <c:pt idx="169">
                <c:v>0.88844999999999996</c:v>
              </c:pt>
              <c:pt idx="170">
                <c:v>0.88849999999999996</c:v>
              </c:pt>
              <c:pt idx="171">
                <c:v>0.88854999999999995</c:v>
              </c:pt>
              <c:pt idx="172">
                <c:v>0.88859999999999995</c:v>
              </c:pt>
              <c:pt idx="173">
                <c:v>0.88865000000000005</c:v>
              </c:pt>
              <c:pt idx="174">
                <c:v>0.88870000000000005</c:v>
              </c:pt>
              <c:pt idx="175">
                <c:v>0.88875000000000004</c:v>
              </c:pt>
              <c:pt idx="176">
                <c:v>0.88880000000000003</c:v>
              </c:pt>
              <c:pt idx="177">
                <c:v>0.88885000000000003</c:v>
              </c:pt>
              <c:pt idx="178">
                <c:v>0.88890000000000002</c:v>
              </c:pt>
              <c:pt idx="179">
                <c:v>0.88895000000000002</c:v>
              </c:pt>
              <c:pt idx="180">
                <c:v>0.88900000000000001</c:v>
              </c:pt>
              <c:pt idx="181">
                <c:v>0.88905000000000001</c:v>
              </c:pt>
              <c:pt idx="182">
                <c:v>0.8891</c:v>
              </c:pt>
              <c:pt idx="183">
                <c:v>0.88915</c:v>
              </c:pt>
              <c:pt idx="184">
                <c:v>0.88919999999999999</c:v>
              </c:pt>
              <c:pt idx="185">
                <c:v>0.88924999999999998</c:v>
              </c:pt>
              <c:pt idx="186">
                <c:v>0.88929999999999998</c:v>
              </c:pt>
              <c:pt idx="187">
                <c:v>0.88934999999999997</c:v>
              </c:pt>
              <c:pt idx="188">
                <c:v>0.88939999999999997</c:v>
              </c:pt>
              <c:pt idx="189">
                <c:v>0.88944999999999996</c:v>
              </c:pt>
              <c:pt idx="190">
                <c:v>0.88949999999999996</c:v>
              </c:pt>
              <c:pt idx="191">
                <c:v>0.88954999999999995</c:v>
              </c:pt>
              <c:pt idx="192">
                <c:v>0.88959999999999995</c:v>
              </c:pt>
              <c:pt idx="193">
                <c:v>0.88965000000000005</c:v>
              </c:pt>
              <c:pt idx="194">
                <c:v>0.88970000000000005</c:v>
              </c:pt>
              <c:pt idx="195">
                <c:v>0.88975000000000004</c:v>
              </c:pt>
              <c:pt idx="196">
                <c:v>0.88980000000000004</c:v>
              </c:pt>
              <c:pt idx="197">
                <c:v>0.88985000000000003</c:v>
              </c:pt>
              <c:pt idx="198">
                <c:v>0.88990000000000002</c:v>
              </c:pt>
              <c:pt idx="199">
                <c:v>0.88995000000000002</c:v>
              </c:pt>
              <c:pt idx="200">
                <c:v>0.89</c:v>
              </c:pt>
              <c:pt idx="201">
                <c:v>0.89005000000000001</c:v>
              </c:pt>
              <c:pt idx="202">
                <c:v>0.8901</c:v>
              </c:pt>
              <c:pt idx="203">
                <c:v>0.89015</c:v>
              </c:pt>
              <c:pt idx="204">
                <c:v>0.89019999999999999</c:v>
              </c:pt>
              <c:pt idx="205">
                <c:v>0.89024999999999999</c:v>
              </c:pt>
              <c:pt idx="206">
                <c:v>0.89029999999999998</c:v>
              </c:pt>
              <c:pt idx="207">
                <c:v>0.89034999999999997</c:v>
              </c:pt>
              <c:pt idx="208">
                <c:v>0.89039999999999997</c:v>
              </c:pt>
              <c:pt idx="209">
                <c:v>0.89044999999999996</c:v>
              </c:pt>
              <c:pt idx="210">
                <c:v>0.89049999999999996</c:v>
              </c:pt>
              <c:pt idx="211">
                <c:v>0.89054999999999995</c:v>
              </c:pt>
              <c:pt idx="212">
                <c:v>0.89059999999999995</c:v>
              </c:pt>
              <c:pt idx="213">
                <c:v>0.89065000000000005</c:v>
              </c:pt>
              <c:pt idx="214">
                <c:v>0.89070000000000005</c:v>
              </c:pt>
              <c:pt idx="215">
                <c:v>0.89075000000000004</c:v>
              </c:pt>
              <c:pt idx="216">
                <c:v>0.89080000000000004</c:v>
              </c:pt>
              <c:pt idx="217">
                <c:v>0.89085000000000003</c:v>
              </c:pt>
              <c:pt idx="218">
                <c:v>0.89090000000000003</c:v>
              </c:pt>
              <c:pt idx="219">
                <c:v>0.89095000000000002</c:v>
              </c:pt>
              <c:pt idx="220">
                <c:v>0.89100000000000001</c:v>
              </c:pt>
              <c:pt idx="221">
                <c:v>0.89105000000000001</c:v>
              </c:pt>
              <c:pt idx="222">
                <c:v>0.8911</c:v>
              </c:pt>
              <c:pt idx="223">
                <c:v>0.89115</c:v>
              </c:pt>
              <c:pt idx="224">
                <c:v>0.89119999999999999</c:v>
              </c:pt>
              <c:pt idx="225">
                <c:v>0.89124999999999999</c:v>
              </c:pt>
              <c:pt idx="226">
                <c:v>0.89129999999999998</c:v>
              </c:pt>
              <c:pt idx="227">
                <c:v>0.89134999999999998</c:v>
              </c:pt>
              <c:pt idx="228">
                <c:v>0.89139999999999997</c:v>
              </c:pt>
              <c:pt idx="229">
                <c:v>0.89144999999999996</c:v>
              </c:pt>
              <c:pt idx="230">
                <c:v>0.89149999999999996</c:v>
              </c:pt>
              <c:pt idx="231">
                <c:v>0.89154999999999995</c:v>
              </c:pt>
              <c:pt idx="232">
                <c:v>0.89159999999999995</c:v>
              </c:pt>
              <c:pt idx="233">
                <c:v>0.89165000000000005</c:v>
              </c:pt>
              <c:pt idx="234">
                <c:v>0.89170000000000005</c:v>
              </c:pt>
              <c:pt idx="235">
                <c:v>0.89175000000000004</c:v>
              </c:pt>
              <c:pt idx="236">
                <c:v>0.89180000000000004</c:v>
              </c:pt>
              <c:pt idx="237">
                <c:v>0.89185000000000003</c:v>
              </c:pt>
              <c:pt idx="238">
                <c:v>0.89190000000000003</c:v>
              </c:pt>
              <c:pt idx="239">
                <c:v>0.89195000000000002</c:v>
              </c:pt>
              <c:pt idx="240">
                <c:v>0.89200000000000002</c:v>
              </c:pt>
              <c:pt idx="241">
                <c:v>0.89205000000000001</c:v>
              </c:pt>
              <c:pt idx="242">
                <c:v>0.8921</c:v>
              </c:pt>
              <c:pt idx="243">
                <c:v>0.89215</c:v>
              </c:pt>
              <c:pt idx="244">
                <c:v>0.89219999999999999</c:v>
              </c:pt>
              <c:pt idx="245">
                <c:v>0.89224999999999999</c:v>
              </c:pt>
              <c:pt idx="246">
                <c:v>0.89229999999999998</c:v>
              </c:pt>
              <c:pt idx="247">
                <c:v>0.89234999999999998</c:v>
              </c:pt>
              <c:pt idx="248">
                <c:v>0.89239999999999997</c:v>
              </c:pt>
              <c:pt idx="249">
                <c:v>0.89244999999999997</c:v>
              </c:pt>
              <c:pt idx="250">
                <c:v>0.89249999999999996</c:v>
              </c:pt>
              <c:pt idx="251">
                <c:v>0.89254999999999995</c:v>
              </c:pt>
              <c:pt idx="252">
                <c:v>0.89259999999999995</c:v>
              </c:pt>
              <c:pt idx="253">
                <c:v>0.89265000000000005</c:v>
              </c:pt>
              <c:pt idx="254">
                <c:v>0.89270000000000005</c:v>
              </c:pt>
              <c:pt idx="255">
                <c:v>0.89275000000000004</c:v>
              </c:pt>
              <c:pt idx="256">
                <c:v>0.89280000000000004</c:v>
              </c:pt>
              <c:pt idx="257">
                <c:v>0.89285000000000003</c:v>
              </c:pt>
              <c:pt idx="258">
                <c:v>0.89290000000000003</c:v>
              </c:pt>
              <c:pt idx="259">
                <c:v>0.89295000000000002</c:v>
              </c:pt>
              <c:pt idx="260">
                <c:v>0.89300000000000002</c:v>
              </c:pt>
              <c:pt idx="261">
                <c:v>0.89305000000000001</c:v>
              </c:pt>
              <c:pt idx="262">
                <c:v>0.8931</c:v>
              </c:pt>
              <c:pt idx="263">
                <c:v>0.89315</c:v>
              </c:pt>
              <c:pt idx="264">
                <c:v>0.89319999999999999</c:v>
              </c:pt>
              <c:pt idx="265">
                <c:v>0.89324999999999999</c:v>
              </c:pt>
              <c:pt idx="266">
                <c:v>0.89329999999999998</c:v>
              </c:pt>
              <c:pt idx="267">
                <c:v>0.89334999999999998</c:v>
              </c:pt>
              <c:pt idx="268">
                <c:v>0.89339999999999997</c:v>
              </c:pt>
              <c:pt idx="269">
                <c:v>0.89344999999999997</c:v>
              </c:pt>
              <c:pt idx="270">
                <c:v>0.89349999999999996</c:v>
              </c:pt>
              <c:pt idx="271">
                <c:v>0.89354999999999996</c:v>
              </c:pt>
              <c:pt idx="272">
                <c:v>0.89359999999999995</c:v>
              </c:pt>
              <c:pt idx="273">
                <c:v>0.89365000000000006</c:v>
              </c:pt>
              <c:pt idx="274">
                <c:v>0.89370000000000005</c:v>
              </c:pt>
              <c:pt idx="275">
                <c:v>0.89375000000000004</c:v>
              </c:pt>
              <c:pt idx="276">
                <c:v>0.89380000000000004</c:v>
              </c:pt>
              <c:pt idx="277">
                <c:v>0.89385000000000003</c:v>
              </c:pt>
              <c:pt idx="278">
                <c:v>0.89390000000000003</c:v>
              </c:pt>
              <c:pt idx="279">
                <c:v>0.89395000000000002</c:v>
              </c:pt>
              <c:pt idx="280">
                <c:v>0.89400000000000002</c:v>
              </c:pt>
              <c:pt idx="281">
                <c:v>0.89405000000000001</c:v>
              </c:pt>
              <c:pt idx="282">
                <c:v>0.89410000000000001</c:v>
              </c:pt>
              <c:pt idx="283">
                <c:v>0.89415</c:v>
              </c:pt>
              <c:pt idx="284">
                <c:v>0.89419999999999999</c:v>
              </c:pt>
              <c:pt idx="285">
                <c:v>0.89424999999999999</c:v>
              </c:pt>
              <c:pt idx="286">
                <c:v>0.89429999999999998</c:v>
              </c:pt>
              <c:pt idx="287">
                <c:v>0.89434999999999998</c:v>
              </c:pt>
              <c:pt idx="288">
                <c:v>0.89439999999999997</c:v>
              </c:pt>
              <c:pt idx="289">
                <c:v>0.89444999999999997</c:v>
              </c:pt>
              <c:pt idx="290">
                <c:v>0.89449999999999996</c:v>
              </c:pt>
              <c:pt idx="291">
                <c:v>0.89454999999999996</c:v>
              </c:pt>
              <c:pt idx="292">
                <c:v>0.89459999999999995</c:v>
              </c:pt>
              <c:pt idx="293">
                <c:v>0.89464999999999995</c:v>
              </c:pt>
              <c:pt idx="294">
                <c:v>0.89470000000000005</c:v>
              </c:pt>
              <c:pt idx="295">
                <c:v>0.89475000000000005</c:v>
              </c:pt>
              <c:pt idx="296">
                <c:v>0.89480000000000004</c:v>
              </c:pt>
              <c:pt idx="297">
                <c:v>0.89485000000000003</c:v>
              </c:pt>
              <c:pt idx="298">
                <c:v>0.89490000000000003</c:v>
              </c:pt>
              <c:pt idx="299">
                <c:v>0.89495000000000002</c:v>
              </c:pt>
              <c:pt idx="300">
                <c:v>0.89500000000000002</c:v>
              </c:pt>
              <c:pt idx="301">
                <c:v>0.89505000000000001</c:v>
              </c:pt>
              <c:pt idx="302">
                <c:v>0.89510000000000001</c:v>
              </c:pt>
              <c:pt idx="303">
                <c:v>0.89515</c:v>
              </c:pt>
              <c:pt idx="304">
                <c:v>0.8952</c:v>
              </c:pt>
              <c:pt idx="305">
                <c:v>0.89524999999999999</c:v>
              </c:pt>
              <c:pt idx="306">
                <c:v>0.89529999999999998</c:v>
              </c:pt>
              <c:pt idx="307">
                <c:v>0.89534999999999998</c:v>
              </c:pt>
              <c:pt idx="308">
                <c:v>0.89539999999999997</c:v>
              </c:pt>
              <c:pt idx="309">
                <c:v>0.89544999999999997</c:v>
              </c:pt>
              <c:pt idx="310">
                <c:v>0.89549999999999996</c:v>
              </c:pt>
              <c:pt idx="311">
                <c:v>0.89554999999999996</c:v>
              </c:pt>
              <c:pt idx="312">
                <c:v>0.89559999999999995</c:v>
              </c:pt>
              <c:pt idx="313">
                <c:v>0.89564999999999995</c:v>
              </c:pt>
              <c:pt idx="314">
                <c:v>0.89570000000000005</c:v>
              </c:pt>
              <c:pt idx="315">
                <c:v>0.89575000000000005</c:v>
              </c:pt>
              <c:pt idx="316">
                <c:v>0.89580000000000004</c:v>
              </c:pt>
              <c:pt idx="317">
                <c:v>0.89585000000000004</c:v>
              </c:pt>
              <c:pt idx="318">
                <c:v>0.89590000000000003</c:v>
              </c:pt>
              <c:pt idx="319">
                <c:v>0.89595000000000002</c:v>
              </c:pt>
              <c:pt idx="320">
                <c:v>0.89600000000000002</c:v>
              </c:pt>
              <c:pt idx="321">
                <c:v>0.89605000000000001</c:v>
              </c:pt>
              <c:pt idx="322">
                <c:v>0.89610000000000001</c:v>
              </c:pt>
              <c:pt idx="323">
                <c:v>0.89615</c:v>
              </c:pt>
              <c:pt idx="324">
                <c:v>0.8962</c:v>
              </c:pt>
              <c:pt idx="325">
                <c:v>0.89624999999999999</c:v>
              </c:pt>
              <c:pt idx="326">
                <c:v>0.89629999999999999</c:v>
              </c:pt>
              <c:pt idx="327">
                <c:v>0.89634999999999998</c:v>
              </c:pt>
              <c:pt idx="328">
                <c:v>0.89639999999999997</c:v>
              </c:pt>
              <c:pt idx="329">
                <c:v>0.89644999999999997</c:v>
              </c:pt>
              <c:pt idx="330">
                <c:v>0.89649999999999996</c:v>
              </c:pt>
              <c:pt idx="331">
                <c:v>0.89654999999999996</c:v>
              </c:pt>
              <c:pt idx="332">
                <c:v>0.89659999999999995</c:v>
              </c:pt>
              <c:pt idx="333">
                <c:v>0.89664999999999995</c:v>
              </c:pt>
              <c:pt idx="334">
                <c:v>0.89670000000000005</c:v>
              </c:pt>
              <c:pt idx="335">
                <c:v>0.89675000000000005</c:v>
              </c:pt>
              <c:pt idx="336">
                <c:v>0.89680000000000004</c:v>
              </c:pt>
              <c:pt idx="337">
                <c:v>0.89685000000000004</c:v>
              </c:pt>
              <c:pt idx="338">
                <c:v>0.89690000000000003</c:v>
              </c:pt>
              <c:pt idx="339">
                <c:v>0.89695000000000003</c:v>
              </c:pt>
              <c:pt idx="340">
                <c:v>0.89700000000000002</c:v>
              </c:pt>
              <c:pt idx="341">
                <c:v>0.89705000000000001</c:v>
              </c:pt>
              <c:pt idx="342">
                <c:v>0.89710000000000001</c:v>
              </c:pt>
              <c:pt idx="343">
                <c:v>0.89715</c:v>
              </c:pt>
              <c:pt idx="344">
                <c:v>0.8972</c:v>
              </c:pt>
              <c:pt idx="345">
                <c:v>0.89724999999999999</c:v>
              </c:pt>
              <c:pt idx="346">
                <c:v>0.89729999999999999</c:v>
              </c:pt>
              <c:pt idx="347">
                <c:v>0.89734999999999998</c:v>
              </c:pt>
              <c:pt idx="348">
                <c:v>0.89739999999999998</c:v>
              </c:pt>
              <c:pt idx="349">
                <c:v>0.89744999999999997</c:v>
              </c:pt>
              <c:pt idx="350">
                <c:v>0.89749999999999996</c:v>
              </c:pt>
              <c:pt idx="351">
                <c:v>0.89754999999999996</c:v>
              </c:pt>
              <c:pt idx="352">
                <c:v>0.89759999999999995</c:v>
              </c:pt>
              <c:pt idx="353">
                <c:v>0.89764999999999995</c:v>
              </c:pt>
              <c:pt idx="354">
                <c:v>0.89770000000000005</c:v>
              </c:pt>
              <c:pt idx="355">
                <c:v>0.89775000000000005</c:v>
              </c:pt>
              <c:pt idx="356">
                <c:v>0.89780000000000004</c:v>
              </c:pt>
              <c:pt idx="357">
                <c:v>0.89785000000000004</c:v>
              </c:pt>
              <c:pt idx="358">
                <c:v>0.89790000000000003</c:v>
              </c:pt>
              <c:pt idx="359">
                <c:v>0.89795000000000003</c:v>
              </c:pt>
              <c:pt idx="360">
                <c:v>0.89800000000000002</c:v>
              </c:pt>
              <c:pt idx="361">
                <c:v>0.89805000000000001</c:v>
              </c:pt>
              <c:pt idx="362">
                <c:v>0.89810000000000001</c:v>
              </c:pt>
              <c:pt idx="363">
                <c:v>0.89815</c:v>
              </c:pt>
              <c:pt idx="364">
                <c:v>0.8982</c:v>
              </c:pt>
              <c:pt idx="365">
                <c:v>0.89824999999999999</c:v>
              </c:pt>
              <c:pt idx="366">
                <c:v>0.89829999999999999</c:v>
              </c:pt>
              <c:pt idx="367">
                <c:v>0.89834999999999998</c:v>
              </c:pt>
              <c:pt idx="368">
                <c:v>0.89839999999999998</c:v>
              </c:pt>
              <c:pt idx="369">
                <c:v>0.89844999999999997</c:v>
              </c:pt>
              <c:pt idx="370">
                <c:v>0.89849999999999997</c:v>
              </c:pt>
              <c:pt idx="371">
                <c:v>0.89854999999999996</c:v>
              </c:pt>
              <c:pt idx="372">
                <c:v>0.89859999999999995</c:v>
              </c:pt>
              <c:pt idx="373">
                <c:v>0.89864999999999995</c:v>
              </c:pt>
              <c:pt idx="374">
                <c:v>0.89870000000000005</c:v>
              </c:pt>
              <c:pt idx="375">
                <c:v>0.89875000000000005</c:v>
              </c:pt>
              <c:pt idx="376">
                <c:v>0.89880000000000004</c:v>
              </c:pt>
              <c:pt idx="377">
                <c:v>0.89885000000000004</c:v>
              </c:pt>
              <c:pt idx="378">
                <c:v>0.89890000000000003</c:v>
              </c:pt>
              <c:pt idx="379">
                <c:v>0.89895000000000003</c:v>
              </c:pt>
              <c:pt idx="380">
                <c:v>0.89900000000000002</c:v>
              </c:pt>
              <c:pt idx="381">
                <c:v>0.89905000000000002</c:v>
              </c:pt>
              <c:pt idx="382">
                <c:v>0.89910000000000001</c:v>
              </c:pt>
              <c:pt idx="383">
                <c:v>0.89915</c:v>
              </c:pt>
              <c:pt idx="384">
                <c:v>0.8992</c:v>
              </c:pt>
              <c:pt idx="385">
                <c:v>0.89924999999999999</c:v>
              </c:pt>
              <c:pt idx="386">
                <c:v>0.89929999999999999</c:v>
              </c:pt>
              <c:pt idx="387">
                <c:v>0.89934999999999998</c:v>
              </c:pt>
              <c:pt idx="388">
                <c:v>0.89939999999999998</c:v>
              </c:pt>
              <c:pt idx="389">
                <c:v>0.89944999999999997</c:v>
              </c:pt>
              <c:pt idx="390">
                <c:v>0.89949999999999997</c:v>
              </c:pt>
              <c:pt idx="391">
                <c:v>0.89954999999999996</c:v>
              </c:pt>
              <c:pt idx="392">
                <c:v>0.89959999999999996</c:v>
              </c:pt>
              <c:pt idx="393">
                <c:v>0.89964999999999995</c:v>
              </c:pt>
              <c:pt idx="394">
                <c:v>0.89970000000000006</c:v>
              </c:pt>
              <c:pt idx="395">
                <c:v>0.89975000000000005</c:v>
              </c:pt>
              <c:pt idx="396">
                <c:v>0.89980000000000004</c:v>
              </c:pt>
              <c:pt idx="397">
                <c:v>0.89985000000000004</c:v>
              </c:pt>
              <c:pt idx="398">
                <c:v>0.89990000000000003</c:v>
              </c:pt>
              <c:pt idx="399">
                <c:v>0.89995000000000003</c:v>
              </c:pt>
              <c:pt idx="400">
                <c:v>0.9</c:v>
              </c:pt>
              <c:pt idx="401">
                <c:v>0.90005000000000002</c:v>
              </c:pt>
              <c:pt idx="402">
                <c:v>0.90010000000000001</c:v>
              </c:pt>
              <c:pt idx="403">
                <c:v>0.90015000000000001</c:v>
              </c:pt>
              <c:pt idx="404">
                <c:v>0.9002</c:v>
              </c:pt>
              <c:pt idx="405">
                <c:v>0.90024999999999999</c:v>
              </c:pt>
              <c:pt idx="406">
                <c:v>0.90029999999999999</c:v>
              </c:pt>
              <c:pt idx="407">
                <c:v>0.90034999999999998</c:v>
              </c:pt>
              <c:pt idx="408">
                <c:v>0.90039999999999998</c:v>
              </c:pt>
              <c:pt idx="409">
                <c:v>0.90044999999999997</c:v>
              </c:pt>
              <c:pt idx="410">
                <c:v>0.90049999999999997</c:v>
              </c:pt>
              <c:pt idx="411">
                <c:v>0.90054999999999996</c:v>
              </c:pt>
              <c:pt idx="412">
                <c:v>0.90059999999999996</c:v>
              </c:pt>
              <c:pt idx="413">
                <c:v>0.90064999999999995</c:v>
              </c:pt>
              <c:pt idx="414">
                <c:v>0.90069999999999995</c:v>
              </c:pt>
              <c:pt idx="415">
                <c:v>0.90075000000000005</c:v>
              </c:pt>
              <c:pt idx="416">
                <c:v>0.90080000000000005</c:v>
              </c:pt>
              <c:pt idx="417">
                <c:v>0.90085000000000004</c:v>
              </c:pt>
              <c:pt idx="418">
                <c:v>0.90090000000000003</c:v>
              </c:pt>
              <c:pt idx="419">
                <c:v>0.90095000000000003</c:v>
              </c:pt>
              <c:pt idx="420">
                <c:v>0.90100000000000002</c:v>
              </c:pt>
              <c:pt idx="421">
                <c:v>0.90105000000000002</c:v>
              </c:pt>
              <c:pt idx="422">
                <c:v>0.90110000000000001</c:v>
              </c:pt>
              <c:pt idx="423">
                <c:v>0.90115000000000001</c:v>
              </c:pt>
              <c:pt idx="424">
                <c:v>0.9012</c:v>
              </c:pt>
              <c:pt idx="425">
                <c:v>0.90125</c:v>
              </c:pt>
              <c:pt idx="426">
                <c:v>0.90129999999999999</c:v>
              </c:pt>
              <c:pt idx="427">
                <c:v>0.90134999999999998</c:v>
              </c:pt>
              <c:pt idx="428">
                <c:v>0.90139999999999998</c:v>
              </c:pt>
              <c:pt idx="429">
                <c:v>0.90144999999999997</c:v>
              </c:pt>
              <c:pt idx="430">
                <c:v>0.90149999999999997</c:v>
              </c:pt>
              <c:pt idx="431">
                <c:v>0.90154999999999996</c:v>
              </c:pt>
              <c:pt idx="432">
                <c:v>0.90159999999999996</c:v>
              </c:pt>
              <c:pt idx="433">
                <c:v>0.90164999999999995</c:v>
              </c:pt>
              <c:pt idx="434">
                <c:v>0.90169999999999995</c:v>
              </c:pt>
              <c:pt idx="435">
                <c:v>0.90175000000000005</c:v>
              </c:pt>
              <c:pt idx="436">
                <c:v>0.90180000000000005</c:v>
              </c:pt>
              <c:pt idx="437">
                <c:v>0.90185000000000004</c:v>
              </c:pt>
              <c:pt idx="438">
                <c:v>0.90190000000000003</c:v>
              </c:pt>
              <c:pt idx="439">
                <c:v>0.90195000000000003</c:v>
              </c:pt>
              <c:pt idx="440">
                <c:v>0.90200000000000002</c:v>
              </c:pt>
              <c:pt idx="441">
                <c:v>0.90205000000000002</c:v>
              </c:pt>
              <c:pt idx="442">
                <c:v>0.90210000000000001</c:v>
              </c:pt>
              <c:pt idx="443">
                <c:v>0.90215000000000001</c:v>
              </c:pt>
              <c:pt idx="444">
                <c:v>0.9022</c:v>
              </c:pt>
              <c:pt idx="445">
                <c:v>0.90225</c:v>
              </c:pt>
              <c:pt idx="446">
                <c:v>0.90229999999999999</c:v>
              </c:pt>
              <c:pt idx="447">
                <c:v>0.90234999999999999</c:v>
              </c:pt>
              <c:pt idx="448">
                <c:v>0.90239999999999998</c:v>
              </c:pt>
              <c:pt idx="449">
                <c:v>0.90244999999999997</c:v>
              </c:pt>
              <c:pt idx="450">
                <c:v>0.90249999999999997</c:v>
              </c:pt>
              <c:pt idx="451">
                <c:v>0.90254999999999996</c:v>
              </c:pt>
              <c:pt idx="452">
                <c:v>0.90259999999999996</c:v>
              </c:pt>
              <c:pt idx="453">
                <c:v>0.90264999999999995</c:v>
              </c:pt>
              <c:pt idx="454">
                <c:v>0.90269999999999995</c:v>
              </c:pt>
              <c:pt idx="455">
                <c:v>0.90275000000000005</c:v>
              </c:pt>
              <c:pt idx="456">
                <c:v>0.90280000000000005</c:v>
              </c:pt>
              <c:pt idx="457">
                <c:v>0.90285000000000004</c:v>
              </c:pt>
              <c:pt idx="458">
                <c:v>0.90290000000000004</c:v>
              </c:pt>
              <c:pt idx="459">
                <c:v>0.90295000000000003</c:v>
              </c:pt>
              <c:pt idx="460">
                <c:v>0.90300000000000002</c:v>
              </c:pt>
              <c:pt idx="461">
                <c:v>0.90305000000000002</c:v>
              </c:pt>
              <c:pt idx="462">
                <c:v>0.90310000000000001</c:v>
              </c:pt>
              <c:pt idx="463">
                <c:v>0.90315000000000001</c:v>
              </c:pt>
              <c:pt idx="464">
                <c:v>0.9032</c:v>
              </c:pt>
              <c:pt idx="465">
                <c:v>0.90325</c:v>
              </c:pt>
              <c:pt idx="466">
                <c:v>0.90329999999999999</c:v>
              </c:pt>
              <c:pt idx="467">
                <c:v>0.90334999999999999</c:v>
              </c:pt>
              <c:pt idx="468">
                <c:v>0.90339999999999998</c:v>
              </c:pt>
              <c:pt idx="469">
                <c:v>0.90344999999999998</c:v>
              </c:pt>
              <c:pt idx="470">
                <c:v>0.90349999999999997</c:v>
              </c:pt>
              <c:pt idx="471">
                <c:v>0.90354999999999996</c:v>
              </c:pt>
              <c:pt idx="472">
                <c:v>0.90359999999999996</c:v>
              </c:pt>
              <c:pt idx="473">
                <c:v>0.90364999999999995</c:v>
              </c:pt>
              <c:pt idx="474">
                <c:v>0.90369999999999995</c:v>
              </c:pt>
              <c:pt idx="475">
                <c:v>0.90375000000000005</c:v>
              </c:pt>
              <c:pt idx="476">
                <c:v>0.90380000000000005</c:v>
              </c:pt>
              <c:pt idx="477">
                <c:v>0.90385000000000004</c:v>
              </c:pt>
              <c:pt idx="478">
                <c:v>0.90390000000000004</c:v>
              </c:pt>
              <c:pt idx="479">
                <c:v>0.90395000000000003</c:v>
              </c:pt>
              <c:pt idx="480">
                <c:v>0.90400000000000003</c:v>
              </c:pt>
              <c:pt idx="481">
                <c:v>0.90405000000000002</c:v>
              </c:pt>
              <c:pt idx="482">
                <c:v>0.90410000000000001</c:v>
              </c:pt>
              <c:pt idx="483">
                <c:v>0.90415000000000001</c:v>
              </c:pt>
              <c:pt idx="484">
                <c:v>0.9042</c:v>
              </c:pt>
              <c:pt idx="485">
                <c:v>0.90425</c:v>
              </c:pt>
              <c:pt idx="486">
                <c:v>0.90429999999999999</c:v>
              </c:pt>
              <c:pt idx="487">
                <c:v>0.90434999999999999</c:v>
              </c:pt>
              <c:pt idx="488">
                <c:v>0.90439999999999998</c:v>
              </c:pt>
              <c:pt idx="489">
                <c:v>0.90444999999999998</c:v>
              </c:pt>
              <c:pt idx="490">
                <c:v>0.90449999999999997</c:v>
              </c:pt>
              <c:pt idx="491">
                <c:v>0.90454999999999997</c:v>
              </c:pt>
              <c:pt idx="492">
                <c:v>0.90459999999999996</c:v>
              </c:pt>
              <c:pt idx="493">
                <c:v>0.90464999999999995</c:v>
              </c:pt>
              <c:pt idx="494">
                <c:v>0.90469999999999995</c:v>
              </c:pt>
              <c:pt idx="495">
                <c:v>0.90475000000000005</c:v>
              </c:pt>
              <c:pt idx="496">
                <c:v>0.90480000000000005</c:v>
              </c:pt>
              <c:pt idx="497">
                <c:v>0.90485000000000004</c:v>
              </c:pt>
              <c:pt idx="498">
                <c:v>0.90490000000000004</c:v>
              </c:pt>
              <c:pt idx="499">
                <c:v>0.90495000000000003</c:v>
              </c:pt>
              <c:pt idx="500">
                <c:v>0.90500000000000003</c:v>
              </c:pt>
              <c:pt idx="501">
                <c:v>0.90505000000000002</c:v>
              </c:pt>
              <c:pt idx="502">
                <c:v>0.90510000000000002</c:v>
              </c:pt>
              <c:pt idx="503">
                <c:v>0.90515000000000001</c:v>
              </c:pt>
              <c:pt idx="504">
                <c:v>0.9052</c:v>
              </c:pt>
              <c:pt idx="505">
                <c:v>0.90525</c:v>
              </c:pt>
              <c:pt idx="506">
                <c:v>0.90529999999999999</c:v>
              </c:pt>
              <c:pt idx="507">
                <c:v>0.90534999999999999</c:v>
              </c:pt>
              <c:pt idx="508">
                <c:v>0.90539999999999998</c:v>
              </c:pt>
              <c:pt idx="509">
                <c:v>0.90544999999999998</c:v>
              </c:pt>
              <c:pt idx="510">
                <c:v>0.90549999999999997</c:v>
              </c:pt>
              <c:pt idx="511">
                <c:v>0.90554999999999997</c:v>
              </c:pt>
              <c:pt idx="512">
                <c:v>0.90559999999999996</c:v>
              </c:pt>
              <c:pt idx="513">
                <c:v>0.90564999999999996</c:v>
              </c:pt>
              <c:pt idx="514">
                <c:v>0.90569999999999995</c:v>
              </c:pt>
              <c:pt idx="515">
                <c:v>0.90575000000000006</c:v>
              </c:pt>
              <c:pt idx="516">
                <c:v>0.90580000000000005</c:v>
              </c:pt>
              <c:pt idx="517">
                <c:v>0.90585000000000004</c:v>
              </c:pt>
              <c:pt idx="518">
                <c:v>0.90590000000000004</c:v>
              </c:pt>
              <c:pt idx="519">
                <c:v>0.90595000000000003</c:v>
              </c:pt>
              <c:pt idx="520">
                <c:v>0.90600000000000003</c:v>
              </c:pt>
              <c:pt idx="521">
                <c:v>0.90605000000000002</c:v>
              </c:pt>
              <c:pt idx="522">
                <c:v>0.90610000000000002</c:v>
              </c:pt>
              <c:pt idx="523">
                <c:v>0.90615000000000001</c:v>
              </c:pt>
              <c:pt idx="524">
                <c:v>0.90620000000000001</c:v>
              </c:pt>
              <c:pt idx="525">
                <c:v>0.90625</c:v>
              </c:pt>
              <c:pt idx="526">
                <c:v>0.90629999999999999</c:v>
              </c:pt>
              <c:pt idx="527">
                <c:v>0.90634999999999999</c:v>
              </c:pt>
              <c:pt idx="528">
                <c:v>0.90639999999999998</c:v>
              </c:pt>
              <c:pt idx="529">
                <c:v>0.90644999999999998</c:v>
              </c:pt>
              <c:pt idx="530">
                <c:v>0.90649999999999997</c:v>
              </c:pt>
              <c:pt idx="531">
                <c:v>0.90654999999999997</c:v>
              </c:pt>
              <c:pt idx="532">
                <c:v>0.90659999999999996</c:v>
              </c:pt>
              <c:pt idx="533">
                <c:v>0.90664999999999996</c:v>
              </c:pt>
              <c:pt idx="534">
                <c:v>0.90669999999999995</c:v>
              </c:pt>
              <c:pt idx="535">
                <c:v>0.90674999999999994</c:v>
              </c:pt>
              <c:pt idx="536">
                <c:v>0.90680000000000005</c:v>
              </c:pt>
              <c:pt idx="537">
                <c:v>0.90685000000000004</c:v>
              </c:pt>
              <c:pt idx="538">
                <c:v>0.90690000000000004</c:v>
              </c:pt>
              <c:pt idx="539">
                <c:v>0.90695000000000003</c:v>
              </c:pt>
              <c:pt idx="540">
                <c:v>0.90700000000000003</c:v>
              </c:pt>
              <c:pt idx="541">
                <c:v>0.90705000000000002</c:v>
              </c:pt>
              <c:pt idx="542">
                <c:v>0.90710000000000002</c:v>
              </c:pt>
              <c:pt idx="543">
                <c:v>0.90715000000000001</c:v>
              </c:pt>
              <c:pt idx="544">
                <c:v>0.90720000000000001</c:v>
              </c:pt>
              <c:pt idx="545">
                <c:v>0.90725</c:v>
              </c:pt>
              <c:pt idx="546">
                <c:v>0.9073</c:v>
              </c:pt>
              <c:pt idx="547">
                <c:v>0.90734999999999999</c:v>
              </c:pt>
              <c:pt idx="548">
                <c:v>0.90739999999999998</c:v>
              </c:pt>
              <c:pt idx="549">
                <c:v>0.90744999999999998</c:v>
              </c:pt>
              <c:pt idx="550">
                <c:v>0.90749999999999997</c:v>
              </c:pt>
              <c:pt idx="551">
                <c:v>0.90754999999999997</c:v>
              </c:pt>
              <c:pt idx="552">
                <c:v>0.90759999999999996</c:v>
              </c:pt>
              <c:pt idx="553">
                <c:v>0.90764999999999996</c:v>
              </c:pt>
              <c:pt idx="554">
                <c:v>0.90769999999999995</c:v>
              </c:pt>
              <c:pt idx="555">
                <c:v>0.90774999999999995</c:v>
              </c:pt>
              <c:pt idx="556">
                <c:v>0.90780000000000005</c:v>
              </c:pt>
              <c:pt idx="557">
                <c:v>0.90785000000000005</c:v>
              </c:pt>
              <c:pt idx="558">
                <c:v>0.90790000000000004</c:v>
              </c:pt>
              <c:pt idx="559">
                <c:v>0.90795000000000003</c:v>
              </c:pt>
              <c:pt idx="560">
                <c:v>0.90800000000000003</c:v>
              </c:pt>
              <c:pt idx="561">
                <c:v>0.90805000000000002</c:v>
              </c:pt>
              <c:pt idx="562">
                <c:v>0.90810000000000002</c:v>
              </c:pt>
              <c:pt idx="563">
                <c:v>0.90815000000000001</c:v>
              </c:pt>
              <c:pt idx="564">
                <c:v>0.90820000000000001</c:v>
              </c:pt>
              <c:pt idx="565">
                <c:v>0.90825</c:v>
              </c:pt>
              <c:pt idx="566">
                <c:v>0.9083</c:v>
              </c:pt>
              <c:pt idx="567">
                <c:v>0.90834999999999999</c:v>
              </c:pt>
              <c:pt idx="568">
                <c:v>0.90839999999999999</c:v>
              </c:pt>
              <c:pt idx="569">
                <c:v>0.90844999999999998</c:v>
              </c:pt>
              <c:pt idx="570">
                <c:v>0.90849999999999997</c:v>
              </c:pt>
              <c:pt idx="571">
                <c:v>0.90854999999999997</c:v>
              </c:pt>
              <c:pt idx="572">
                <c:v>0.90859999999999996</c:v>
              </c:pt>
              <c:pt idx="573">
                <c:v>0.90864999999999996</c:v>
              </c:pt>
              <c:pt idx="574">
                <c:v>0.90869999999999995</c:v>
              </c:pt>
              <c:pt idx="575">
                <c:v>0.90874999999999995</c:v>
              </c:pt>
              <c:pt idx="576">
                <c:v>0.90880000000000005</c:v>
              </c:pt>
              <c:pt idx="577">
                <c:v>0.90885000000000005</c:v>
              </c:pt>
              <c:pt idx="578">
                <c:v>0.90890000000000004</c:v>
              </c:pt>
              <c:pt idx="579">
                <c:v>0.90895000000000004</c:v>
              </c:pt>
              <c:pt idx="580">
                <c:v>0.90900000000000003</c:v>
              </c:pt>
              <c:pt idx="581">
                <c:v>0.90905000000000002</c:v>
              </c:pt>
              <c:pt idx="582">
                <c:v>0.90910000000000002</c:v>
              </c:pt>
              <c:pt idx="583">
                <c:v>0.90915000000000001</c:v>
              </c:pt>
              <c:pt idx="584">
                <c:v>0.90920000000000001</c:v>
              </c:pt>
              <c:pt idx="585">
                <c:v>0.90925</c:v>
              </c:pt>
              <c:pt idx="586">
                <c:v>0.9093</c:v>
              </c:pt>
              <c:pt idx="587">
                <c:v>0.90934999999999999</c:v>
              </c:pt>
              <c:pt idx="588">
                <c:v>0.90939999999999999</c:v>
              </c:pt>
              <c:pt idx="589">
                <c:v>0.90944999999999998</c:v>
              </c:pt>
              <c:pt idx="590">
                <c:v>0.90949999999999998</c:v>
              </c:pt>
              <c:pt idx="591">
                <c:v>0.90954999999999997</c:v>
              </c:pt>
              <c:pt idx="592">
                <c:v>0.90959999999999996</c:v>
              </c:pt>
              <c:pt idx="593">
                <c:v>0.90964999999999996</c:v>
              </c:pt>
              <c:pt idx="594">
                <c:v>0.90969999999999995</c:v>
              </c:pt>
              <c:pt idx="595">
                <c:v>0.90974999999999995</c:v>
              </c:pt>
              <c:pt idx="596">
                <c:v>0.90980000000000005</c:v>
              </c:pt>
              <c:pt idx="597">
                <c:v>0.90985000000000005</c:v>
              </c:pt>
              <c:pt idx="598">
                <c:v>0.90990000000000004</c:v>
              </c:pt>
              <c:pt idx="599">
                <c:v>0.90995000000000004</c:v>
              </c:pt>
              <c:pt idx="600">
                <c:v>0.91</c:v>
              </c:pt>
              <c:pt idx="601">
                <c:v>0.91005000000000003</c:v>
              </c:pt>
              <c:pt idx="602">
                <c:v>0.91010000000000002</c:v>
              </c:pt>
              <c:pt idx="603">
                <c:v>0.91015000000000001</c:v>
              </c:pt>
              <c:pt idx="604">
                <c:v>0.91020000000000001</c:v>
              </c:pt>
              <c:pt idx="605">
                <c:v>0.91025</c:v>
              </c:pt>
              <c:pt idx="606">
                <c:v>0.9103</c:v>
              </c:pt>
              <c:pt idx="607">
                <c:v>0.91034999999999999</c:v>
              </c:pt>
              <c:pt idx="608">
                <c:v>0.91039999999999999</c:v>
              </c:pt>
              <c:pt idx="609">
                <c:v>0.91044999999999998</c:v>
              </c:pt>
              <c:pt idx="610">
                <c:v>0.91049999999999998</c:v>
              </c:pt>
              <c:pt idx="611">
                <c:v>0.91054999999999997</c:v>
              </c:pt>
              <c:pt idx="612">
                <c:v>0.91059999999999997</c:v>
              </c:pt>
              <c:pt idx="613">
                <c:v>0.91064999999999996</c:v>
              </c:pt>
              <c:pt idx="614">
                <c:v>0.91069999999999995</c:v>
              </c:pt>
              <c:pt idx="615">
                <c:v>0.91074999999999995</c:v>
              </c:pt>
              <c:pt idx="616">
                <c:v>0.91080000000000005</c:v>
              </c:pt>
              <c:pt idx="617">
                <c:v>0.91085000000000005</c:v>
              </c:pt>
              <c:pt idx="618">
                <c:v>0.91090000000000004</c:v>
              </c:pt>
              <c:pt idx="619">
                <c:v>0.91095000000000004</c:v>
              </c:pt>
              <c:pt idx="620">
                <c:v>0.91100000000000003</c:v>
              </c:pt>
              <c:pt idx="621">
                <c:v>0.91105000000000003</c:v>
              </c:pt>
              <c:pt idx="622">
                <c:v>0.91110000000000002</c:v>
              </c:pt>
              <c:pt idx="623">
                <c:v>0.91115000000000002</c:v>
              </c:pt>
              <c:pt idx="624">
                <c:v>0.91120000000000001</c:v>
              </c:pt>
              <c:pt idx="625">
                <c:v>0.91125</c:v>
              </c:pt>
              <c:pt idx="626">
                <c:v>0.9113</c:v>
              </c:pt>
              <c:pt idx="627">
                <c:v>0.91134999999999999</c:v>
              </c:pt>
              <c:pt idx="628">
                <c:v>0.91139999999999999</c:v>
              </c:pt>
              <c:pt idx="629">
                <c:v>0.91144999999999998</c:v>
              </c:pt>
              <c:pt idx="630">
                <c:v>0.91149999999999998</c:v>
              </c:pt>
              <c:pt idx="631">
                <c:v>0.91154999999999997</c:v>
              </c:pt>
              <c:pt idx="632">
                <c:v>0.91159999999999997</c:v>
              </c:pt>
              <c:pt idx="633">
                <c:v>0.91164999999999996</c:v>
              </c:pt>
              <c:pt idx="634">
                <c:v>0.91169999999999995</c:v>
              </c:pt>
              <c:pt idx="635">
                <c:v>0.91174999999999995</c:v>
              </c:pt>
              <c:pt idx="636">
                <c:v>0.91180000000000005</c:v>
              </c:pt>
              <c:pt idx="637">
                <c:v>0.91185000000000005</c:v>
              </c:pt>
              <c:pt idx="638">
                <c:v>0.91190000000000004</c:v>
              </c:pt>
              <c:pt idx="639">
                <c:v>0.91195000000000004</c:v>
              </c:pt>
              <c:pt idx="640">
                <c:v>0.91200000000000003</c:v>
              </c:pt>
              <c:pt idx="641">
                <c:v>0.91205000000000003</c:v>
              </c:pt>
              <c:pt idx="642">
                <c:v>0.91210000000000002</c:v>
              </c:pt>
              <c:pt idx="643">
                <c:v>0.91215000000000002</c:v>
              </c:pt>
              <c:pt idx="644">
                <c:v>0.91220000000000001</c:v>
              </c:pt>
              <c:pt idx="645">
                <c:v>0.91225000000000001</c:v>
              </c:pt>
              <c:pt idx="646">
                <c:v>0.9123</c:v>
              </c:pt>
              <c:pt idx="647">
                <c:v>0.91234999999999999</c:v>
              </c:pt>
              <c:pt idx="648">
                <c:v>0.91239999999999999</c:v>
              </c:pt>
              <c:pt idx="649">
                <c:v>0.91244999999999998</c:v>
              </c:pt>
              <c:pt idx="650">
                <c:v>0.91249999999999998</c:v>
              </c:pt>
              <c:pt idx="651">
                <c:v>0.91254999999999997</c:v>
              </c:pt>
              <c:pt idx="652">
                <c:v>0.91259999999999997</c:v>
              </c:pt>
              <c:pt idx="653">
                <c:v>0.91264999999999996</c:v>
              </c:pt>
              <c:pt idx="654">
                <c:v>0.91269999999999996</c:v>
              </c:pt>
              <c:pt idx="655">
                <c:v>0.91274999999999995</c:v>
              </c:pt>
              <c:pt idx="656">
                <c:v>0.91279999999999994</c:v>
              </c:pt>
              <c:pt idx="657">
                <c:v>0.91285000000000005</c:v>
              </c:pt>
              <c:pt idx="658">
                <c:v>0.91290000000000004</c:v>
              </c:pt>
              <c:pt idx="659">
                <c:v>0.91295000000000004</c:v>
              </c:pt>
              <c:pt idx="660">
                <c:v>0.91300000000000003</c:v>
              </c:pt>
              <c:pt idx="661">
                <c:v>0.91305000000000003</c:v>
              </c:pt>
              <c:pt idx="662">
                <c:v>0.91310000000000002</c:v>
              </c:pt>
              <c:pt idx="663">
                <c:v>0.91315000000000002</c:v>
              </c:pt>
              <c:pt idx="664">
                <c:v>0.91320000000000001</c:v>
              </c:pt>
              <c:pt idx="665">
                <c:v>0.91325000000000001</c:v>
              </c:pt>
              <c:pt idx="666">
                <c:v>0.9133</c:v>
              </c:pt>
              <c:pt idx="667">
                <c:v>0.91335</c:v>
              </c:pt>
              <c:pt idx="668">
                <c:v>0.91339999999999999</c:v>
              </c:pt>
              <c:pt idx="669">
                <c:v>0.91344999999999998</c:v>
              </c:pt>
              <c:pt idx="670">
                <c:v>0.91349999999999998</c:v>
              </c:pt>
              <c:pt idx="671">
                <c:v>0.91354999999999997</c:v>
              </c:pt>
              <c:pt idx="672">
                <c:v>0.91359999999999997</c:v>
              </c:pt>
              <c:pt idx="673">
                <c:v>0.91364999999999996</c:v>
              </c:pt>
              <c:pt idx="674">
                <c:v>0.91369999999999996</c:v>
              </c:pt>
              <c:pt idx="675">
                <c:v>0.91374999999999995</c:v>
              </c:pt>
              <c:pt idx="676">
                <c:v>0.91379999999999995</c:v>
              </c:pt>
              <c:pt idx="677">
                <c:v>0.91385000000000005</c:v>
              </c:pt>
              <c:pt idx="678">
                <c:v>0.91390000000000005</c:v>
              </c:pt>
              <c:pt idx="679">
                <c:v>0.91395000000000004</c:v>
              </c:pt>
              <c:pt idx="680">
                <c:v>0.91400000000000003</c:v>
              </c:pt>
              <c:pt idx="681">
                <c:v>0.91405000000000003</c:v>
              </c:pt>
              <c:pt idx="682">
                <c:v>0.91410000000000002</c:v>
              </c:pt>
              <c:pt idx="683">
                <c:v>0.91415000000000002</c:v>
              </c:pt>
              <c:pt idx="684">
                <c:v>0.91420000000000001</c:v>
              </c:pt>
              <c:pt idx="685">
                <c:v>0.91425000000000001</c:v>
              </c:pt>
              <c:pt idx="686">
                <c:v>0.9143</c:v>
              </c:pt>
              <c:pt idx="687">
                <c:v>0.91435</c:v>
              </c:pt>
              <c:pt idx="688">
                <c:v>0.91439999999999999</c:v>
              </c:pt>
              <c:pt idx="689">
                <c:v>0.91444999999999999</c:v>
              </c:pt>
              <c:pt idx="690">
                <c:v>0.91449999999999998</c:v>
              </c:pt>
              <c:pt idx="691">
                <c:v>0.91454999999999997</c:v>
              </c:pt>
              <c:pt idx="692">
                <c:v>0.91459999999999997</c:v>
              </c:pt>
              <c:pt idx="693">
                <c:v>0.91464999999999996</c:v>
              </c:pt>
              <c:pt idx="694">
                <c:v>0.91469999999999996</c:v>
              </c:pt>
              <c:pt idx="695">
                <c:v>0.91474999999999995</c:v>
              </c:pt>
              <c:pt idx="696">
                <c:v>0.91479999999999995</c:v>
              </c:pt>
              <c:pt idx="697">
                <c:v>0.91485000000000005</c:v>
              </c:pt>
              <c:pt idx="698">
                <c:v>0.91490000000000005</c:v>
              </c:pt>
              <c:pt idx="699">
                <c:v>0.91495000000000004</c:v>
              </c:pt>
              <c:pt idx="700">
                <c:v>0.91500000000000004</c:v>
              </c:pt>
              <c:pt idx="701">
                <c:v>0.91505000000000003</c:v>
              </c:pt>
              <c:pt idx="702">
                <c:v>0.91510000000000002</c:v>
              </c:pt>
              <c:pt idx="703">
                <c:v>0.91515000000000002</c:v>
              </c:pt>
              <c:pt idx="704">
                <c:v>0.91520000000000001</c:v>
              </c:pt>
              <c:pt idx="705">
                <c:v>0.91525000000000001</c:v>
              </c:pt>
              <c:pt idx="706">
                <c:v>0.9153</c:v>
              </c:pt>
              <c:pt idx="707">
                <c:v>0.91535</c:v>
              </c:pt>
              <c:pt idx="708">
                <c:v>0.91539999999999999</c:v>
              </c:pt>
              <c:pt idx="709">
                <c:v>0.91544999999999999</c:v>
              </c:pt>
              <c:pt idx="710">
                <c:v>0.91549999999999998</c:v>
              </c:pt>
              <c:pt idx="711">
                <c:v>0.91554999999999997</c:v>
              </c:pt>
              <c:pt idx="712">
                <c:v>0.91559999999999997</c:v>
              </c:pt>
              <c:pt idx="713">
                <c:v>0.91564999999999996</c:v>
              </c:pt>
              <c:pt idx="714">
                <c:v>0.91569999999999996</c:v>
              </c:pt>
              <c:pt idx="715">
                <c:v>0.91574999999999995</c:v>
              </c:pt>
              <c:pt idx="716">
                <c:v>0.91579999999999995</c:v>
              </c:pt>
              <c:pt idx="717">
                <c:v>0.91585000000000005</c:v>
              </c:pt>
              <c:pt idx="718">
                <c:v>0.91590000000000005</c:v>
              </c:pt>
              <c:pt idx="719">
                <c:v>0.91595000000000004</c:v>
              </c:pt>
              <c:pt idx="720">
                <c:v>0.91600000000000004</c:v>
              </c:pt>
              <c:pt idx="721">
                <c:v>0.91605000000000003</c:v>
              </c:pt>
              <c:pt idx="722">
                <c:v>0.91610000000000003</c:v>
              </c:pt>
              <c:pt idx="723">
                <c:v>0.91615000000000002</c:v>
              </c:pt>
              <c:pt idx="724">
                <c:v>0.91620000000000001</c:v>
              </c:pt>
              <c:pt idx="725">
                <c:v>0.91625000000000001</c:v>
              </c:pt>
              <c:pt idx="726">
                <c:v>0.9163</c:v>
              </c:pt>
              <c:pt idx="727">
                <c:v>0.91635</c:v>
              </c:pt>
              <c:pt idx="728">
                <c:v>0.91639999999999999</c:v>
              </c:pt>
              <c:pt idx="729">
                <c:v>0.91644999999999999</c:v>
              </c:pt>
              <c:pt idx="730">
                <c:v>0.91649999999999998</c:v>
              </c:pt>
              <c:pt idx="731">
                <c:v>0.91654999999999998</c:v>
              </c:pt>
              <c:pt idx="732">
                <c:v>0.91659999999999997</c:v>
              </c:pt>
              <c:pt idx="733">
                <c:v>0.91664999999999996</c:v>
              </c:pt>
              <c:pt idx="734">
                <c:v>0.91669999999999996</c:v>
              </c:pt>
              <c:pt idx="735">
                <c:v>0.91674999999999995</c:v>
              </c:pt>
              <c:pt idx="736">
                <c:v>0.91679999999999995</c:v>
              </c:pt>
              <c:pt idx="737">
                <c:v>0.91685000000000005</c:v>
              </c:pt>
              <c:pt idx="738">
                <c:v>0.91690000000000005</c:v>
              </c:pt>
              <c:pt idx="739">
                <c:v>0.91695000000000004</c:v>
              </c:pt>
              <c:pt idx="740">
                <c:v>0.91700000000000004</c:v>
              </c:pt>
              <c:pt idx="741">
                <c:v>0.91705000000000003</c:v>
              </c:pt>
              <c:pt idx="742">
                <c:v>0.91710000000000003</c:v>
              </c:pt>
              <c:pt idx="743">
                <c:v>0.91715000000000002</c:v>
              </c:pt>
              <c:pt idx="744">
                <c:v>0.91720000000000002</c:v>
              </c:pt>
              <c:pt idx="745">
                <c:v>0.91725000000000001</c:v>
              </c:pt>
              <c:pt idx="746">
                <c:v>0.9173</c:v>
              </c:pt>
              <c:pt idx="747">
                <c:v>0.91735</c:v>
              </c:pt>
              <c:pt idx="748">
                <c:v>0.91739999999999999</c:v>
              </c:pt>
              <c:pt idx="749">
                <c:v>0.91744999999999999</c:v>
              </c:pt>
              <c:pt idx="750">
                <c:v>0.91749999999999998</c:v>
              </c:pt>
              <c:pt idx="751">
                <c:v>0.91754999999999998</c:v>
              </c:pt>
              <c:pt idx="752">
                <c:v>0.91759999999999997</c:v>
              </c:pt>
              <c:pt idx="753">
                <c:v>0.91764999999999997</c:v>
              </c:pt>
              <c:pt idx="754">
                <c:v>0.91769999999999996</c:v>
              </c:pt>
              <c:pt idx="755">
                <c:v>0.91774999999999995</c:v>
              </c:pt>
              <c:pt idx="756">
                <c:v>0.91779999999999995</c:v>
              </c:pt>
              <c:pt idx="757">
                <c:v>0.91785000000000005</c:v>
              </c:pt>
              <c:pt idx="758">
                <c:v>0.91790000000000005</c:v>
              </c:pt>
              <c:pt idx="759">
                <c:v>0.91795000000000004</c:v>
              </c:pt>
              <c:pt idx="760">
                <c:v>0.91800000000000004</c:v>
              </c:pt>
              <c:pt idx="761">
                <c:v>0.91805000000000003</c:v>
              </c:pt>
              <c:pt idx="762">
                <c:v>0.91810000000000003</c:v>
              </c:pt>
              <c:pt idx="763">
                <c:v>0.91815000000000002</c:v>
              </c:pt>
              <c:pt idx="764">
                <c:v>0.91820000000000002</c:v>
              </c:pt>
              <c:pt idx="765">
                <c:v>0.91825000000000001</c:v>
              </c:pt>
              <c:pt idx="766">
                <c:v>0.91830000000000001</c:v>
              </c:pt>
              <c:pt idx="767">
                <c:v>0.91835</c:v>
              </c:pt>
              <c:pt idx="768">
                <c:v>0.91839999999999999</c:v>
              </c:pt>
              <c:pt idx="769">
                <c:v>0.91844999999999999</c:v>
              </c:pt>
              <c:pt idx="770">
                <c:v>0.91849999999999998</c:v>
              </c:pt>
              <c:pt idx="771">
                <c:v>0.91854999999999998</c:v>
              </c:pt>
              <c:pt idx="772">
                <c:v>0.91859999999999997</c:v>
              </c:pt>
              <c:pt idx="773">
                <c:v>0.91864999999999997</c:v>
              </c:pt>
              <c:pt idx="774">
                <c:v>0.91869999999999996</c:v>
              </c:pt>
              <c:pt idx="775">
                <c:v>0.91874999999999996</c:v>
              </c:pt>
              <c:pt idx="776">
                <c:v>0.91879999999999995</c:v>
              </c:pt>
              <c:pt idx="777">
                <c:v>0.91884999999999994</c:v>
              </c:pt>
              <c:pt idx="778">
                <c:v>0.91890000000000005</c:v>
              </c:pt>
              <c:pt idx="779">
                <c:v>0.91895000000000004</c:v>
              </c:pt>
              <c:pt idx="780">
                <c:v>0.91900000000000004</c:v>
              </c:pt>
              <c:pt idx="781">
                <c:v>0.91905000000000003</c:v>
              </c:pt>
              <c:pt idx="782">
                <c:v>0.91910000000000003</c:v>
              </c:pt>
              <c:pt idx="783">
                <c:v>0.91915000000000002</c:v>
              </c:pt>
              <c:pt idx="784">
                <c:v>0.91920000000000002</c:v>
              </c:pt>
              <c:pt idx="785">
                <c:v>0.91925000000000001</c:v>
              </c:pt>
              <c:pt idx="786">
                <c:v>0.91930000000000001</c:v>
              </c:pt>
              <c:pt idx="787">
                <c:v>0.91935</c:v>
              </c:pt>
              <c:pt idx="788">
                <c:v>0.9194</c:v>
              </c:pt>
              <c:pt idx="789">
                <c:v>0.91944999999999999</c:v>
              </c:pt>
              <c:pt idx="790">
                <c:v>0.91949999999999998</c:v>
              </c:pt>
              <c:pt idx="791">
                <c:v>0.91954999999999998</c:v>
              </c:pt>
              <c:pt idx="792">
                <c:v>0.91959999999999997</c:v>
              </c:pt>
              <c:pt idx="793">
                <c:v>0.91964999999999997</c:v>
              </c:pt>
              <c:pt idx="794">
                <c:v>0.91969999999999996</c:v>
              </c:pt>
              <c:pt idx="795">
                <c:v>0.91974999999999996</c:v>
              </c:pt>
              <c:pt idx="796">
                <c:v>0.91979999999999995</c:v>
              </c:pt>
              <c:pt idx="797">
                <c:v>0.91984999999999995</c:v>
              </c:pt>
              <c:pt idx="798">
                <c:v>0.91990000000000005</c:v>
              </c:pt>
              <c:pt idx="799">
                <c:v>0.91995000000000005</c:v>
              </c:pt>
              <c:pt idx="800">
                <c:v>0.92</c:v>
              </c:pt>
            </c:numLit>
          </c:xVal>
          <c:yVal>
            <c:numLit>
              <c:formatCode>General</c:formatCode>
              <c:ptCount val="801"/>
              <c:pt idx="0">
                <c:v>-77.898360416857628</c:v>
              </c:pt>
              <c:pt idx="1">
                <c:v>-77.87060060391488</c:v>
              </c:pt>
              <c:pt idx="2">
                <c:v>-77.842708894797326</c:v>
              </c:pt>
              <c:pt idx="3">
                <c:v>-77.814684304392401</c:v>
              </c:pt>
              <c:pt idx="4">
                <c:v>-77.786525837372167</c:v>
              </c:pt>
              <c:pt idx="5">
                <c:v>-77.758232488056095</c:v>
              </c:pt>
              <c:pt idx="6">
                <c:v>-77.729803240272474</c:v>
              </c:pt>
              <c:pt idx="7">
                <c:v>-77.701237067217519</c:v>
              </c:pt>
              <c:pt idx="8">
                <c:v>-77.672532931311238</c:v>
              </c:pt>
              <c:pt idx="9">
                <c:v>-77.643689784052071</c:v>
              </c:pt>
              <c:pt idx="10">
                <c:v>-77.614706565867365</c:v>
              </c:pt>
              <c:pt idx="11">
                <c:v>-77.585582205964172</c:v>
              </c:pt>
              <c:pt idx="12">
                <c:v>-77.556315622174296</c:v>
              </c:pt>
              <c:pt idx="13">
                <c:v>-77.526905720799334</c:v>
              </c:pt>
              <c:pt idx="14">
                <c:v>-77.497351396451805</c:v>
              </c:pt>
              <c:pt idx="15">
                <c:v>-77.467651531893623</c:v>
              </c:pt>
              <c:pt idx="16">
                <c:v>-77.43780499787249</c:v>
              </c:pt>
              <c:pt idx="17">
                <c:v>-77.407810652955078</c:v>
              </c:pt>
              <c:pt idx="18">
                <c:v>-77.377667343357132</c:v>
              </c:pt>
              <c:pt idx="19">
                <c:v>-77.34737390277094</c:v>
              </c:pt>
              <c:pt idx="20">
                <c:v>-77.316929152190681</c:v>
              </c:pt>
              <c:pt idx="21">
                <c:v>-77.286331899732502</c:v>
              </c:pt>
              <c:pt idx="22">
                <c:v>-77.255580940454365</c:v>
              </c:pt>
              <c:pt idx="23">
                <c:v>-77.224675056170071</c:v>
              </c:pt>
              <c:pt idx="24">
                <c:v>-77.1936130152625</c:v>
              </c:pt>
              <c:pt idx="25">
                <c:v>-77.162393572491439</c:v>
              </c:pt>
              <c:pt idx="26">
                <c:v>-77.131015468799845</c:v>
              </c:pt>
              <c:pt idx="27">
                <c:v>-77.099477431115375</c:v>
              </c:pt>
              <c:pt idx="28">
                <c:v>-77.067778172148905</c:v>
              </c:pt>
              <c:pt idx="29">
                <c:v>-77.03591639019001</c:v>
              </c:pt>
              <c:pt idx="30">
                <c:v>-77.003890768898174</c:v>
              </c:pt>
              <c:pt idx="31">
                <c:v>-76.971699977089912</c:v>
              </c:pt>
              <c:pt idx="32">
                <c:v>-76.939342668523821</c:v>
              </c:pt>
              <c:pt idx="33">
                <c:v>-76.906817481679468</c:v>
              </c:pt>
              <c:pt idx="34">
                <c:v>-76.874123039534481</c:v>
              </c:pt>
              <c:pt idx="35">
                <c:v>-76.84125794933577</c:v>
              </c:pt>
              <c:pt idx="36">
                <c:v>-76.808220802367913</c:v>
              </c:pt>
              <c:pt idx="37">
                <c:v>-76.775010173717604</c:v>
              </c:pt>
              <c:pt idx="38">
                <c:v>-76.741624622031537</c:v>
              </c:pt>
              <c:pt idx="39">
                <c:v>-76.708062689273177</c:v>
              </c:pt>
              <c:pt idx="40">
                <c:v>-76.674322900472234</c:v>
              </c:pt>
              <c:pt idx="41">
                <c:v>-76.640403763471511</c:v>
              </c:pt>
              <c:pt idx="42">
                <c:v>-76.606303768667587</c:v>
              </c:pt>
              <c:pt idx="43">
                <c:v>-76.57202138874797</c:v>
              </c:pt>
              <c:pt idx="44">
                <c:v>-76.537555078422784</c:v>
              </c:pt>
              <c:pt idx="45">
                <c:v>-76.502903274151478</c:v>
              </c:pt>
              <c:pt idx="46">
                <c:v>-76.468064393864154</c:v>
              </c:pt>
              <c:pt idx="47">
                <c:v>-76.433036836678625</c:v>
              </c:pt>
              <c:pt idx="48">
                <c:v>-76.397818982611085</c:v>
              </c:pt>
              <c:pt idx="49">
                <c:v>-76.3624091922823</c:v>
              </c:pt>
              <c:pt idx="50">
                <c:v>-76.326805806617443</c:v>
              </c:pt>
              <c:pt idx="51">
                <c:v>-76.291007146539997</c:v>
              </c:pt>
              <c:pt idx="52">
                <c:v>-76.255011512662279</c:v>
              </c:pt>
              <c:pt idx="53">
                <c:v>-76.218817184965772</c:v>
              </c:pt>
              <c:pt idx="54">
                <c:v>-76.18242242247949</c:v>
              </c:pt>
              <c:pt idx="55">
                <c:v>-76.14582546294983</c:v>
              </c:pt>
              <c:pt idx="56">
                <c:v>-76.109024522504612</c:v>
              </c:pt>
              <c:pt idx="57">
                <c:v>-76.072017795311041</c:v>
              </c:pt>
              <c:pt idx="58">
                <c:v>-76.034803453226303</c:v>
              </c:pt>
              <c:pt idx="59">
                <c:v>-75.997379645441697</c:v>
              </c:pt>
              <c:pt idx="60">
                <c:v>-75.959744498119974</c:v>
              </c:pt>
              <c:pt idx="61">
                <c:v>-75.921896114025785</c:v>
              </c:pt>
              <c:pt idx="62">
                <c:v>-75.883832572147867</c:v>
              </c:pt>
              <c:pt idx="63">
                <c:v>-75.845551927314901</c:v>
              </c:pt>
              <c:pt idx="64">
                <c:v>-75.807052209802904</c:v>
              </c:pt>
              <c:pt idx="65">
                <c:v>-75.768331424935482</c:v>
              </c:pt>
              <c:pt idx="66">
                <c:v>-75.729387552675803</c:v>
              </c:pt>
              <c:pt idx="67">
                <c:v>-75.690218547209966</c:v>
              </c:pt>
              <c:pt idx="68">
                <c:v>-75.650822336523007</c:v>
              </c:pt>
              <c:pt idx="69">
                <c:v>-75.611196821965791</c:v>
              </c:pt>
              <c:pt idx="70">
                <c:v>-75.571339877812562</c:v>
              </c:pt>
              <c:pt idx="71">
                <c:v>-75.531249350810711</c:v>
              </c:pt>
              <c:pt idx="72">
                <c:v>-75.490923059720032</c:v>
              </c:pt>
              <c:pt idx="73">
                <c:v>-75.450358794844391</c:v>
              </c:pt>
              <c:pt idx="74">
                <c:v>-75.409554317551709</c:v>
              </c:pt>
              <c:pt idx="75">
                <c:v>-75.368507359785141</c:v>
              </c:pt>
              <c:pt idx="76">
                <c:v>-75.32721562356457</c:v>
              </c:pt>
              <c:pt idx="77">
                <c:v>-75.285676780476706</c:v>
              </c:pt>
              <c:pt idx="78">
                <c:v>-75.243888471155159</c:v>
              </c:pt>
              <c:pt idx="79">
                <c:v>-75.20184830474993</c:v>
              </c:pt>
              <c:pt idx="80">
                <c:v>-75.159553858384911</c:v>
              </c:pt>
              <c:pt idx="81">
                <c:v>-75.117002676604585</c:v>
              </c:pt>
              <c:pt idx="82">
                <c:v>-75.074192270809775</c:v>
              </c:pt>
              <c:pt idx="83">
                <c:v>-75.031120118678885</c:v>
              </c:pt>
              <c:pt idx="84">
                <c:v>-74.987783663580373</c:v>
              </c:pt>
              <c:pt idx="85">
                <c:v>-74.944180313969383</c:v>
              </c:pt>
              <c:pt idx="86">
                <c:v>-74.900307442773681</c:v>
              </c:pt>
              <c:pt idx="87">
                <c:v>-74.856162386765348</c:v>
              </c:pt>
              <c:pt idx="88">
                <c:v>-74.811742445919279</c:v>
              </c:pt>
              <c:pt idx="89">
                <c:v>-74.76704488275746</c:v>
              </c:pt>
              <c:pt idx="90">
                <c:v>-74.722066921678973</c:v>
              </c:pt>
              <c:pt idx="91">
                <c:v>-74.676805748275996</c:v>
              </c:pt>
              <c:pt idx="92">
                <c:v>-74.631258508633977</c:v>
              </c:pt>
              <c:pt idx="93">
                <c:v>-74.585422308617268</c:v>
              </c:pt>
              <c:pt idx="94">
                <c:v>-74.539294213137595</c:v>
              </c:pt>
              <c:pt idx="95">
                <c:v>-74.492871245408111</c:v>
              </c:pt>
              <c:pt idx="96">
                <c:v>-74.446150386179895</c:v>
              </c:pt>
              <c:pt idx="97">
                <c:v>-74.399128572960791</c:v>
              </c:pt>
              <c:pt idx="98">
                <c:v>-74.351802699217643</c:v>
              </c:pt>
              <c:pt idx="99">
                <c:v>-74.304169613560703</c:v>
              </c:pt>
              <c:pt idx="100">
                <c:v>-74.2562261189087</c:v>
              </c:pt>
              <c:pt idx="101">
                <c:v>-74.207968971635992</c:v>
              </c:pt>
              <c:pt idx="102">
                <c:v>-74.159394880698898</c:v>
              </c:pt>
              <c:pt idx="103">
                <c:v>-74.110500506743946</c:v>
              </c:pt>
              <c:pt idx="104">
                <c:v>-74.061282461194054</c:v>
              </c:pt>
              <c:pt idx="105">
                <c:v>-74.011737305314085</c:v>
              </c:pt>
              <c:pt idx="106">
                <c:v>-73.961861549255758</c:v>
              </c:pt>
              <c:pt idx="107">
                <c:v>-73.911651651078259</c:v>
              </c:pt>
              <c:pt idx="108">
                <c:v>-73.861104015748609</c:v>
              </c:pt>
              <c:pt idx="109">
                <c:v>-73.810214994116521</c:v>
              </c:pt>
              <c:pt idx="110">
                <c:v>-73.758980881866194</c:v>
              </c:pt>
              <c:pt idx="111">
                <c:v>-73.707397918442737</c:v>
              </c:pt>
              <c:pt idx="112">
                <c:v>-73.655462285954897</c:v>
              </c:pt>
              <c:pt idx="113">
                <c:v>-73.603170108048715</c:v>
              </c:pt>
              <c:pt idx="114">
                <c:v>-73.550517448756878</c:v>
              </c:pt>
              <c:pt idx="115">
                <c:v>-73.497500311319442</c:v>
              </c:pt>
              <c:pt idx="116">
                <c:v>-73.444114636975996</c:v>
              </c:pt>
              <c:pt idx="117">
                <c:v>-73.390356303729376</c:v>
              </c:pt>
              <c:pt idx="118">
                <c:v>-73.336221125078524</c:v>
              </c:pt>
              <c:pt idx="119">
                <c:v>-73.281704848720594</c:v>
              </c:pt>
              <c:pt idx="120">
                <c:v>-73.226803155222413</c:v>
              </c:pt>
              <c:pt idx="121">
                <c:v>-73.171511656658112</c:v>
              </c:pt>
              <c:pt idx="122">
                <c:v>-73.115825895212737</c:v>
              </c:pt>
              <c:pt idx="123">
                <c:v>-73.059741341753437</c:v>
              </c:pt>
              <c:pt idx="124">
                <c:v>-73.003253394362417</c:v>
              </c:pt>
              <c:pt idx="125">
                <c:v>-72.946357376835721</c:v>
              </c:pt>
              <c:pt idx="126">
                <c:v>-72.889048537141932</c:v>
              </c:pt>
              <c:pt idx="127">
                <c:v>-72.831322045844786</c:v>
              </c:pt>
              <c:pt idx="128">
                <c:v>-72.773172994483716</c:v>
              </c:pt>
              <c:pt idx="129">
                <c:v>-72.714596393913581</c:v>
              </c:pt>
              <c:pt idx="130">
                <c:v>-72.655587172603177</c:v>
              </c:pt>
              <c:pt idx="131">
                <c:v>-72.596140174889896</c:v>
              </c:pt>
              <c:pt idx="132">
                <c:v>-72.536250159187802</c:v>
              </c:pt>
              <c:pt idx="133">
                <c:v>-72.475911796152445</c:v>
              </c:pt>
              <c:pt idx="134">
                <c:v>-72.415119666794851</c:v>
              </c:pt>
              <c:pt idx="135">
                <c:v>-72.35386826054922</c:v>
              </c:pt>
              <c:pt idx="136">
                <c:v>-72.292151973288085</c:v>
              </c:pt>
              <c:pt idx="137">
                <c:v>-72.229965105286468</c:v>
              </c:pt>
              <c:pt idx="138">
                <c:v>-72.167301859131925</c:v>
              </c:pt>
              <c:pt idx="139">
                <c:v>-72.104156337579425</c:v>
              </c:pt>
              <c:pt idx="140">
                <c:v>-72.040522541348622</c:v>
              </c:pt>
              <c:pt idx="141">
                <c:v>-71.976394366863204</c:v>
              </c:pt>
              <c:pt idx="142">
                <c:v>-71.911765603928785</c:v>
              </c:pt>
              <c:pt idx="143">
                <c:v>-71.846629933348751</c:v>
              </c:pt>
              <c:pt idx="144">
                <c:v>-71.780980924474946</c:v>
              </c:pt>
              <c:pt idx="145">
                <c:v>-71.714812032693118</c:v>
              </c:pt>
              <c:pt idx="146">
                <c:v>-71.648116596837156</c:v>
              </c:pt>
              <c:pt idx="147">
                <c:v>-71.580887836535538</c:v>
              </c:pt>
              <c:pt idx="148">
                <c:v>-71.513118849483448</c:v>
              </c:pt>
              <c:pt idx="149">
                <c:v>-71.444802608637076</c:v>
              </c:pt>
              <c:pt idx="150">
                <c:v>-71.375931959334665</c:v>
              </c:pt>
              <c:pt idx="151">
                <c:v>-71.306499616332715</c:v>
              </c:pt>
              <c:pt idx="152">
                <c:v>-71.236498160761769</c:v>
              </c:pt>
              <c:pt idx="153">
                <c:v>-71.165920036996027</c:v>
              </c:pt>
              <c:pt idx="154">
                <c:v>-71.094757549433879</c:v>
              </c:pt>
              <c:pt idx="155">
                <c:v>-71.023002859186931</c:v>
              </c:pt>
              <c:pt idx="156">
                <c:v>-70.950647980675612</c:v>
              </c:pt>
              <c:pt idx="157">
                <c:v>-70.877684778124788</c:v>
              </c:pt>
              <c:pt idx="158">
                <c:v>-70.804104961962693</c:v>
              </c:pt>
              <c:pt idx="159">
                <c:v>-70.729900085110998</c:v>
              </c:pt>
              <c:pt idx="160">
                <c:v>-70.655061539170305</c:v>
              </c:pt>
              <c:pt idx="161">
                <c:v>-70.579580550492864</c:v>
              </c:pt>
              <c:pt idx="162">
                <c:v>-70.503448176140381</c:v>
              </c:pt>
              <c:pt idx="163">
                <c:v>-70.426655299723677</c:v>
              </c:pt>
              <c:pt idx="164">
                <c:v>-70.349192627117716</c:v>
              </c:pt>
              <c:pt idx="165">
                <c:v>-70.271050682050415</c:v>
              </c:pt>
              <c:pt idx="166">
                <c:v>-70.19221980155973</c:v>
              </c:pt>
              <c:pt idx="167">
                <c:v>-70.112690131312661</c:v>
              </c:pt>
              <c:pt idx="168">
                <c:v>-70.032451620787924</c:v>
              </c:pt>
              <c:pt idx="169">
                <c:v>-69.95149401830588</c:v>
              </c:pt>
              <c:pt idx="170">
                <c:v>-69.869806865912949</c:v>
              </c:pt>
              <c:pt idx="171">
                <c:v>-69.787379494107967</c:v>
              </c:pt>
              <c:pt idx="172">
                <c:v>-69.704201016405804</c:v>
              </c:pt>
              <c:pt idx="173">
                <c:v>-69.620260323734115</c:v>
              </c:pt>
              <c:pt idx="174">
                <c:v>-69.535546078657177</c:v>
              </c:pt>
              <c:pt idx="175">
                <c:v>-69.450046709418018</c:v>
              </c:pt>
              <c:pt idx="176">
                <c:v>-69.363750403795862</c:v>
              </c:pt>
              <c:pt idx="177">
                <c:v>-69.276645102771027</c:v>
              </c:pt>
              <c:pt idx="178">
                <c:v>-69.188718493987608</c:v>
              </c:pt>
              <c:pt idx="179">
                <c:v>-69.099958005010819</c:v>
              </c:pt>
              <c:pt idx="180">
                <c:v>-69.010350796369849</c:v>
              </c:pt>
              <c:pt idx="181">
                <c:v>-68.919883754375022</c:v>
              </c:pt>
              <c:pt idx="182">
                <c:v>-68.828543483707605</c:v>
              </c:pt>
              <c:pt idx="183">
                <c:v>-68.736316299768106</c:v>
              </c:pt>
              <c:pt idx="184">
                <c:v>-68.643188220775713</c:v>
              </c:pt>
              <c:pt idx="185">
                <c:v>-68.549144959613287</c:v>
              </c:pt>
              <c:pt idx="186">
                <c:v>-68.454171915399087</c:v>
              </c:pt>
              <c:pt idx="187">
                <c:v>-68.358254164787112</c:v>
              </c:pt>
              <c:pt idx="188">
                <c:v>-68.261376452977274</c:v>
              </c:pt>
              <c:pt idx="189">
                <c:v>-68.16352318442425</c:v>
              </c:pt>
              <c:pt idx="190">
                <c:v>-68.064678413239776</c:v>
              </c:pt>
              <c:pt idx="191">
                <c:v>-67.964825833270709</c:v>
              </c:pt>
              <c:pt idx="192">
                <c:v>-67.863948767842473</c:v>
              </c:pt>
              <c:pt idx="193">
                <c:v>-67.762030159157661</c:v>
              </c:pt>
              <c:pt idx="194">
                <c:v>-67.659052557328877</c:v>
              </c:pt>
              <c:pt idx="195">
                <c:v>-67.55499810904027</c:v>
              </c:pt>
              <c:pt idx="196">
                <c:v>-67.449848545819918</c:v>
              </c:pt>
              <c:pt idx="197">
                <c:v>-67.343585171902149</c:v>
              </c:pt>
              <c:pt idx="198">
                <c:v>-67.236188851675649</c:v>
              </c:pt>
              <c:pt idx="199">
                <c:v>-67.127639996688558</c:v>
              </c:pt>
              <c:pt idx="200">
                <c:v>-67.017918552201124</c:v>
              </c:pt>
              <c:pt idx="201">
                <c:v>-66.90700398326382</c:v>
              </c:pt>
              <c:pt idx="202">
                <c:v>-66.794875260305091</c:v>
              </c:pt>
              <c:pt idx="203">
                <c:v>-66.681510844203075</c:v>
              </c:pt>
              <c:pt idx="204">
                <c:v>-66.566888670830721</c:v>
              </c:pt>
              <c:pt idx="205">
                <c:v>-66.450986135039841</c:v>
              </c:pt>
              <c:pt idx="206">
                <c:v>-66.333780074072521</c:v>
              </c:pt>
              <c:pt idx="207">
                <c:v>-66.215246750371776</c:v>
              </c:pt>
              <c:pt idx="208">
                <c:v>-66.095361833763633</c:v>
              </c:pt>
              <c:pt idx="209">
                <c:v>-65.974100382991637</c:v>
              </c:pt>
              <c:pt idx="210">
                <c:v>-65.851436826572851</c:v>
              </c:pt>
              <c:pt idx="211">
                <c:v>-65.727344942944683</c:v>
              </c:pt>
              <c:pt idx="212">
                <c:v>-65.601797839881513</c:v>
              </c:pt>
              <c:pt idx="213">
                <c:v>-65.474767933139603</c:v>
              </c:pt>
              <c:pt idx="214">
                <c:v>-65.346226924306876</c:v>
              </c:pt>
              <c:pt idx="215">
                <c:v>-65.216145777819349</c:v>
              </c:pt>
              <c:pt idx="216">
                <c:v>-65.084494697109918</c:v>
              </c:pt>
              <c:pt idx="217">
                <c:v>-64.951243099853272</c:v>
              </c:pt>
              <c:pt idx="218">
                <c:v>-64.816359592270103</c:v>
              </c:pt>
              <c:pt idx="219">
                <c:v>-64.679811942443052</c:v>
              </c:pt>
              <c:pt idx="220">
                <c:v>-64.541567052614951</c:v>
              </c:pt>
              <c:pt idx="221">
                <c:v>-64.401590930410975</c:v>
              </c:pt>
              <c:pt idx="222">
                <c:v>-64.259848658951313</c:v>
              </c:pt>
              <c:pt idx="223">
                <c:v>-64.116304365796609</c:v>
              </c:pt>
              <c:pt idx="224">
                <c:v>-63.970921190679931</c:v>
              </c:pt>
              <c:pt idx="225">
                <c:v>-63.823661251975381</c:v>
              </c:pt>
              <c:pt idx="226">
                <c:v>-63.674485611841085</c:v>
              </c:pt>
              <c:pt idx="227">
                <c:v>-63.523354239986169</c:v>
              </c:pt>
              <c:pt idx="228">
                <c:v>-63.37022597599131</c:v>
              </c:pt>
              <c:pt idx="229">
                <c:v>-63.215058490136784</c:v>
              </c:pt>
              <c:pt idx="230">
                <c:v>-63.057808242649855</c:v>
              </c:pt>
              <c:pt idx="231">
                <c:v>-62.898430441322262</c:v>
              </c:pt>
              <c:pt idx="232">
                <c:v>-62.736878997411708</c:v>
              </c:pt>
              <c:pt idx="233">
                <c:v>-62.573106479761606</c:v>
              </c:pt>
              <c:pt idx="234">
                <c:v>-62.407064067050015</c:v>
              </c:pt>
              <c:pt idx="235">
                <c:v>-62.238701498095921</c:v>
              </c:pt>
              <c:pt idx="236">
                <c:v>-62.067967020128506</c:v>
              </c:pt>
              <c:pt idx="237">
                <c:v>-61.894807334931443</c:v>
              </c:pt>
              <c:pt idx="238">
                <c:v>-61.719167542769348</c:v>
              </c:pt>
              <c:pt idx="239">
                <c:v>-61.540991083997852</c:v>
              </c:pt>
              <c:pt idx="240">
                <c:v>-61.360219678252548</c:v>
              </c:pt>
              <c:pt idx="241">
                <c:v>-61.176793261108799</c:v>
              </c:pt>
              <c:pt idx="242">
                <c:v>-60.990649918108346</c:v>
              </c:pt>
              <c:pt idx="243">
                <c:v>-60.801725816021666</c:v>
              </c:pt>
              <c:pt idx="244">
                <c:v>-60.609955131241001</c:v>
              </c:pt>
              <c:pt idx="245">
                <c:v>-60.41526997516447</c:v>
              </c:pt>
              <c:pt idx="246">
                <c:v>-60.217600316445782</c:v>
              </c:pt>
              <c:pt idx="247">
                <c:v>-60.016873899971834</c:v>
              </c:pt>
              <c:pt idx="248">
                <c:v>-59.813016162424717</c:v>
              </c:pt>
              <c:pt idx="249">
                <c:v>-59.605950144277898</c:v>
              </c:pt>
              <c:pt idx="250">
                <c:v>-59.395596398080052</c:v>
              </c:pt>
              <c:pt idx="251">
                <c:v>-59.181872892860099</c:v>
              </c:pt>
              <c:pt idx="252">
                <c:v>-58.964694914491155</c:v>
              </c:pt>
              <c:pt idx="253">
                <c:v>-58.743974961848068</c:v>
              </c:pt>
              <c:pt idx="254">
                <c:v>-58.519622638575555</c:v>
              </c:pt>
              <c:pt idx="255">
                <c:v>-58.291544540286573</c:v>
              </c:pt>
              <c:pt idx="256">
                <c:v>-58.059644137019141</c:v>
              </c:pt>
              <c:pt idx="257">
                <c:v>-57.823821650734537</c:v>
              </c:pt>
              <c:pt idx="258">
                <c:v>-57.583973927689804</c:v>
              </c:pt>
              <c:pt idx="259">
                <c:v>-57.339994305466398</c:v>
              </c:pt>
              <c:pt idx="260">
                <c:v>-57.0917724744588</c:v>
              </c:pt>
              <c:pt idx="261">
                <c:v>-56.839194333620547</c:v>
              </c:pt>
              <c:pt idx="262">
                <c:v>-56.582141840258316</c:v>
              </c:pt>
              <c:pt idx="263">
                <c:v>-56.320492853662614</c:v>
              </c:pt>
              <c:pt idx="264">
                <c:v>-56.054120972378328</c:v>
              </c:pt>
              <c:pt idx="265">
                <c:v>-55.78289536489676</c:v>
              </c:pt>
              <c:pt idx="266">
                <c:v>-55.506680593581407</c:v>
              </c:pt>
              <c:pt idx="267">
                <c:v>-55.225336431628229</c:v>
              </c:pt>
              <c:pt idx="268">
                <c:v>-54.938717672861017</c:v>
              </c:pt>
              <c:pt idx="269">
                <c:v>-54.646673934208671</c:v>
              </c:pt>
              <c:pt idx="270">
                <c:v>-54.349049450692014</c:v>
              </c:pt>
              <c:pt idx="271">
                <c:v>-54.045682862770661</c:v>
              </c:pt>
              <c:pt idx="272">
                <c:v>-53.736406995950041</c:v>
              </c:pt>
              <c:pt idx="273">
                <c:v>-53.421048632539474</c:v>
              </c:pt>
              <c:pt idx="274">
                <c:v>-53.099428275509027</c:v>
              </c:pt>
              <c:pt idx="275">
                <c:v>-52.771359904443344</c:v>
              </c:pt>
              <c:pt idx="276">
                <c:v>-52.436650723599115</c:v>
              </c:pt>
              <c:pt idx="277">
                <c:v>-52.095100902182949</c:v>
              </c:pt>
              <c:pt idx="278">
                <c:v>-51.746503306982568</c:v>
              </c:pt>
              <c:pt idx="279">
                <c:v>-51.390643227614738</c:v>
              </c:pt>
              <c:pt idx="280">
                <c:v>-51.027298094693485</c:v>
              </c:pt>
              <c:pt idx="281">
                <c:v>-50.656237191378864</c:v>
              </c:pt>
              <c:pt idx="282">
                <c:v>-50.27722135884904</c:v>
              </c:pt>
              <c:pt idx="283">
                <c:v>-49.890002696417874</c:v>
              </c:pt>
              <c:pt idx="284">
                <c:v>-49.494324257150332</c:v>
              </c:pt>
              <c:pt idx="285">
                <c:v>-49.089919740051371</c:v>
              </c:pt>
              <c:pt idx="286">
                <c:v>-48.676513180110547</c:v>
              </c:pt>
              <c:pt idx="287">
                <c:v>-48.253818637693392</c:v>
              </c:pt>
              <c:pt idx="288">
                <c:v>-47.821539889131209</c:v>
              </c:pt>
              <c:pt idx="289">
                <c:v>-47.379370120611988</c:v>
              </c:pt>
              <c:pt idx="290">
                <c:v>-46.926991627859898</c:v>
              </c:pt>
              <c:pt idx="291">
                <c:v>-46.464075524536064</c:v>
              </c:pt>
              <c:pt idx="292">
                <c:v>-45.990281462679945</c:v>
              </c:pt>
              <c:pt idx="293">
                <c:v>-45.505257369132657</c:v>
              </c:pt>
              <c:pt idx="294">
                <c:v>-45.008639202365558</c:v>
              </c:pt>
              <c:pt idx="295">
                <c:v>-44.50005073488304</c:v>
              </c:pt>
              <c:pt idx="296">
                <c:v>-43.97910336701888</c:v>
              </c:pt>
              <c:pt idx="297">
                <c:v>-43.445395978826312</c:v>
              </c:pt>
              <c:pt idx="298">
                <c:v>-42.898514827604679</c:v>
              </c:pt>
              <c:pt idx="299">
                <c:v>-42.338033499628821</c:v>
              </c:pt>
              <c:pt idx="300">
                <c:v>-41.763512925725081</c:v>
              </c:pt>
              <c:pt idx="301">
                <c:v>-41.174501471523087</c:v>
              </c:pt>
              <c:pt idx="302">
                <c:v>-40.570535114513412</c:v>
              </c:pt>
              <c:pt idx="303">
                <c:v>-39.951137721418547</c:v>
              </c:pt>
              <c:pt idx="304">
                <c:v>-39.315821440919848</c:v>
              </c:pt>
              <c:pt idx="305">
                <c:v>-38.664087228309945</c:v>
              </c:pt>
              <c:pt idx="306">
                <c:v>-37.995425520389347</c:v>
              </c:pt>
              <c:pt idx="307">
                <c:v>-37.309317080599634</c:v>
              </c:pt>
              <c:pt idx="308">
                <c:v>-36.605234036212657</c:v>
              </c:pt>
              <c:pt idx="309">
                <c:v>-35.882641131203144</c:v>
              </c:pt>
              <c:pt idx="310">
                <c:v>-35.140997220130473</c:v>
              </c:pt>
              <c:pt idx="311">
                <c:v>-34.379757030116245</c:v>
              </c:pt>
              <c:pt idx="312">
                <c:v>-33.598373219501902</c:v>
              </c:pt>
              <c:pt idx="313">
                <c:v>-32.796298763021319</c:v>
              </c:pt>
              <c:pt idx="314">
                <c:v>-31.972989694329371</c:v>
              </c:pt>
              <c:pt idx="315">
                <c:v>-31.12790823716827</c:v>
              </c:pt>
              <c:pt idx="316">
                <c:v>-30.260526356340353</c:v>
              </c:pt>
              <c:pt idx="317">
                <c:v>-29.370329758736926</c:v>
              </c:pt>
              <c:pt idx="318">
                <c:v>-28.456822372832747</c:v>
              </c:pt>
              <c:pt idx="319">
                <c:v>-27.519531332008231</c:v>
              </c:pt>
              <c:pt idx="320">
                <c:v>-26.558012482627873</c:v>
              </c:pt>
              <c:pt idx="321">
                <c:v>-25.571856431777316</c:v>
              </c:pt>
              <c:pt idx="322">
                <c:v>-24.560695141659611</c:v>
              </c:pt>
              <c:pt idx="323">
                <c:v>-23.524209067694105</c:v>
              </c:pt>
              <c:pt idx="324">
                <c:v>-22.462134825078472</c:v>
              </c:pt>
              <c:pt idx="325">
                <c:v>-21.374273354076372</c:v>
              </c:pt>
              <c:pt idx="326">
                <c:v>-20.26049853706402</c:v>
              </c:pt>
              <c:pt idx="327">
                <c:v>-19.120766201011666</c:v>
              </c:pt>
              <c:pt idx="328">
                <c:v>-17.955123417260634</c:v>
              </c:pt>
              <c:pt idx="329">
                <c:v>-16.763717987005638</c:v>
              </c:pt>
              <c:pt idx="330">
                <c:v>-15.546807975803478</c:v>
              </c:pt>
              <c:pt idx="331">
                <c:v>-14.304771135243508</c:v>
              </c:pt>
              <c:pt idx="332">
                <c:v>-13.038114024786388</c:v>
              </c:pt>
              <c:pt idx="333">
                <c:v>-11.74748062378144</c:v>
              </c:pt>
              <c:pt idx="334">
                <c:v>-10.433660203741889</c:v>
              </c:pt>
              <c:pt idx="335">
                <c:v>-9.0975942160724603</c:v>
              </c:pt>
              <c:pt idx="336">
                <c:v>-7.7403819422036841</c:v>
              </c:pt>
              <c:pt idx="337">
                <c:v>-6.3632846534193854</c:v>
              </c:pt>
              <c:pt idx="338">
                <c:v>-4.9677280380368209</c:v>
              </c:pt>
              <c:pt idx="339">
                <c:v>-3.5553026754253785</c:v>
              </c:pt>
              <c:pt idx="340">
                <c:v>-2.1277623704162201</c:v>
              </c:pt>
              <c:pt idx="341">
                <c:v>-0.68702020824245225</c:v>
              </c:pt>
              <c:pt idx="342">
                <c:v>0.76485775143428325</c:v>
              </c:pt>
              <c:pt idx="343">
                <c:v>2.2256611539159348</c:v>
              </c:pt>
              <c:pt idx="344">
                <c:v>3.6930463378550176</c:v>
              </c:pt>
              <c:pt idx="345">
                <c:v>5.1645494862668926</c:v>
              </c:pt>
              <c:pt idx="346">
                <c:v>6.6376017109002445</c:v>
              </c:pt>
              <c:pt idx="347">
                <c:v>8.1095457610382553</c:v>
              </c:pt>
              <c:pt idx="348">
                <c:v>9.5776539758567125</c:v>
              </c:pt>
              <c:pt idx="349">
                <c:v>11.039147039406933</c:v>
              </c:pt>
              <c:pt idx="350">
                <c:v>12.491213052907295</c:v>
              </c:pt>
              <c:pt idx="351">
                <c:v>13.931026412496232</c:v>
              </c:pt>
              <c:pt idx="352">
                <c:v>15.355765973972151</c:v>
              </c:pt>
              <c:pt idx="353">
                <c:v>16.762631999045556</c:v>
              </c:pt>
              <c:pt idx="354">
                <c:v>18.148861408927736</c:v>
              </c:pt>
              <c:pt idx="355">
                <c:v>19.511740918592587</c:v>
              </c:pt>
              <c:pt idx="356">
                <c:v>20.848617684631737</c:v>
              </c:pt>
              <c:pt idx="357">
                <c:v>22.156907167501164</c:v>
              </c:pt>
              <c:pt idx="358">
                <c:v>23.434097980245721</c:v>
              </c:pt>
              <c:pt idx="359">
                <c:v>24.677753565744926</c:v>
              </c:pt>
              <c:pt idx="360">
                <c:v>25.885510609343271</c:v>
              </c:pt>
              <c:pt idx="361">
                <c:v>27.05507414888244</c:v>
              </c:pt>
              <c:pt idx="362">
                <c:v>28.184209387649084</c:v>
              </c:pt>
              <c:pt idx="363">
                <c:v>29.270730244637047</c:v>
              </c:pt>
              <c:pt idx="364">
                <c:v>30.312484690120087</c:v>
              </c:pt>
              <c:pt idx="365">
                <c:v>31.307336912069541</c:v>
              </c:pt>
              <c:pt idx="366">
                <c:v>32.253146340572883</c:v>
              </c:pt>
              <c:pt idx="367">
                <c:v>33.147743524010771</c:v>
              </c:pt>
              <c:pt idx="368">
                <c:v>33.988902802872367</c:v>
              </c:pt>
              <c:pt idx="369">
                <c:v>34.774311666587828</c:v>
              </c:pt>
              <c:pt idx="370">
                <c:v>35.501536606455822</c:v>
              </c:pt>
              <c:pt idx="371">
                <c:v>36.167985195820634</c:v>
              </c:pt>
              <c:pt idx="372">
                <c:v>36.770864038846888</c:v>
              </c:pt>
              <c:pt idx="373">
                <c:v>37.307132134508606</c:v>
              </c:pt>
              <c:pt idx="374">
                <c:v>37.773449106631041</c:v>
              </c:pt>
              <c:pt idx="375">
                <c:v>38.166117660182174</c:v>
              </c:pt>
              <c:pt idx="376">
                <c:v>38.481019548075338</c:v>
              </c:pt>
              <c:pt idx="377">
                <c:v>38.713544286618642</c:v>
              </c:pt>
              <c:pt idx="378">
                <c:v>38.85850986485741</c:v>
              </c:pt>
              <c:pt idx="379">
                <c:v>38.910074789969869</c:v>
              </c:pt>
              <c:pt idx="380">
                <c:v>38.861641053220474</c:v>
              </c:pt>
              <c:pt idx="381">
                <c:v>38.705748072839064</c:v>
              </c:pt>
              <c:pt idx="382">
                <c:v>38.433958496652622</c:v>
              </c:pt>
              <c:pt idx="383">
                <c:v>38.036738111031276</c:v>
              </c:pt>
              <c:pt idx="384">
                <c:v>37.503334265179063</c:v>
              </c:pt>
              <c:pt idx="385">
                <c:v>36.821660543861796</c:v>
              </c:pt>
              <c:pt idx="386">
                <c:v>35.978200390522211</c:v>
              </c:pt>
              <c:pt idx="387">
                <c:v>34.957949597777024</c:v>
              </c:pt>
              <c:pt idx="388">
                <c:v>33.744427708031068</c:v>
              </c:pt>
              <c:pt idx="389">
                <c:v>32.319801958008519</c:v>
              </c:pt>
              <c:pt idx="390">
                <c:v>30.665184506921598</c:v>
              </c:pt>
              <c:pt idx="391">
                <c:v>28.761183076729147</c:v>
              </c:pt>
              <c:pt idx="392">
                <c:v>26.588802974706827</c:v>
              </c:pt>
              <c:pt idx="393">
                <c:v>24.130806446799102</c:v>
              </c:pt>
              <c:pt idx="394">
                <c:v>21.373618665959821</c:v>
              </c:pt>
              <c:pt idx="395">
                <c:v>18.309806821205754</c:v>
              </c:pt>
              <c:pt idx="396">
                <c:v>14.94102609639104</c:v>
              </c:pt>
              <c:pt idx="397">
                <c:v>11.281112730548765</c:v>
              </c:pt>
              <c:pt idx="398">
                <c:v>7.358737709917242</c:v>
              </c:pt>
              <c:pt idx="399">
                <c:v>3.2188094619962477</c:v>
              </c:pt>
              <c:pt idx="400">
                <c:v>-1.078210909098072</c:v>
              </c:pt>
              <c:pt idx="401">
                <c:v>-5.4595907123237017</c:v>
              </c:pt>
              <c:pt idx="402">
                <c:v>-9.846022565536213</c:v>
              </c:pt>
              <c:pt idx="403">
                <c:v>-14.158740377404415</c:v>
              </c:pt>
              <c:pt idx="404">
                <c:v>-18.326518403609779</c:v>
              </c:pt>
              <c:pt idx="405">
                <c:v>-22.291063261012095</c:v>
              </c:pt>
              <c:pt idx="406">
                <c:v>-26.00991262148651</c:v>
              </c:pt>
              <c:pt idx="407">
                <c:v>-29.45677543607966</c:v>
              </c:pt>
              <c:pt idx="408">
                <c:v>-32.619894286376585</c:v>
              </c:pt>
              <c:pt idx="409">
                <c:v>-35.499281738674995</c:v>
              </c:pt>
              <c:pt idx="410">
                <c:v>-38.103618049667517</c:v>
              </c:pt>
              <c:pt idx="411">
                <c:v>-40.447357748775566</c:v>
              </c:pt>
              <c:pt idx="412">
                <c:v>-42.548329570617199</c:v>
              </c:pt>
              <c:pt idx="413">
                <c:v>-44.425911809485115</c:v>
              </c:pt>
              <c:pt idx="414">
                <c:v>-46.099743766775603</c:v>
              </c:pt>
              <c:pt idx="415">
                <c:v>-47.588879288451906</c:v>
              </c:pt>
              <c:pt idx="416">
                <c:v>-48.911276477557479</c:v>
              </c:pt>
              <c:pt idx="417">
                <c:v>-50.083527805749682</c:v>
              </c:pt>
              <c:pt idx="418">
                <c:v>-51.120753294570463</c:v>
              </c:pt>
              <c:pt idx="419">
                <c:v>-52.03659865283359</c:v>
              </c:pt>
              <c:pt idx="420">
                <c:v>-52.843296889231851</c:v>
              </c:pt>
              <c:pt idx="421">
                <c:v>-53.551764989781887</c:v>
              </c:pt>
              <c:pt idx="422">
                <c:v>-54.171716916618941</c:v>
              </c:pt>
              <c:pt idx="423">
                <c:v>-54.711781036800723</c:v>
              </c:pt>
              <c:pt idx="424">
                <c:v>-55.179614789420832</c:v>
              </c:pt>
              <c:pt idx="425">
                <c:v>-55.582012532802707</c:v>
              </c:pt>
              <c:pt idx="426">
                <c:v>-55.925004546342556</c:v>
              </c:pt>
              <c:pt idx="427">
                <c:v>-56.213946440691039</c:v>
              </c:pt>
              <c:pt idx="428">
                <c:v>-56.453599004425428</c:v>
              </c:pt>
              <c:pt idx="429">
                <c:v>-56.648198958632619</c:v>
              </c:pt>
              <c:pt idx="430">
                <c:v>-56.801521321037896</c:v>
              </c:pt>
              <c:pt idx="431">
                <c:v>-56.916934178248326</c:v>
              </c:pt>
              <c:pt idx="432">
                <c:v>-56.997446680449634</c:v>
              </c:pt>
              <c:pt idx="433">
                <c:v>-57.045751041882866</c:v>
              </c:pt>
              <c:pt idx="434">
                <c:v>-57.064259274363607</c:v>
              </c:pt>
              <c:pt idx="435">
                <c:v>-57.055135313650723</c:v>
              </c:pt>
              <c:pt idx="436">
                <c:v>-57.020323128041447</c:v>
              </c:pt>
              <c:pt idx="437">
                <c:v>-56.961571329937975</c:v>
              </c:pt>
              <c:pt idx="438">
                <c:v>-56.880454747015335</c:v>
              </c:pt>
              <c:pt idx="439">
                <c:v>-56.778393351248191</c:v>
              </c:pt>
              <c:pt idx="440">
                <c:v>-56.656668891875839</c:v>
              </c:pt>
              <c:pt idx="441">
                <c:v>-56.516439532280145</c:v>
              </c:pt>
              <c:pt idx="442">
                <c:v>-56.35875275039885</c:v>
              </c:pt>
              <c:pt idx="443">
                <c:v>-56.184556727182269</c:v>
              </c:pt>
              <c:pt idx="444">
                <c:v>-55.994710417163439</c:v>
              </c:pt>
              <c:pt idx="445">
                <c:v>-55.78999246895733</c:v>
              </c:pt>
              <c:pt idx="446">
                <c:v>-55.571109140822863</c:v>
              </c:pt>
              <c:pt idx="447">
                <c:v>-55.338701336948027</c:v>
              </c:pt>
              <c:pt idx="448">
                <c:v>-55.093350873325342</c:v>
              </c:pt>
              <c:pt idx="449">
                <c:v>-54.83558606765444</c:v>
              </c:pt>
              <c:pt idx="450">
                <c:v>-54.565886735302257</c:v>
              </c:pt>
              <c:pt idx="451">
                <c:v>-54.284688662646879</c:v>
              </c:pt>
              <c:pt idx="452">
                <c:v>-53.992387619948332</c:v>
              </c:pt>
              <c:pt idx="453">
                <c:v>-53.68934296792888</c:v>
              </c:pt>
              <c:pt idx="454">
                <c:v>-53.375880905418001</c:v>
              </c:pt>
              <c:pt idx="455">
                <c:v>-53.052297399481127</c:v>
              </c:pt>
              <c:pt idx="456">
                <c:v>-52.718860834347559</c:v>
              </c:pt>
              <c:pt idx="457">
                <c:v>-52.375814411004541</c:v>
              </c:pt>
              <c:pt idx="458">
                <c:v>-52.023378325480152</c:v>
              </c:pt>
              <c:pt idx="459">
                <c:v>-51.661751750505843</c:v>
              </c:pt>
              <c:pt idx="460">
                <c:v>-51.29111464232431</c:v>
              </c:pt>
              <c:pt idx="461">
                <c:v>-50.91162939187808</c:v>
              </c:pt>
              <c:pt idx="462">
                <c:v>-50.523442337413698</c:v>
              </c:pt>
              <c:pt idx="463">
                <c:v>-50.126685153585917</c:v>
              </c:pt>
              <c:pt idx="464">
                <c:v>-49.721476130446547</c:v>
              </c:pt>
              <c:pt idx="465">
                <c:v>-49.307921354258404</c:v>
              </c:pt>
              <c:pt idx="466">
                <c:v>-48.886115800684941</c:v>
              </c:pt>
              <c:pt idx="467">
                <c:v>-48.456144349849019</c:v>
              </c:pt>
              <c:pt idx="468">
                <c:v>-48.018082731669899</c:v>
              </c:pt>
              <c:pt idx="469">
                <c:v>-47.571998408996834</c:v>
              </c:pt>
              <c:pt idx="470">
                <c:v>-47.117951405299905</c:v>
              </c:pt>
              <c:pt idx="471">
                <c:v>-46.655995082908255</c:v>
              </c:pt>
              <c:pt idx="472">
                <c:v>-46.186176877203643</c:v>
              </c:pt>
              <c:pt idx="473">
                <c:v>-45.708538991564986</c:v>
              </c:pt>
              <c:pt idx="474">
                <c:v>-45.223119057404034</c:v>
              </c:pt>
              <c:pt idx="475">
                <c:v>-44.72995076309946</c:v>
              </c:pt>
              <c:pt idx="476">
                <c:v>-44.229064455303764</c:v>
              </c:pt>
              <c:pt idx="477">
                <c:v>-43.720487715646151</c:v>
              </c:pt>
              <c:pt idx="478">
                <c:v>-43.204245915556896</c:v>
              </c:pt>
              <c:pt idx="479">
                <c:v>-42.680362751588788</c:v>
              </c:pt>
              <c:pt idx="480">
                <c:v>-42.148860763356623</c:v>
              </c:pt>
              <c:pt idx="481">
                <c:v>-41.60976183589441</c:v>
              </c:pt>
              <c:pt idx="482">
                <c:v>-41.063087688018683</c:v>
              </c:pt>
              <c:pt idx="483">
                <c:v>-40.508860348027362</c:v>
              </c:pt>
              <c:pt idx="484">
                <c:v>-39.947102617847399</c:v>
              </c:pt>
              <c:pt idx="485">
                <c:v>-39.377838526514665</c:v>
              </c:pt>
              <c:pt idx="486">
                <c:v>-38.801093773691065</c:v>
              </c:pt>
              <c:pt idx="487">
                <c:v>-38.216896163725607</c:v>
              </c:pt>
              <c:pt idx="488">
                <c:v>-37.62527603055694</c:v>
              </c:pt>
              <c:pt idx="489">
                <c:v>-37.026266653597176</c:v>
              </c:pt>
              <c:pt idx="490">
                <c:v>-36.419904664585623</c:v>
              </c:pt>
              <c:pt idx="491">
                <c:v>-35.806230445169241</c:v>
              </c:pt>
              <c:pt idx="492">
                <c:v>-35.18528851489328</c:v>
              </c:pt>
              <c:pt idx="493">
                <c:v>-34.557127909065926</c:v>
              </c:pt>
              <c:pt idx="494">
                <c:v>-33.921802545843278</c:v>
              </c:pt>
              <c:pt idx="495">
                <c:v>-33.279371581753431</c:v>
              </c:pt>
              <c:pt idx="496">
                <c:v>-32.629899754718295</c:v>
              </c:pt>
              <c:pt idx="497">
                <c:v>-31.973457713536714</c:v>
              </c:pt>
              <c:pt idx="498">
                <c:v>-31.310122332672616</c:v>
              </c:pt>
              <c:pt idx="499">
                <c:v>-30.639977011079871</c:v>
              </c:pt>
              <c:pt idx="500">
                <c:v>-29.963111953720141</c:v>
              </c:pt>
              <c:pt idx="501">
                <c:v>-29.279624434360215</c:v>
              </c:pt>
              <c:pt idx="502">
                <c:v>-28.589619038132671</c:v>
              </c:pt>
              <c:pt idx="503">
                <c:v>-27.893207882362582</c:v>
              </c:pt>
              <c:pt idx="504">
                <c:v>-27.190510814058879</c:v>
              </c:pt>
              <c:pt idx="505">
                <c:v>-26.481655582532536</c:v>
              </c:pt>
              <c:pt idx="506">
                <c:v>-25.766777985531743</c:v>
              </c:pt>
              <c:pt idx="507">
                <c:v>-25.046021987394365</c:v>
              </c:pt>
              <c:pt idx="508">
                <c:v>-24.31953980769174</c:v>
              </c:pt>
              <c:pt idx="509">
                <c:v>-23.587491978963438</c:v>
              </c:pt>
              <c:pt idx="510">
                <c:v>-22.850047372194496</c:v>
              </c:pt>
              <c:pt idx="511">
                <c:v>-22.107383188846839</c:v>
              </c:pt>
              <c:pt idx="512">
                <c:v>-21.359684918335379</c:v>
              </c:pt>
              <c:pt idx="513">
                <c:v>-20.60714626005452</c:v>
              </c:pt>
              <c:pt idx="514">
                <c:v>-19.849969009215041</c:v>
              </c:pt>
              <c:pt idx="515">
                <c:v>-19.088362905954153</c:v>
              </c:pt>
              <c:pt idx="516">
                <c:v>-18.322545447386403</c:v>
              </c:pt>
              <c:pt idx="517">
                <c:v>-17.552741662547636</c:v>
              </c:pt>
              <c:pt idx="518">
                <c:v>-16.779183850381283</c:v>
              </c:pt>
              <c:pt idx="519">
                <c:v>-16.002111281197976</c:v>
              </c:pt>
              <c:pt idx="520">
                <c:v>-15.221769862338439</c:v>
              </c:pt>
              <c:pt idx="521">
                <c:v>-14.438411768989356</c:v>
              </c:pt>
              <c:pt idx="522">
                <c:v>-13.652295041464477</c:v>
              </c:pt>
              <c:pt idx="523">
                <c:v>-12.863683150429136</c:v>
              </c:pt>
              <c:pt idx="524">
                <c:v>-12.072844531958776</c:v>
              </c:pt>
              <c:pt idx="525">
                <c:v>-11.280052094445089</c:v>
              </c:pt>
              <c:pt idx="526">
                <c:v>-10.485582699733042</c:v>
              </c:pt>
              <c:pt idx="527">
                <c:v>-9.6897166210237735</c:v>
              </c:pt>
              <c:pt idx="528">
                <c:v>-8.8927369803564673</c:v>
              </c:pt>
              <c:pt idx="529">
                <c:v>-8.0949291686078482</c:v>
              </c:pt>
              <c:pt idx="530">
                <c:v>-7.2965802511809255</c:v>
              </c:pt>
              <c:pt idx="531">
                <c:v>-6.4979783626332468</c:v>
              </c:pt>
              <c:pt idx="532">
                <c:v>-5.6994120936386921</c:v>
              </c:pt>
              <c:pt idx="533">
                <c:v>-4.90116987370424</c:v>
              </c:pt>
              <c:pt idx="534">
                <c:v>-4.1035393531678714</c:v>
              </c:pt>
              <c:pt idx="535">
                <c:v>-3.3068067878927621</c:v>
              </c:pt>
              <c:pt idx="536">
                <c:v>-2.5112564301961657</c:v>
              </c:pt>
              <c:pt idx="537">
                <c:v>-1.717169929278862</c:v>
              </c:pt>
              <c:pt idx="538">
                <c:v>-0.92482574453812794</c:v>
              </c:pt>
              <c:pt idx="539">
                <c:v>-0.1344985748280999</c:v>
              </c:pt>
              <c:pt idx="540">
                <c:v>0.6535411933301174</c:v>
              </c:pt>
              <c:pt idx="541">
                <c:v>1.4390280158103621</c:v>
              </c:pt>
              <c:pt idx="542">
                <c:v>2.2217016966501735</c:v>
              </c:pt>
              <c:pt idx="543">
                <c:v>3.0013078671968612</c:v>
              </c:pt>
              <c:pt idx="544">
                <c:v>3.7775984365713966</c:v>
              </c:pt>
              <c:pt idx="545">
                <c:v>4.550332011639596</c:v>
              </c:pt>
              <c:pt idx="546">
                <c:v>5.3192742849444521</c:v>
              </c:pt>
              <c:pt idx="547">
                <c:v>6.0841983893875113</c:v>
              </c:pt>
              <c:pt idx="548">
                <c:v>6.8448852186974207</c:v>
              </c:pt>
              <c:pt idx="549">
                <c:v>7.6011237129886817</c:v>
              </c:pt>
              <c:pt idx="550">
                <c:v>8.3527111090546864</c:v>
              </c:pt>
              <c:pt idx="551">
                <c:v>9.0994531552463798</c:v>
              </c:pt>
              <c:pt idx="552">
                <c:v>9.8411642910977069</c:v>
              </c:pt>
              <c:pt idx="553">
                <c:v>10.577667792061627</c:v>
              </c:pt>
              <c:pt idx="554">
                <c:v>11.308795879995062</c:v>
              </c:pt>
              <c:pt idx="555">
                <c:v>12.034389800202563</c:v>
              </c:pt>
              <c:pt idx="556">
                <c:v>12.754299866081533</c:v>
              </c:pt>
              <c:pt idx="557">
                <c:v>13.468385472548574</c:v>
              </c:pt>
              <c:pt idx="558">
                <c:v>14.176515079591537</c:v>
              </c:pt>
              <c:pt idx="559">
                <c:v>14.87856616745068</c:v>
              </c:pt>
              <c:pt idx="560">
                <c:v>15.57442516498701</c:v>
              </c:pt>
              <c:pt idx="561">
                <c:v>16.26398735292733</c:v>
              </c:pt>
              <c:pt idx="562">
                <c:v>16.947156743733764</c:v>
              </c:pt>
              <c:pt idx="563">
                <c:v>17.623845939866555</c:v>
              </c:pt>
              <c:pt idx="564">
                <c:v>18.293975972279014</c:v>
              </c:pt>
              <c:pt idx="565">
                <c:v>18.957476120972508</c:v>
              </c:pt>
              <c:pt idx="566">
                <c:v>19.614283719422737</c:v>
              </c:pt>
              <c:pt idx="567">
                <c:v>20.26434394469285</c:v>
              </c:pt>
              <c:pt idx="568">
                <c:v>20.907609594994991</c:v>
              </c:pt>
              <c:pt idx="569">
                <c:v>21.544040856436318</c:v>
              </c:pt>
              <c:pt idx="570">
                <c:v>22.173605060610178</c:v>
              </c:pt>
              <c:pt idx="571">
                <c:v>22.796276434645019</c:v>
              </c:pt>
              <c:pt idx="572">
                <c:v>23.412035845226775</c:v>
              </c:pt>
              <c:pt idx="573">
                <c:v>24.020870538080491</c:v>
              </c:pt>
              <c:pt idx="574">
                <c:v>24.622773874234046</c:v>
              </c:pt>
              <c:pt idx="575">
                <c:v>25.217745064416313</c:v>
              </c:pt>
              <c:pt idx="576">
                <c:v>25.805788902720771</c:v>
              </c:pt>
              <c:pt idx="577">
                <c:v>26.386915500679883</c:v>
              </c:pt>
              <c:pt idx="578">
                <c:v>26.961140022778906</c:v>
              </c:pt>
              <c:pt idx="579">
                <c:v>27.528482424285276</c:v>
              </c:pt>
              <c:pt idx="580">
                <c:v>28.088967192308399</c:v>
              </c:pt>
              <c:pt idx="581">
                <c:v>28.642623090785502</c:v>
              </c:pt>
              <c:pt idx="582">
                <c:v>29.189482910097496</c:v>
              </c:pt>
              <c:pt idx="583">
                <c:v>29.729583221903294</c:v>
              </c:pt>
              <c:pt idx="584">
                <c:v>30.262964139705097</c:v>
              </c:pt>
              <c:pt idx="585">
                <c:v>30.789669085603041</c:v>
              </c:pt>
              <c:pt idx="586">
                <c:v>31.309744563594283</c:v>
              </c:pt>
              <c:pt idx="587">
                <c:v>31.823239939752824</c:v>
              </c:pt>
              <c:pt idx="588">
                <c:v>32.33020722951921</c:v>
              </c:pt>
              <c:pt idx="589">
                <c:v>32.830700892322035</c:v>
              </c:pt>
              <c:pt idx="590">
                <c:v>33.324777633643983</c:v>
              </c:pt>
              <c:pt idx="591">
                <c:v>33.812496214669387</c:v>
              </c:pt>
              <c:pt idx="592">
                <c:v>34.293917269526311</c:v>
              </c:pt>
              <c:pt idx="593">
                <c:v>34.769103130163415</c:v>
              </c:pt>
              <c:pt idx="594">
                <c:v>35.238117658840515</c:v>
              </c:pt>
              <c:pt idx="595">
                <c:v>35.701026088161399</c:v>
              </c:pt>
              <c:pt idx="596">
                <c:v>36.157894868587121</c:v>
              </c:pt>
              <c:pt idx="597">
                <c:v>36.608791523317116</c:v>
              </c:pt>
              <c:pt idx="598">
                <c:v>37.053784510409265</c:v>
              </c:pt>
              <c:pt idx="599">
                <c:v>37.492943091982099</c:v>
              </c:pt>
              <c:pt idx="600">
                <c:v>37.926337210365041</c:v>
              </c:pt>
              <c:pt idx="601">
                <c:v>38.354037370982709</c:v>
              </c:pt>
              <c:pt idx="602">
                <c:v>38.776114531814706</c:v>
              </c:pt>
              <c:pt idx="603">
                <c:v>39.192639999223893</c:v>
              </c:pt>
              <c:pt idx="604">
                <c:v>39.603685329930691</c:v>
              </c:pt>
              <c:pt idx="605">
                <c:v>40.009322238968537</c:v>
              </c:pt>
              <c:pt idx="606">
                <c:v>40.409622513358748</c:v>
              </c:pt>
              <c:pt idx="607">
                <c:v>40.804657931308682</c:v>
              </c:pt>
              <c:pt idx="608">
                <c:v>41.194500186729364</c:v>
              </c:pt>
              <c:pt idx="609">
                <c:v>41.579220818838053</c:v>
              </c:pt>
              <c:pt idx="610">
                <c:v>41.958891146630243</c:v>
              </c:pt>
              <c:pt idx="611">
                <c:v>42.33358220801869</c:v>
              </c:pt>
              <c:pt idx="612">
                <c:v>42.703364703427155</c:v>
              </c:pt>
              <c:pt idx="613">
                <c:v>43.068308943621275</c:v>
              </c:pt>
              <c:pt idx="614">
                <c:v>43.428484801579877</c:v>
              </c:pt>
              <c:pt idx="615">
                <c:v>43.783961668214275</c:v>
              </c:pt>
              <c:pt idx="616">
                <c:v>44.134808411742178</c:v>
              </c:pt>
              <c:pt idx="617">
                <c:v>44.481093340507506</c:v>
              </c:pt>
              <c:pt idx="618">
                <c:v>44.822884169095659</c:v>
              </c:pt>
              <c:pt idx="619">
                <c:v>45.160247987547649</c:v>
              </c:pt>
              <c:pt idx="620">
                <c:v>45.493251233501468</c:v>
              </c:pt>
              <c:pt idx="621">
                <c:v>45.821959667113092</c:v>
              </c:pt>
              <c:pt idx="622">
                <c:v>46.146438348579643</c:v>
              </c:pt>
              <c:pt idx="623">
                <c:v>46.466751618127233</c:v>
              </c:pt>
              <c:pt idx="624">
                <c:v>46.782963078305833</c:v>
              </c:pt>
              <c:pt idx="625">
                <c:v>47.095135578467648</c:v>
              </c:pt>
              <c:pt idx="626">
                <c:v>47.403331201273502</c:v>
              </c:pt>
              <c:pt idx="627">
                <c:v>47.707611251120944</c:v>
              </c:pt>
              <c:pt idx="628">
                <c:v>48.008036244357932</c:v>
              </c:pt>
              <c:pt idx="629">
                <c:v>48.304665901170033</c:v>
              </c:pt>
              <c:pt idx="630">
                <c:v>48.597559139036122</c:v>
              </c:pt>
              <c:pt idx="631">
                <c:v>48.886774067634455</c:v>
              </c:pt>
              <c:pt idx="632">
                <c:v>49.172367985116267</c:v>
              </c:pt>
              <c:pt idx="633">
                <c:v>49.454397375635949</c:v>
              </c:pt>
              <c:pt idx="634">
                <c:v>49.732917908053636</c:v>
              </c:pt>
              <c:pt idx="635">
                <c:v>50.00798443573747</c:v>
              </c:pt>
              <c:pt idx="636">
                <c:v>50.279650997356597</c:v>
              </c:pt>
              <c:pt idx="637">
                <c:v>50.547970818618928</c:v>
              </c:pt>
              <c:pt idx="638">
                <c:v>50.812996314865309</c:v>
              </c:pt>
              <c:pt idx="639">
                <c:v>51.074779094446413</c:v>
              </c:pt>
              <c:pt idx="640">
                <c:v>51.333369962843605</c:v>
              </c:pt>
              <c:pt idx="641">
                <c:v>51.58881892744143</c:v>
              </c:pt>
              <c:pt idx="642">
                <c:v>51.841175202914968</c:v>
              </c:pt>
              <c:pt idx="643">
                <c:v>52.090487217177291</c:v>
              </c:pt>
              <c:pt idx="644">
                <c:v>52.336802617832454</c:v>
              </c:pt>
              <c:pt idx="645">
                <c:v>52.580168279079437</c:v>
              </c:pt>
              <c:pt idx="646">
                <c:v>52.820630309046862</c:v>
              </c:pt>
              <c:pt idx="647">
                <c:v>53.058234057481954</c:v>
              </c:pt>
              <c:pt idx="648">
                <c:v>53.293024123790616</c:v>
              </c:pt>
              <c:pt idx="649">
                <c:v>53.525044365364231</c:v>
              </c:pt>
              <c:pt idx="650">
                <c:v>53.754337906178094</c:v>
              </c:pt>
              <c:pt idx="651">
                <c:v>53.980947145617122</c:v>
              </c:pt>
              <c:pt idx="652">
                <c:v>54.204913767505829</c:v>
              </c:pt>
              <c:pt idx="653">
                <c:v>54.426278749314825</c:v>
              </c:pt>
              <c:pt idx="654">
                <c:v>54.64508237151226</c:v>
              </c:pt>
              <c:pt idx="655">
                <c:v>54.861364227048377</c:v>
              </c:pt>
              <c:pt idx="656">
                <c:v>55.075163230930833</c:v>
              </c:pt>
              <c:pt idx="657">
                <c:v>55.28651762989697</c:v>
              </c:pt>
              <c:pt idx="658">
                <c:v>55.495465012134638</c:v>
              </c:pt>
              <c:pt idx="659">
                <c:v>55.702042317060638</c:v>
              </c:pt>
              <c:pt idx="660">
                <c:v>55.906285845118916</c:v>
              </c:pt>
              <c:pt idx="661">
                <c:v>56.108231267596338</c:v>
              </c:pt>
              <c:pt idx="662">
                <c:v>56.307913636442031</c:v>
              </c:pt>
              <c:pt idx="663">
                <c:v>56.505367394060364</c:v>
              </c:pt>
              <c:pt idx="664">
                <c:v>56.70062638309642</c:v>
              </c:pt>
              <c:pt idx="665">
                <c:v>56.893723856172208</c:v>
              </c:pt>
              <c:pt idx="666">
                <c:v>57.084692485579204</c:v>
              </c:pt>
              <c:pt idx="667">
                <c:v>57.273564372922401</c:v>
              </c:pt>
              <c:pt idx="668">
                <c:v>57.460371058692068</c:v>
              </c:pt>
              <c:pt idx="669">
                <c:v>57.645143531768483</c:v>
              </c:pt>
              <c:pt idx="670">
                <c:v>57.827912238850345</c:v>
              </c:pt>
              <c:pt idx="671">
                <c:v>58.008707093797376</c:v>
              </c:pt>
              <c:pt idx="672">
                <c:v>58.187557486878077</c:v>
              </c:pt>
              <c:pt idx="673">
                <c:v>58.364492293935598</c:v>
              </c:pt>
              <c:pt idx="674">
                <c:v>58.539539885438266</c:v>
              </c:pt>
              <c:pt idx="675">
                <c:v>58.712728135440052</c:v>
              </c:pt>
              <c:pt idx="676">
                <c:v>58.884084430425943</c:v>
              </c:pt>
              <c:pt idx="677">
                <c:v>59.053635678051116</c:v>
              </c:pt>
              <c:pt idx="678">
                <c:v>59.221408315766993</c:v>
              </c:pt>
              <c:pt idx="679">
                <c:v>59.387428319332514</c:v>
              </c:pt>
              <c:pt idx="680">
                <c:v>59.551721211206292</c:v>
              </c:pt>
              <c:pt idx="681">
                <c:v>59.714312068823389</c:v>
              </c:pt>
              <c:pt idx="682">
                <c:v>59.87522553275015</c:v>
              </c:pt>
              <c:pt idx="683">
                <c:v>60.034485814717613</c:v>
              </c:pt>
              <c:pt idx="684">
                <c:v>60.192116705534652</c:v>
              </c:pt>
              <c:pt idx="685">
                <c:v>60.348141582879201</c:v>
              </c:pt>
              <c:pt idx="686">
                <c:v>60.502583418963845</c:v>
              </c:pt>
              <c:pt idx="687">
                <c:v>60.655464788080288</c:v>
              </c:pt>
              <c:pt idx="688">
                <c:v>60.80680787402153</c:v>
              </c:pt>
              <c:pt idx="689">
                <c:v>60.956634477379197</c:v>
              </c:pt>
              <c:pt idx="690">
                <c:v>61.104966022721406</c:v>
              </c:pt>
              <c:pt idx="691">
                <c:v>61.251823565643996</c:v>
              </c:pt>
              <c:pt idx="692">
                <c:v>61.397227799707537</c:v>
              </c:pt>
              <c:pt idx="693">
                <c:v>61.541199063244846</c:v>
              </c:pt>
              <c:pt idx="694">
                <c:v>61.683757346058691</c:v>
              </c:pt>
              <c:pt idx="695">
                <c:v>61.824922295990149</c:v>
              </c:pt>
              <c:pt idx="696">
                <c:v>61.964713225378304</c:v>
              </c:pt>
              <c:pt idx="697">
                <c:v>62.103149117398246</c:v>
              </c:pt>
              <c:pt idx="698">
                <c:v>62.240248632284931</c:v>
              </c:pt>
              <c:pt idx="699">
                <c:v>62.376030113441061</c:v>
              </c:pt>
              <c:pt idx="700">
                <c:v>62.510511593436469</c:v>
              </c:pt>
              <c:pt idx="701">
                <c:v>62.643710799890542</c:v>
              </c:pt>
              <c:pt idx="702">
                <c:v>62.775645161247567</c:v>
              </c:pt>
              <c:pt idx="703">
                <c:v>62.906331812442033</c:v>
              </c:pt>
              <c:pt idx="704">
                <c:v>63.035787600458782</c:v>
              </c:pt>
              <c:pt idx="705">
                <c:v>63.164029089783732</c:v>
              </c:pt>
              <c:pt idx="706">
                <c:v>63.291072567753396</c:v>
              </c:pt>
              <c:pt idx="707">
                <c:v>63.416934049798897</c:v>
              </c:pt>
              <c:pt idx="708">
                <c:v>63.541629284592645</c:v>
              </c:pt>
              <c:pt idx="709">
                <c:v>63.665173759090663</c:v>
              </c:pt>
              <c:pt idx="710">
                <c:v>63.787582703480538</c:v>
              </c:pt>
              <c:pt idx="711">
                <c:v>63.908871096030332</c:v>
              </c:pt>
              <c:pt idx="712">
                <c:v>64.029053667845304</c:v>
              </c:pt>
              <c:pt idx="713">
                <c:v>64.148144907527922</c:v>
              </c:pt>
              <c:pt idx="714">
                <c:v>64.266159065749704</c:v>
              </c:pt>
              <c:pt idx="715">
                <c:v>64.383110159729242</c:v>
              </c:pt>
              <c:pt idx="716">
                <c:v>64.499011977624917</c:v>
              </c:pt>
              <c:pt idx="717">
                <c:v>64.613878082838625</c:v>
              </c:pt>
              <c:pt idx="718">
                <c:v>64.727721818233704</c:v>
              </c:pt>
              <c:pt idx="719">
                <c:v>64.840556310272476</c:v>
              </c:pt>
              <c:pt idx="720">
                <c:v>64.952394473065652</c:v>
              </c:pt>
              <c:pt idx="721">
                <c:v>65.063249012345665</c:v>
              </c:pt>
              <c:pt idx="722">
                <c:v>65.173132429359413</c:v>
              </c:pt>
              <c:pt idx="723">
                <c:v>65.282057024680455</c:v>
              </c:pt>
              <c:pt idx="724">
                <c:v>65.390034901949292</c:v>
              </c:pt>
              <c:pt idx="725">
                <c:v>65.497077971536925</c:v>
              </c:pt>
              <c:pt idx="726">
                <c:v>65.603197954131844</c:v>
              </c:pt>
              <c:pt idx="727">
                <c:v>65.708406384260329</c:v>
              </c:pt>
              <c:pt idx="728">
                <c:v>65.812714613732354</c:v>
              </c:pt>
              <c:pt idx="729">
                <c:v>65.916133815019151</c:v>
              </c:pt>
              <c:pt idx="730">
                <c:v>66.018674984563532</c:v>
              </c:pt>
              <c:pt idx="731">
                <c:v>66.120348946023398</c:v>
              </c:pt>
              <c:pt idx="732">
                <c:v>66.221166353448751</c:v>
              </c:pt>
              <c:pt idx="733">
                <c:v>66.321137694398274</c:v>
              </c:pt>
              <c:pt idx="734">
                <c:v>66.420273292987474</c:v>
              </c:pt>
              <c:pt idx="735">
                <c:v>66.518583312881958</c:v>
              </c:pt>
              <c:pt idx="736">
                <c:v>66.616077760226986</c:v>
              </c:pt>
              <c:pt idx="737">
                <c:v>66.712766486517125</c:v>
              </c:pt>
              <c:pt idx="738">
                <c:v>66.808659191411564</c:v>
              </c:pt>
              <c:pt idx="739">
                <c:v>66.903765425490349</c:v>
              </c:pt>
              <c:pt idx="740">
                <c:v>66.998094592956463</c:v>
              </c:pt>
              <c:pt idx="741">
                <c:v>67.091655954283667</c:v>
              </c:pt>
              <c:pt idx="742">
                <c:v>67.184458628809622</c:v>
              </c:pt>
              <c:pt idx="743">
                <c:v>67.27651159727931</c:v>
              </c:pt>
              <c:pt idx="744">
                <c:v>67.367823704337695</c:v>
              </c:pt>
              <c:pt idx="745">
                <c:v>67.458403660969694</c:v>
              </c:pt>
              <c:pt idx="746">
                <c:v>67.548260046893006</c:v>
              </c:pt>
              <c:pt idx="747">
                <c:v>67.637401312904785</c:v>
              </c:pt>
              <c:pt idx="748">
                <c:v>67.725835783178908</c:v>
              </c:pt>
              <c:pt idx="749">
                <c:v>67.813571657518438</c:v>
              </c:pt>
              <c:pt idx="750">
                <c:v>67.900617013564187</c:v>
              </c:pt>
              <c:pt idx="751">
                <c:v>67.986979808956804</c:v>
              </c:pt>
              <c:pt idx="752">
                <c:v>68.072667883459687</c:v>
              </c:pt>
              <c:pt idx="753">
                <c:v>68.157688961035973</c:v>
              </c:pt>
              <c:pt idx="754">
                <c:v>68.24205065188562</c:v>
              </c:pt>
              <c:pt idx="755">
                <c:v>68.325760454445387</c:v>
              </c:pt>
              <c:pt idx="756">
                <c:v>68.408825757342854</c:v>
              </c:pt>
              <c:pt idx="757">
                <c:v>68.491253841317999</c:v>
              </c:pt>
              <c:pt idx="758">
                <c:v>68.573051881103154</c:v>
              </c:pt>
              <c:pt idx="759">
                <c:v>68.654226947267148</c:v>
              </c:pt>
              <c:pt idx="760">
                <c:v>68.73478600802342</c:v>
              </c:pt>
              <c:pt idx="761">
                <c:v>68.814735931003</c:v>
              </c:pt>
              <c:pt idx="762">
                <c:v>68.894083484990148</c:v>
              </c:pt>
              <c:pt idx="763">
                <c:v>68.972835341628169</c:v>
              </c:pt>
              <c:pt idx="764">
                <c:v>69.05099807708784</c:v>
              </c:pt>
              <c:pt idx="765">
                <c:v>69.128578173706771</c:v>
              </c:pt>
              <c:pt idx="766">
                <c:v>69.205582021594182</c:v>
              </c:pt>
              <c:pt idx="767">
                <c:v>69.282015920204927</c:v>
              </c:pt>
              <c:pt idx="768">
                <c:v>69.357886079883983</c:v>
              </c:pt>
              <c:pt idx="769">
                <c:v>69.433198623381784</c:v>
              </c:pt>
              <c:pt idx="770">
                <c:v>69.507959587336344</c:v>
              </c:pt>
              <c:pt idx="771">
                <c:v>69.5821749237316</c:v>
              </c:pt>
              <c:pt idx="772">
                <c:v>69.655850501323187</c:v>
              </c:pt>
              <c:pt idx="773">
                <c:v>69.728992107041336</c:v>
              </c:pt>
              <c:pt idx="774">
                <c:v>69.801605447362022</c:v>
              </c:pt>
              <c:pt idx="775">
                <c:v>69.873696149655842</c:v>
              </c:pt>
              <c:pt idx="776">
                <c:v>69.945269763508065</c:v>
              </c:pt>
              <c:pt idx="777">
                <c:v>70.016331762016293</c:v>
              </c:pt>
              <c:pt idx="778">
                <c:v>70.086887543060527</c:v>
              </c:pt>
              <c:pt idx="779">
                <c:v>70.156942430549933</c:v>
              </c:pt>
              <c:pt idx="780">
                <c:v>70.226501675648237</c:v>
              </c:pt>
              <c:pt idx="781">
                <c:v>70.295570457972246</c:v>
              </c:pt>
              <c:pt idx="782">
                <c:v>70.364153886769628</c:v>
              </c:pt>
              <c:pt idx="783">
                <c:v>70.432257002075076</c:v>
              </c:pt>
              <c:pt idx="784">
                <c:v>70.499884775842489</c:v>
              </c:pt>
              <c:pt idx="785">
                <c:v>70.567042113058434</c:v>
              </c:pt>
              <c:pt idx="786">
                <c:v>70.633733852831782</c:v>
              </c:pt>
              <c:pt idx="787">
                <c:v>70.699964769465808</c:v>
              </c:pt>
              <c:pt idx="788">
                <c:v>70.765739573508668</c:v>
              </c:pt>
              <c:pt idx="789">
                <c:v>70.831062912783466</c:v>
              </c:pt>
              <c:pt idx="790">
                <c:v>70.895939373402129</c:v>
              </c:pt>
              <c:pt idx="791">
                <c:v>70.960373480756303</c:v>
              </c:pt>
              <c:pt idx="792">
                <c:v>71.02436970049304</c:v>
              </c:pt>
              <c:pt idx="793">
                <c:v>71.087932439471388</c:v>
              </c:pt>
              <c:pt idx="794">
                <c:v>71.151066046701303</c:v>
              </c:pt>
              <c:pt idx="795">
                <c:v>71.213774814264738</c:v>
              </c:pt>
              <c:pt idx="796">
                <c:v>71.276062978220779</c:v>
              </c:pt>
              <c:pt idx="797">
                <c:v>71.337934719493205</c:v>
              </c:pt>
              <c:pt idx="798">
                <c:v>71.399394164742276</c:v>
              </c:pt>
              <c:pt idx="799">
                <c:v>71.460445387220858</c:v>
              </c:pt>
              <c:pt idx="800">
                <c:v>71.521092407613693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E066-4D31-9B9D-F71C9E1F524C}"/>
            </c:ext>
          </c:extLst>
        </c:ser>
        <c:ser>
          <c:idx val="3"/>
          <c:order val="3"/>
          <c:tx>
            <c:v>0.9 MHz</c:v>
          </c:tx>
          <c:spPr>
            <a:ln w="14288">
              <a:solidFill>
                <a:srgbClr val="808080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0.9</c:v>
              </c:pt>
              <c:pt idx="1">
                <c:v>0.9</c:v>
              </c:pt>
            </c:numLit>
          </c:xVal>
          <c:yVal>
            <c:numLit>
              <c:formatCode>General</c:formatCode>
              <c:ptCount val="2"/>
              <c:pt idx="0">
                <c:v>-100</c:v>
              </c:pt>
              <c:pt idx="1">
                <c:v>100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3-E066-4D31-9B9D-F71C9E1F52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-100"/>
        </c:scaling>
        <c:delete val="0"/>
        <c:axPos val="l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125">
                    <a:solidFill>
                      <a:srgbClr val="18324D"/>
                    </a:solidFill>
                  </a:rPr>
                  <a:t>Phase (°)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50112"/>
        <c:crosses val="autoZero"/>
        <c:crossBetween val="midCat"/>
        <c:majorUnit val="50"/>
      </c:valAx>
      <c:valAx>
        <c:axId val="48650112"/>
        <c:scaling>
          <c:orientation val="minMax"/>
          <c:max val="0.92"/>
          <c:min val="0.88"/>
        </c:scaling>
        <c:delete val="0"/>
        <c:axPos val="b"/>
        <c:majorGridlines>
          <c:spPr>
            <a:ln w="9525">
              <a:solidFill>
                <a:srgbClr val="D9E1E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sz="1125">
                    <a:solidFill>
                      <a:srgbClr val="18324D"/>
                    </a:solidFill>
                  </a:rPr>
                  <a:t>Frequency (MHz)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8324D"/>
                </a:solidFill>
              </a:defRPr>
            </a:pPr>
            <a:endParaRPr lang="zh-CN"/>
          </a:p>
        </c:txPr>
        <c:crossAx val="48672768"/>
        <c:crosses val="autoZero"/>
        <c:crossBetween val="midCat"/>
        <c:majorUnit val="0.01"/>
      </c:valAx>
      <c:spPr>
        <a:solidFill>
          <a:srgbClr val="FFFFFF"/>
        </a:solidFill>
        <a:ln w="9525">
          <a:solidFill>
            <a:srgbClr val="C9D3DC"/>
          </a:solidFill>
          <a:prstDash val="solid"/>
        </a:ln>
      </c:spPr>
    </c:plotArea>
    <c:legend>
      <c:legendPos val="t"/>
      <c:overlay val="0"/>
      <c:txPr>
        <a:bodyPr anchorCtr="1"/>
        <a:lstStyle/>
        <a:p>
          <a:pPr>
            <a:defRPr sz="1050">
              <a:solidFill>
                <a:srgbClr val="18324D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9525">
      <a:solidFill>
        <a:srgbClr val="C9D3DC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恢复时间</c:v>
          </c:tx>
          <c:spPr>
            <a:solidFill>
              <a:srgbClr val="3978B8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777777"/>
              </a:solidFill>
            </c:spPr>
            <c:extLst>
              <c:ext xmlns:c16="http://schemas.microsoft.com/office/drawing/2014/chart" uri="{C3380CC4-5D6E-409C-BE32-E72D297353CC}">
                <c16:uniqueId val="{00000001-2174-45D1-9F86-1E8DA436307A}"/>
              </c:ext>
            </c:extLst>
          </c:dPt>
          <c:dPt>
            <c:idx val="2"/>
            <c:invertIfNegative val="0"/>
            <c:bubble3D val="0"/>
            <c:spPr>
              <a:solidFill>
                <a:srgbClr val="B54343"/>
              </a:solidFill>
            </c:spPr>
            <c:extLst>
              <c:ext xmlns:c16="http://schemas.microsoft.com/office/drawing/2014/chart" uri="{C3380CC4-5D6E-409C-BE32-E72D297353CC}">
                <c16:uniqueId val="{00000003-2174-45D1-9F86-1E8DA436307A}"/>
              </c:ext>
            </c:extLst>
          </c:dPt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200" b="1">
                    <a:solidFill>
                      <a:srgbClr val="1F2933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固定0.9 MHz</c:v>
              </c:pt>
              <c:pt idx="1">
                <c:v>周期扫频</c:v>
              </c:pt>
              <c:pt idx="2">
                <c:v>相位K5消融</c:v>
              </c:pt>
            </c:strLit>
          </c:cat>
          <c:val>
            <c:numLit>
              <c:formatCode>General</c:formatCode>
              <c:ptCount val="3"/>
              <c:pt idx="0">
                <c:v>345.7</c:v>
              </c:pt>
              <c:pt idx="1">
                <c:v>409</c:v>
              </c:pt>
              <c:pt idx="2">
                <c:v>374.3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2174-45D1-9F86-1E8DA43630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9E0E6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zh-CN" altLang="en-US"/>
                  <a:t>恢复时间代理 </a:t>
                </a:r>
                <a:r>
                  <a:rPr lang="en-US" altLang="zh-CN"/>
                  <a:t>(ms)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F6B7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1F2933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  CTO超声换能器虚拟阻抗建模与自适应驱动控制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【建议时长】20秒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【本页实际图表】封面，无实验图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各位老师好，今天汇报第一月的虚拟电学建模与控制工作。现阶段已经有BVD建模、匹配交叉验证、参数扫描和控制原型的文件证据，但原计划的固定频率、周期扫频、相位闭环统一验收还没有全部完成。本汇报不把仿真假设写成实测器件参数，也不作声学输出或治疗效果结论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【本页指示顺序】只讲封面题目、当前阶段和未完成边界，不需要额外图片。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【口径与限制】应用背景为CTO。研究对象是可调参数的小信号线性等效模型，不是定型器械。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【教授追问与回答】问：现在是否做出了治疗器械？答：没有。当前是可复现的虚拟电学仿真与控制原型。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C:/Users/24739/Documents/Codex/2026-08-10/new-chat/CTO_virtual_drive_platform_v2_1/config.yaml</a:t>
            </a:r>
          </a:p>
          <a:p xmlns:a="http://schemas.openxmlformats.org/drawingml/2006/main">
            <a:r>
              <a:t>C:/Users/24739/Documents/Codex/2026-08-10/new-chat/CTO_virtual_drive_platform_v2_1/docs/验收缺口与版本边界_20260910.md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  研究问题：参数漂移后，怎样选择受约束的电学工作点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【本页实际图表】左到右五节点研究流程示意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项目依次回答三个问题：BVD怎样描述频率响应，匹配和参数变化怎样改变阻抗及功率，以及三种控制方法在共同条件下怎样表现。页面流程从假设BVD、L型匹配和参数扰动，进入虚拟测量与选频保护。当前功率目标具体采用运动支路电阻Rm的有功耗散P_Rm。端口电压和电流用于计算相量、阻抗及功率，输入端相位和反射代理用于匹配评价。完整受约束控制仍需统一验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【本页指示顺序】沿本页箭头从左向右指示。五个方框是流程，不是五次实物实验。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【口径与限制】P_Rm不是声功率。Rs是戴维南源阻抗，不是完整功放模型。输入端和换能器端口是不同测点，匹配网络改变的是二者之间的阻抗变换关系。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【教授追问与回答】问：为什么不直接以零相位为目标？答：相位、反射和有功功率是不同目标函数，而且必须先确定测点。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【模糊推测内容】此处为模糊推测内容：真实负载变化可能映射为BVD参数漂移，具体映射方向和幅度尚未用实测标定。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C:/Users/24739/Documents/Codex/2026-08-10/new-chat/CTO_virtual_drive_platform_v2_1/config.yaml</a:t>
            </a:r>
          </a:p>
          <a:p xmlns:a="http://schemas.openxmlformats.org/drawingml/2006/main">
            <a:r>
              <a:t>C:/Users/24739/Documents/Codex/2026-08-10/new-chat/CTO_virtual_drive_platform_v2_1/models/python/model_v2_1.py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  先满足电压、电流的数量级一致性，再建立假设BVD基线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【本页实际图表】左侧代数冲突示例，右侧假设参数表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【逐字讲稿】100 Vpp正弦电压对应35.36 V RMS。若运动支路正好串联谐振且Rm只有100欧姆，单是运动支路就需要约353.6 mA RMS，耗散12.5 W，因此不可能同时符合约5 mA的要求。右侧v2.1改用一组满足目标量级的假设基线：Rm约7.353千欧，C0约6.858 pF，Qm为800，fs为0.9 MHz，再反推Lm和Cm。这是数学自洽的虚拟模型，不是从真实换能器辨识得到的参数。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【本页指示顺序】先指左侧电压换算及电流、功率，再指右侧Rm和fs，其他元件不必逐个朗读。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【口径与限制】353.6 mA为运动支路电流，C0还会产生无功电流。100 Vpp和5 mA RMS对应视在功率0.1768 VA，有功功率不大于它。Lm为机械支路等效电感，不能当作需要采购的1 H匹配电感。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【教授追问与回答】问：为什么参数这么特殊？答：它们为流程验证而设，满足当前量级并不证明真实器件适用。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C:/Users/24739/Documents/Codex/2026-08-10/new-chat/CTO_virtual_drive_platform_v2_1/config.yaml</a:t>
            </a:r>
          </a:p>
          <a:p xmlns:a="http://schemas.openxmlformats.org/drawingml/2006/main">
            <a:r>
              <a:t>C:/Users/24739/Documents/Codex/2026-08-10/new-chat/CTO_virtual_drive_platform_v2_1/models/python/model_v2_1.py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  裸BVD交叉验证：同一配置下，两条求解路径数值吻合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【本页实际图表】上下两幅完整曲线：|Zport|与arg Zport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【逐字讲稿】裸BVD先在0.5到1.5 MHz范围验证，频率间隔10 Hz，共100001点。蓝线来自已保存的LTspice RAW，橙色虚线是按同一元件配置独立复核的Python解析解。两条曲线基本重合，最大复阻抗相对误差约1.36乘10的负5次方百分比。电导峰在0.900000 MHz，两条路径的阻抗最小点都在0.899850 MHz。这支持数值实现一致，不构成实测验证。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【本页指示顺序】上图看阻抗幅值，下面看端口相位；最后读右侧误差和电导峰。横轴都是MHz。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【口径与限制】误差定义为max(|Z_LT−Z_Py|/|Z_Py|)，原值1.359979×10⁻⁷为比例，不是百分数，也不是只比较|Z|的误差。BVD保留Rm损耗，仅无外部匹配。电导峰、|Z|最小值和相位零点不能混称同一谐振点。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【教授追问与回答】问：极小误差是不是自我验证？答：两种数值求解实现不同，但拓扑和输入参数相同，不能排除共同的参数或模型假设错误。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C:/Users/24739/Documents/Codex/2026-08-10/new-chat/CTO_virtual_drive_platform_v2_1/evidence/ltspice/stage1/V2_1_STAGE1_audit.json</a:t>
            </a:r>
          </a:p>
          <a:p xmlns:a="http://schemas.openxmlformats.org/drawingml/2006/main">
            <a:r>
              <a:t>C:/Users/24739/Documents/Codex/2026-08-10/new-chat/CTO_virtual_drive_platform_v2_1/evidence/ltspice/stage1/V2_1_BARE_BVD_Q800.raw</a:t>
            </a:r>
          </a:p>
          <a:p xmlns:a="http://schemas.openxmlformats.org/drawingml/2006/main">
            <a:r>
              <a:t>C:/Users/24739/Documents/Codex/2026-08-10/new-chat/ppt_full_audit_20260911/build/stage1_independent_recheck.json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  同一源条件下，0.9 MHz有损匹配的P_Rm约为未匹配的32.8倍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【本页实际图表】上图匹配前后P_Rm，下图输入反射代理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【逐字讲稿】本页全部曲线使用同一个戴维南源：约6.217 V RMS，源阻抗50欧姆。上图灰色虚线为未匹配，橙色实线为有损匹配，蓝色点线为理想匹配参考。在0.9000 MHz处，未匹配P_Rm为5.186 mW，有损匹配为170.0 mW，比值约32.8。100 Vpp和5 mA RMS是有损匹配后的换能器端口工作点，不是源电压，也不表示整个扫频范围恒定。下图输入反射代理下降说明这个频点输入匹配改善，但32.8倍不是电声效率增益。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【本页指示顺序】先指源条件。再沿0.9000 MHz比较上图两处功率标注，最后看下图反射代理。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【口径与限制】原LTspice用1 V RMS等效AC源，功率按Vs²=38.65557649统一缩放：0.134168562和4.397811886 mW分别变成5.186363126和169.999953760 mW。Γ=|(Zin−50)/(Zin+50)|，不是以瓦特计的反射功率。图中未保护离线扫频不能证明全频段电压受限。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【教授追问与回答】问：怎么理解源功率与端口功率？答：校准工作点源有功约362.3 mW，端口约170.0 mW，Pport/Psource约46.9%，其余主要消耗在Rs和匹配ESR，仍不是声学效率。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C:/Users/24739/Documents/Codex/2026-08-10/new-chat/CTO_virtual_drive_platform_v2_1/evidence/ltspice/stage2/stage2_audit.json</a:t>
            </a:r>
          </a:p>
          <a:p xmlns:a="http://schemas.openxmlformats.org/drawingml/2006/main">
            <a:r>
              <a:t>C:/Users/24739/Documents/Codex/2026-08-10/new-chat/outputs/v2_self_consistent_rebuild/stage2_matching/stage2_LTspice逐频数据.csv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  匹配测点是Zin：有损网络包含电感与电容ESR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【本页实际图表】左侧Zin幅值与相位曲线，右侧0.9 MHz数值表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【逐字讲稿】这一页专门说明输入阻抗Zin，它在源电阻之后、匹配网络之前测量。左上只比较匹配后的阻抗幅值，未匹配的高阻值放在右表。左下相位包括三个网络。0.9 MHz处，理想匹配接近50欧姆，有损网络为56.686减j1.067欧姆。实际有损网络不仅有电感损耗：电感在0.9 MHz按Q等于100折算ESR约6.035欧姆，匹配电容按Q等于1000折算ESR约0.624欧姆，L和C还进行了小量微调。因此不能把结果简单解释为50欧姆加一只电阻。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【本页指示顺序】先左上幅值、左下相位，再指右表有损一列，最后指底部两项ESR。只需本页。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【口径与限制】源为1 V RMS等效AC源，阻抗不随线性源幅度缩放。QL、QC在0.9 MHz定义，网表使用固定ESR，并不是全频保持常Q。Zin相位−1.0782°与BVD端口相位约−15.916°不同。没有声学损耗或热模型。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【教授追问与回答】问：损耗到底多大？答：RL=6.0352Ω、RC=0.6236Ω；校准源下电感损耗约20.5 mW、电容约2.0 mW。1 V RMS源时电感约0.530 mW，不能混用。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C:/Users/24739/Documents/Codex/2026-08-10/new-chat/CTO_virtual_drive_platform_v2_1/evidence/ltspice/stage2/stage2_audit.json</a:t>
            </a:r>
          </a:p>
          <a:p xmlns:a="http://schemas.openxmlformats.org/drawingml/2006/main">
            <a:r>
              <a:t>C:/Users/24739/Documents/Codex/2026-08-10/new-chat/CTO_virtual_drive_platform_v2_1/models/ltspice/stage2/V2_1_MATCH_ACTIVE_LOSSY.cir</a:t>
            </a:r>
          </a:p>
          <a:p xmlns:a="http://schemas.openxmlformats.org/drawingml/2006/main">
            <a:r>
              <a:t>C:/Users/24739/Documents/Codex/2026-08-10/new-chat/outputs/v2_self_consistent_rebuild/stage2_matching/stage2_LTspice逐频数据.csv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第7页  代表性单因素：fs改变峰位，Rm与匹配损耗改变峰形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【本页实际图表】六行单因素汇总表，不是柱图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【逐字讲稿】这页是汇总表，不是柱状图。每行只列一个代表扰动的最高档，三列分别是P_Rm峰位、峰高和半高宽相对基线的变化。在表内，fs下降5%使功率峰下移45.2 kHz；Rm增加50%时，网格上峰位不变，峰高下降6.36%，半高宽增加26.50%。C0增加30%的功率峰变化很小。匹配电感和电感Q也会改变峰形。这里的“最明显”仅指本表所列因素，不包括下一页Cm-only的更大漂移。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【本页指示顺序】用鼠标依次指fs−5%行的峰位、Rm+50%行的峰高和峰宽、C0+30%行。无需临时再打开三层柱图。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【口径与限制】全部相对于v2.1基线，固定源电压；除指定扰动外其余元件固定。Rs和Lmatch本身是扫描变量时不能说这些参数也被冻结。0.0 kHz是100 Hz扫描网格上的结果，不证明任意精度下绝对无漂移。FWHM为P_Rm半高宽，不是阻抗峰宽。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【教授追问与回答】问：C0是不是没有影响？答：在本次C0量级及范围内，功率峰影响较小；不能外推为所有换能器都不敏感。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C:/Users/24739/Documents/Codex/2026-08-10/new-chat/CTO_virtual_drive_platform_v2_1/results/tables/stage3_disturbance/stage3_trend_table.csv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C:/Users/24739/Documents/Codex/2026-08-10/new-chat/CTO_virtual_drive_platform_v2_1/results/tables/stage3_disturbance/stage3_scenario_registry_and_summary.csv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第8页  机械支路电容Cm单因素扰动的功率与电压、电流响应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【本页实际图表】完整三联P_Rm、Vpp、Irms曲线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【逐字讲稿】这里Cm专指机械支路电容，不是匹配电容。由基准到Cm增加5%、10%和20%，P_Rm峰位依次为0.9000、0.8781、0.8579和0.8214 MHz，峰高为170.0、164.3、144.3和96.4 mW。Cm增加20%相对基线的峰移为负78.6 kHz，峰高下降43.3%。方向与fs反比于Cm平方根一致，但系统功率峰还受匹配影响。下方保留完整电压、电流曲线，所有四条未保护扫频均存在超过160 Vpp的频点。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【本页指示顺序】先看上图四个峰由右向左移动，再看电压图红色160 Vpp线，最后看电流图。右侧摘要专指Cm+20%相对基准。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【口径与限制】同一冻结源、a=1、100 Hz步长。只改Cm时fs与Qm一起派生变化。红色虚线为160 Vpp/6 mA硬限，橙色为130 Vpp/5.5 mA假设软阈值。功率峰所在点的电压与全扫描最大电压不同；本页是未保护静态响应，不是安全控制结果。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【教授追问与回答】问：图上越限是不是控制器失效？答：此图未接保护，用于显示离线裸扫的约束风险，不能当作闭环运行。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C:/Users/24739/Documents/Codex/2026-08-10/new-chat/CTO_virtual_drive_platform_v2_1/results/tables/stage3_disturbance/stage3_cm_only_power_safety_summary.csv</a:t>
            </a:r>
          </a:p>
          <a:p xmlns:a="http://schemas.openxmlformats.org/drawingml/2006/main">
            <a:r>
              <a:t>C:/Users/24739/Documents/Codex/2026-08-10/new-chat/CTO_virtual_drive_platform_v2_1/results/tables/stage3_disturbance/stage3_cm_only_power_safety_curves.csv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第9页  Qm敏感性：本组参数下，Qm越高，P_Rm半高宽越小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【本页实际图表】上图P_Rm，下图|Zin|，右侧FWHM表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【逐字讲稿】本次Qm取500、800和1000，保持fs、Rm及C0不变，通过重算Lm和Cm实现。三条功率峰在基准频点都约170 mW，半高宽分别为3.451、2.144和1.713 kHz。它说明这组假设模型的高Q曲线更窄，频率偏离相同数值时可能损失更多功率。下图显示对应的匹配网络输入阻抗。高Q并不自动表示控制效果更好，时间响应和噪声下表现没有由这张静态图验证。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【本页指示顺序】先比较上图峰宽，再读右侧三个FWHM数值，下图用于确认输入阻抗也有频率选择性。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【口径与限制】Qm不是匹配电感QL，不能与第6页QL=100混淆。FWHM基于离散扫描半高点插值，是数值描述，不是实测带宽精度。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【教授追问与回答】问：是不是证明高Q需要更长稳定时间？答：本页只证明静态峰宽变化，没有验证实际建立时间。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C:/Users/24739/Documents/Codex/2026-08-10/new-chat/CTO_virtual_drive_platform_v2_1/results/tables/stage3_disturbance/stage3_Qm_500_800_1000_summary.csv</a:t>
            </a:r>
            <a:endParaRPr/>
          </a:p>
          <a:p xmlns:a="http://schemas.openxmlformats.org/drawingml/2006/main">
            <a:r>
              <a:t>C:/Users/24739/Documents/Codex/2026-08-10/new-chat/outputs/v2_self_consistent_rebuild/active_stage3_5/stage3_disturbance/stage3_frequency_response_all_cases.csv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第10页  离线三准则选点不同，最小绝对输入相位不等于最大功率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【本页实际图表】基准与fs−5%两个P_Rm频率图及三种选点竖线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【逐字讲稿】两幅图用相同的0.84到0.96 MHz范围和0.5 kHz步长。红线是最大P_Rm点，蓝色虚线是最小绝对输入相位点，青色点线是最小反射代理点。基准中功率和反射选点在0.9000 MHz，而最小绝对相位在0.9070 MHz。fs下降5%后，三点分别为0.8550、0.9045和0.8545 MHz，功率与相位选点相差49.5 kHz。因此不能无条件以零相位替代最大功率目标。这是离散、未保护的离线选点比较，不是三种闭环的控制排名。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【本页指示顺序】先看上图三种竖线，再看下图三线分离，最后读右侧49.5 kHz。图例颜色表示准则，不是控制器。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【口径与限制】最小绝对相位是网格argmin，不一定恰好等于0°。fs−5%粗网格功率峰约130.06 mW，100 Hz网格在0.8548 MHz为140.2 mW；不可混标。0.9045 MHz相位选点的未保护Vpp约188.3 V，不能直接作为安全执行指令。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【教授追问与回答】问：为什么“相位选点”还需要验证？答：它不仅可能低功率，还可能违反电压约束。固定基准相位目标也需随扰动检验适用性。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C:/Users/24739/Documents/Codex/2026-08-10/new-chat/CTO_virtual_drive_platform_v2_1/results/tables/stage3_selection/stage3_initial_three_criteria.csv</a:t>
            </a:r>
            <a:endParaRPr/>
          </a:p>
          <a:p xmlns:a="http://schemas.openxmlformats.org/drawingml/2006/main">
            <a:r>
              <a:t>C:/Users/24739/Documents/Codex/2026-08-10/new-chat/outputs/v2_self_consistent_rebuild/active_stage3_5/stage3_disturbance/stage3_frequency_response_all_cases.csv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第11页  34场景复核：±50 kHz仍漏峰，宽窗口与细步长各有代价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【建议时长】55秒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【本页实际图表】两幅当前34场景热图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【逐字讲稿】左图显示各窗口和步长相对全频参考峰的最大频率偏差，右图是按每点1.5毫秒估算的时间。当前34个场景中，正负20 kHz窗口有10个场景的参考峰在窗外，最坏偏差58.6 kHz；正负50 kHz仍漏2个，最坏28.6 kHz。正负100 kHz在这组登记场景中没有排除参考峰。其1 kHz步长需要201点、301.5毫秒代理时间，但网格误差仍可能造成明显功率损失，因此覆盖峰并不等于精确捕获峰高。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【本页指示顺序】先左图按窗口三行看58.6、28.6和小误差，再在右图同一格比较点数成本。不要再按旧图25.2 kHz讲。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【口径与限制】窗口以0.9 MHz为中心。当前表含34场景；1.5 ms/点是假设，非LTspice实际运行耗时、非硬件测量。±100 kHz/1 kHz时最大频率偏差0.43 kHz，最大窗口内目标损失37.06%，窄峰会放大误差。±50 kHz/1 kHz为101点、151.5 ms，但不能作为全场景覆盖方案。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【教授追问与回答】问：宽粗扫再细扫一定更好吗？答：它是合理候选，需要在相同控制时序和保护下评价全过程代价，本页不直接证明算法更优。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【模糊推测内容】此处为模糊推测内容：分级搜索可能改善覆盖与扫描时间的折中，实际收益需闭环对照验证。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C:/Users/24739/Documents/Codex/2026-08-10/new-chat/CTO_virtual_drive_platform_v2_1/results/tables/stage3_selection/stage3_window_step_aggregate.csv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第12页  历史保护示例：记录样本受限，不代表采样间隙无越限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【本页实际图表】右侧三联历史时序；左侧保护状态名称示意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页保留历史固定频率、周期扫频和扫描辅助P&amp;O的同批次时序，分别为灰、蓝、红。上中下是端口电压、电流和源幅度命令，横轴是离散准稳态时间。2.4秒发生fs下降5%的扰动后，程序先预估风险并保存保护后的输出，所以幅度出现归零、保持和渐升。后续低幅扫描又会改变电压电流，不能把每一次下降都解释为新扰动。左侧只列出保护状态名称，不表示所有情况必须依次走完同一条链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【本页指示顺序】先指2.4 s竖线，再上下对照电压、电流和幅度的归零与恢复。最后解释蓝红低幅扫描带。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时序来自a734eca013旧批次，与第24页一致，不是第23页候选。旧主线的扫描点保护调用与普通控制点不完全一致。HARD_TRIP记录是模型预估触发，不要求保存样本已超过硬限。图不是示波器或LTspice瞬态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【教授追问与回答】问：图中没有超过160 V，为什么说有风险？答：保存的是保护处理后的准稳态样本，采样间的旧指令继续保持可能另有越限，需独立检查。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  <a:endParaRPr/>
          </a:p>
          <a:p xmlns:a="http://schemas.openxmlformats.org/drawingml/2006/main">
            <a:r>
              <a:t>C:/Users/24739/Documents/Codex/2026-08-10/new-chat/ppt_control_fix_20260906/build/data/run_stage4_5_control.py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第13页  已有电压、电流保护，完整约束验收仍未闭合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【本页实际图表】三列实现、保存记录、未解决问题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【逐字讲稿】当前已经加入频率范围、幅度权限以及电压和电流保护。在历史主线的1795条保存记录中，峰值电压130 Vpp，峰值电流约5.124 mA RMS，保存样本硬越限为零。但这些是已知模型预估和保护处理后的结果，不能扩展为实际硬件或采样间隙绝不越限。仍需统一逐扫描点保护、功率相对上限、反射约束以及无可行点的处理规则。右侧这些缺口没有因为存在状态机就自动解决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【本页指示顺序】左列说明已实现什么，中列只读记录统计，右列说明尚未证明什么。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【口径与限制】160 Vpp为用户边界；6 mA、130 Vpp及5.5 mA是假设阈值。E01/E02隔离仿真分支已处理逐点保护调用与幅度同步，但尚不能等同正式三策略主线完成回归。固定频率下线性降幅不会改变Zin或Γ。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【教授追问与回答】问：一定要加独立PI吗？答：最大功率目标不强制需要PI。调频与安全降额可以先作为简单候选，但要通过统一约束验收。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  <a:endParaRPr/>
          </a:p>
          <a:p xmlns:a="http://schemas.openxmlformats.org/drawingml/2006/main">
            <a:r>
              <a:t>C:/Users/24739/Documents/Codex/2026-08-10/new-chat/CTO_virtual_drive_platform_v2_1/docs/验收缺口与版本边界_20260910.md</a:t>
            </a:r>
            <a:endParaRPr/>
          </a:p>
          <a:p xmlns:a="http://schemas.openxmlformats.org/drawingml/2006/main">
            <a:r>
              <a:t>C:/Users/24739/Documents/Codex/2026-08-10/new-chat/control_feasibility_20260907/run_experiments.py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第23页  扩展候选通过本段稳态窗口，但电能损失与间隙越限未解决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【建议时长】70秒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【本页实际图表】后续无PI P&amp;O候选三联图及验收摘要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这一页是后续B0_T500_A90_R2无PI候选，不与第12、24页旧批次拼成同一组结果。fs下降5%的0.8秒段中，首次合格样本在2.962秒，第10个样本在3.142秒确认，确认延迟742毫秒，最长连续12个，因此通过原有连续10样本标准。但本段保持指令重放的电能捕获率仅45.4%。下图重放了采样间隙中旧指令继续作用于新负载的情况，出现188.2 Vpp，超过160 Vpp累计约1毫秒。因此稳态通过并没有解决全过程电能与硬限问题。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【本页指示顺序】上图看首次合格和确认时刻，中图看最终0.8548 MHz，下图看2.4 s附近的越限尖峰。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【口径与限制】条件保持0.8 s/段、捕获率≥98%、CONTROL且NORMAL、频率未冻结、连续10样本，相邻控制样本间隔≤30 ms。10个20 ms样本首末跨度180 ms。功率分母为当前场景约140.2 mW，不是基准170 mW。图为已存候选结果和模型保持指令重放，不是LTspice瞬态或硬件捕获。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【教授追问与回答】问：通过了为什么不宣布成功？答：只通过一个维度的稳态标准，电能和硬限仍有明确未解决项。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【模糊推测内容】此处为模糊推测内容：后续优化恢复时序或安全裕量能否提高电能、消除越限，需重新验证，本页不声称已解决。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C:/Users/24739/Documents/Codex/2026-08-10/new-chat/po_scheduling_20260909/results/B0_T500_A90_R2_dwell_0.8s/timeline.csv</a:t>
            </a:r>
          </a:p>
          <a:p xmlns:a="http://schemas.openxmlformats.org/drawingml/2006/main">
            <a:r>
              <a:t>C:/Users/24739/Documents/Codex/2026-08-10/new-chat/po_scheduling_20260909/results/B0_T500_A90_R2_dwell_0.8s/acceptance_and_energy.csv</a:t>
            </a:r>
          </a:p>
          <a:p xmlns:a="http://schemas.openxmlformats.org/drawingml/2006/main">
            <a:r>
              <a:t>C:/Users/24739/Documents/Codex/2026-08-10/new-chat/po_scheduling_20260909/results/B0_T500_A90_R2_dwell_0.8s/config.json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第24页  扩展旧批次：尾段误差为零，仍存在全程电能损失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【建议时长】65秒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【本页实际图表】左表三种历史策略指标，右图记录积分电能比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页回到与第12页相同的旧批次。左表中的尾段误差采用筛选和回退样本，因此零误差不能代表连续稳态通过，也没有完整计入前面的停机、扫描和试探。右图按相同0.8到6.4秒区间，对已记录功率按持续时间积分：固定频率加保护为0.588焦耳，周期扫频0.474焦耳，扫描辅助P&amp;O为0.525焦耳。用共同安全参考电能0.77568焦耳归一化，分别为75.8%、61.1%和67.7%。本批次固定频率记录积分较高，但不能因此称其在所有扰动和模型下更好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【本页指示顺序】先指出左表“尾段误差*”不等于验收，再读右侧三根电能柱，最后看相同时间区间和方法说明。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积分规则是每条p_rm_W在记录duration_s内保持，与[0.8,6.4)相交后求和，包含全部动作；不是第23页跨扰动保持指令的物理响应重放。尾段规则：末25%合格CONTROL；缺少时最后5个合格CONTROL；仍缺少时最后5个CONTROL，再按7段均值。因此是历史描述指标，非新正式稳态定义。未通过段分别3、2、3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【教授追问与回答】问：为什么出现0%但没通过？答：取样集合和连续验收不同，回退甚至可能包含未达状态资格的控制点。缺少正式稳态窗口应在正式表记NA，而不是用回退宣布通过。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  <a:endParaRPr/>
          </a:p>
          <a:p xmlns:a="http://schemas.openxmlformats.org/drawingml/2006/main">
            <a:r>
              <a:t>C:/Users/24739/Documents/Codex/2026-08-10/new-chat/ppt_control_fix_20260906/build/data/stage5_integrated_strategy_table.csv</a:t>
            </a:r>
            <a:endParaRPr/>
          </a:p>
          <a:p xmlns:a="http://schemas.openxmlformats.org/drawingml/2006/main">
            <a:r>
              <a:t>C:/Users/24739/Documents/Codex/2026-08-10/new-chat/ppt_energy_update_20260909/build/data.json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第16页  电—声接口已定义字段，尚未运行结构声场求解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【本页实际图表】接口数据流，最后两个节点为待填声学结果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这页是接口定义，不是声场结果。已有基准和低、中、高组合共4条电学导出记录，包括频率、复端口电压以及电学功率，采用RMS相量和exp正jωt约定。声学查找表、靶区和壁面压力代理还没有数值，统一标记NOT_AVAILABLE。接口审计通过只说明字段、单位和内部关系满足当前定义，不表示已经运行COMSOL，也不代表已建立电功率到声功率的标定关系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【本页指示顺序】从左向右讲到复端口激励，明确后两个节点标为待完成，再读声学字段为空。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【口径与限制】这是2026-09-01已有接口记录。接口工作点是模型计算所得，不是硬件安全保证。接入有限元前还需核对材料、极化、电极边界和软件谐波幅值约定。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【教授追问与回答】问：输入电压后声压就能得到吗？答：还必须有完整的几何、材料、边界、网格和求解验证。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C:/Users/24739/Documents/Codex/2026-08-10/new-chat/CTO_virtual_drive_platform_v2_1/results/interfaces/electro_acoustic_v1/electro_acoustic_interface_audit.json</a:t>
            </a:r>
          </a:p>
          <a:p xmlns:a="http://schemas.openxmlformats.org/drawingml/2006/main">
            <a:r>
              <a:t>C:/Users/24739/Documents/Codex/2026-08-10/new-chat/CTO_virtual_drive_platform_v2_1/interfaces/electro_acoustic_v1/interface_field_dictionary.csv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第17页  扰动是模型压力测试，不是病变到BVD的定量映射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【本页实际图表】研究背景、扫描假设、待标定关系三个层次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页说明扰动的来源身份。CTO和治疗超声是项目背景，但当前没有把具体病变分级换算为BVD元件变化的实测或定量文献依据。C0、Rm和fs的等级是为了检验模型敏感性及控制恢复而登记的扫描变量，不代表临床低、中、高严重程度。我们能报告的是特定假设模型内的电学响应，不能说钙化必然导致Rm增加50%，也不能由P_Rm恢复推出声压或治疗效果恢复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【本页指示顺序】依次指背景、扫描假设和待标定映射，再看右侧当前范围。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【口径与限制】本页没有引用未经核对页码的具体病理事实。几何声场未完成；热效应、空化、临床效果属于本项目排除范围，不是本月待补的实验。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【教授追问与回答】问：扰动百分比有医学依据吗？答：目前是工程压力测试范围，需用可控负载实验和阻抗测量建立物理映射。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【模糊推测内容】此处为模糊推测内容：真实负载可通过机电耦合改变等效参数，但具体参数、方向和幅度尚待标定。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C:/Users/24739/Documents/Codex/2026-08-10/new-chat/CTO_virtual_drive_platform_v2_1/config.yaml</a:t>
            </a:r>
            <a:endParaRPr/>
          </a:p>
          <a:p xmlns:a="http://schemas.openxmlformats.org/drawingml/2006/main">
            <a:r>
              <a:t>C:/Users/24739/Documents/Codex/2026-08-10/new-chat/CTO_virtual_drive_platform_v2_1/scenarios/stage3_scenario_registry_and_summary.csv</a:t>
            </a:r>
            <a:endParaRPr/>
          </a:p>
          <a:p xmlns:a="http://schemas.openxmlformats.org/drawingml/2006/main">
            <a:r>
              <a:t>C:/Users/24739/Documents/Codex/2026-08-10/new-chat/CTO_virtual_drive_platform_v2_1/docs/NEXT_STAGE_REAL_VALIDATION_PLAN.md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第18页  已有电学建模与控制原型证据，计划书验收仍有缺口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【本页实际图表】已有证据、待补内部验收、后续建模与外部验证三列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本月成果可以概括为：建立了v2.1假设电学模型和匹配网络，保留Python与LTspice交叉验证，完成34个登记场景的静态扫描，并有选频、保护及控制原型和电声接口。仍未完成的内部任务是固定、扫频、相位三策略统一验收、完整闭环场景覆盖、逐扫描点保护正式集成，以及功率、反射和采样间隙的统一评估。实测阻抗、功率标定与声场验证属于下一阶段外部验证，不能用它们替代当前内部缺口的说明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【本页指示顺序】左列先总结成果，中列逐项说明未完成，右列只介绍下一阶段。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【口径与限制】34场景指1基准、30个单因素/敏感性变体及3组合；其中12个代表场景有LTspice静态交叉验证，不是34个全部用LTspice。后续候选通过某个稳态段不等于所有任务完成。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【教授追问与回答】问：能否写本月全部完成？答：不能，应写电学平台和控制原型已建立，统一验收及部分验证待完成。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C:/Users/24739/Documents/Codex/2026-08-10/new-chat/CTO_virtual_drive_platform_v2_1/results/tables/stage3_disturbance/stage3_audit.json</a:t>
            </a:r>
            <a:endParaRPr/>
          </a:p>
          <a:p xmlns:a="http://schemas.openxmlformats.org/drawingml/2006/main">
            <a:r>
              <a:t>C:/Users/24739/Documents/Codex/2026-08-10/new-chat/CTO_virtual_drive_platform_v2_1/docs/验收缺口与版本边界_20260910.md</a:t>
            </a:r>
            <a:endParaRPr/>
          </a:p>
          <a:p xmlns:a="http://schemas.openxmlformats.org/drawingml/2006/main">
            <a:r>
              <a:t>C:/Users/24739/Documents/Codex/2026-08-10/new-chat/project_audit_20260910/output/静态与闭环覆盖核查.csv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第19页  备份：用户工作要求与假设模型、控制参数分别登记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【本页实际图表】参数来源表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【逐字讲稿】参数必须按来源解释。0.8到1.0 MHz范围、初始0.9 MHz、约100 Vpp及160 Vpp边界来自用户要求。5 mA是用户给定量级，本次把它解释为RMS。6 mA硬限、130 Vpp和5.5 mA软阈值、Rs等于50欧姆及全部BVD元件是仿真假设。表中没有把无实测数据的参数写成器件额定值。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【本页指示顺序】优先指来源类别列，说明用户要求与假设基线的区别，不逐项朗读数值。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【口径与限制】用户边界另列，不强行写为文献值。扫描变量来自参数登记；控制增益和周期也是假设控制参数。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【教授追问与回答】问：哪些最需要实测？答：复阻抗频响、源等效阻抗、端口电压电流功率，以及额定限制。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C:/Users/24739/Documents/Codex/2026-08-10/new-chat/CTO_virtual_drive_platform_v2_1/config.yaml</a:t>
            </a:r>
            <a:endParaRPr/>
          </a:p>
          <a:p xmlns:a="http://schemas.openxmlformats.org/drawingml/2006/main">
            <a:r>
              <a:t>C:/Users/24739/Documents/Codex/2026-08-10/new-chat/CTO_virtual_drive_platform_v2_1/models/python/model_v2_1.py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第20页  备份：单因素派生量与历史控制场景覆盖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【本页实际图表】左表代表因素，右侧历史序列及基线量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左表是部分代表性单因素最高档，右侧是旧主控制序列，共8段但只有7个不同场景，因为基准重复出现。Rm-only必须固定Lm和Cm，所以Rm增加15%、30%和50%时，派生Qm分别为695.7、615.4和533.3，而不能仍写800。之前修订只纠正派生登记，保留了电学响应。组合场景按各自登记规则联合构造，不是把所有元件单因素直接相加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【本页指示顺序】先左表、右上序列，最后指底部派生Qm关系和右下端口基线。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【口径与限制】右下是换能器端口|Zport|约7.071kΩ、相位−15.916°，不是Zin。2026-09-10保存回归报告记录34×2001频点电学数组一致；这是历史回归，不冒称本次重新运行。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【教授追问与回答】问：低中组合也在闭环序列中吗？答：旧主序列只有高组合；低中组合已有静态验证，统一闭环还未覆盖。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C:/Users/24739/Documents/Codex/2026-08-10/new-chat/CTO_virtual_drive_platform_v2_1/results/tables/stage3_disturbance/stage3_scenario_registry_and_summary.csv</a:t>
            </a:r>
            <a:endParaRPr/>
          </a:p>
          <a:p xmlns:a="http://schemas.openxmlformats.org/drawingml/2006/main">
            <a:r>
              <a:t>C:/Users/24739/Documents/Codex/2026-08-10/new-chat/project_audit_20260910/output/Rm派生Qm修正验证.json</a:t>
            </a:r>
            <a:endParaRPr/>
          </a:p>
          <a:p xmlns:a="http://schemas.openxmlformats.org/drawingml/2006/main">
            <a:r>
              <a:t>C:/Users/24739/Documents/Codex/2026-08-10/new-chat/ppt_control_fix_20260906/build/data/stage4_control_timeline.csv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第21页  备份：低、中、高组合的已保存LTspice静态交叉验证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【本页实际图表】三档误差和证据表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低、中、高组合都保留了LTspice批处理文件及对应Python对照。每档2001个频点，最大复输入阻抗相对误差分别约0.01461%、0.00751%和0.00295%，低于5%验收线。这说明两条求解路径在登记配置下吻合。它不能排除共同模型假设错误，也不能证明低、中、高组合均已通过包含相位策略的统一闭环验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【本页指示顺序】读表内三档复阻抗误差，再指网表、RAW、Log及哈希证据行。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【口径与限制】误差为复Zin之差的模除以Python复Zin的模，不是仅|Zin|差值。原始误差列为比例，显示时乘100。功率交叉验证另用峰值归一化的全量程误差，不能统称所有指标逐点相对误差。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【教授追问与回答】问：这能证明没有代码错误吗？答：不能，能支持相同输入下的数值一致性，仍可能存在共同配置错误。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C:/Users/24739/Documents/Codex/2026-08-10/new-chat/CTO_virtual_drive_platform_v2_1/results/tables/stage3_disturbance/stage3_LTspice_cross_validation.csv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C:/Users/24739/Documents/Codex/2026-08-10/new-chat/CTO_virtual_drive_platform_v2_1/results/tables/stage3_disturbance/stage3_audit.json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第22页  备份：最大功率、最小相位、最小反射各有不同定义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【建议时长】40秒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【本页实际图表】三个目标函数对照表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【逐字讲稿】最大功率点是冻结源、未保护离线P_Rm曲线的最大值。最小相位点是输入相位arg Zin的绝对值最小。最小反射点是相对50欧姆实参考阻抗的Γ最小。相位接近零只说明虚部接近零，并不说明实部接近50欧姆，也不说明Rm分得的功率最大。正式控制还要把电压电流和幅度权限加进可行性判断，不能直接把这个离线argmax当作安全命令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【本页指示顺序】逐行对应三个目标函数，最后指fs−5%的粗网格反例。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【口径与限制】Γ无量纲，不是瓦特数；除非进一步声明功率波参考及入射功率，否则不称实测反射功率。最小|相位|网格点和插值相位零点也不是同一个统计量。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【教授追问与回答】问：能否仅靠降幅改善Γ？答：在线性模型中固定频率与元件时，整体降幅不改变Zin，所以Γ也不变。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C:/Users/24739/Documents/Codex/2026-08-10/new-chat/CTO_virtual_drive_platform_v2_1/results/tables/stage3_selection/stage3_initial_three_criteria.csv</a:t>
            </a:r>
            <a:endParaRPr/>
          </a:p>
          <a:p xmlns:a="http://schemas.openxmlformats.org/drawingml/2006/main">
            <a:r>
              <a:t>C:/Users/24739/Documents/Codex/2026-08-10/new-chat/CTO_virtual_drive_platform_v2_1/models/python/model_v2_1.py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第14页  相位闭环历史结果：输入相位目标不能保证扰动后的功率最优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【建议时长】60秒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【本页实际图表】K=5 Hz/°当前CSV三联图：频率、相位误差、P_Rm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【逐字讲稿】相位闭环使用匹配网络输入相位arg Zin，目标固定为基准功率峰处的负1.0782度，不是零度。左图是增益5 Hz每度的已保存时序，依次显示控制频率、目标减测量的相位误差和P_Rm。淡色区域为fs下降5%的扰动段：频率仍在0.9 MHz附近，P_Rm很低，说明这个固定相位目标和局部跟踪没有重新找到新功率峰。右侧另列全增益表的结果，50和100 Hz每度分别存在1段小相位误差但低功率的情况。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【本页指示顺序】上图读频率范围，中图读相位误差，下图读绝对功率mW。右侧错误锁定统计来自其他增益表，不是左图K=5的计数。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【口径与限制】完整增益为5、10、25、50、100 Hz/°。频率更新有±500 Hz限幅，频率范围0.8–1.0 MHz。局部斜率由已知模型在f±100 Hz求取，未计探针测量与驻留耗时；不是仅依赖一个可测样本的完整硬件实现。历史“错误锁定”判据是尾段平均|相位误差|≤0.5°且功率比&lt;95%，不等于新的连续验收。当前绘图数据哈希b170bc930d，替换旧图片约120%的不一致捕获率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【教授追问与回答】问：为什么乘相位斜率的符号？答：相同误差在正负斜率区需要相反的频率修正；但符号正确也不保证全局收敛或最大功率。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C:/Users/24739/Documents/Codex/2026-08-10/new-chat/CTO_virtual_drive_platform_v2_1/results/phase_ablation/phase_timeline_selected_gain.csv</a:t>
            </a:r>
            <a:endParaRPr/>
          </a:p>
          <a:p xmlns:a="http://schemas.openxmlformats.org/drawingml/2006/main">
            <a:r>
              <a:t>C:/Users/24739/Documents/Codex/2026-08-10/new-chat/CTO_virtual_drive_platform_v2_1/results/phase_ablation/phase_gain_sweep_summary.csv</a:t>
            </a:r>
            <a:endParaRPr/>
          </a:p>
          <a:p xmlns:a="http://schemas.openxmlformats.org/drawingml/2006/main">
            <a:r>
              <a:t>C:/Users/24739/Documents/Codex/2026-08-10/new-chat/outputs/v2_self_consistent_rebuild/active_stage3_5/run_phase_ablation.py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第15页  计划书三策略都有原型，统一正式验收尚未完成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【建议时长】50秒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【本页实际图表】三行策略进展表，不是成绩排名表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原计划的三种方法是固定频率、周期扫频和相位误差闭环。这三种方法已有代码和代表性时序，但相位补充表与另外两种策略的统计窗口、部分资格判据还不统一，文件也明确标明不能用于正式排名。因此这一页只报告实现进展，不将旧表中的误差数字硬拼为优劣排序。静态登记34个场景，旧主控制序列只覆盖其中7个不同场景，完整单因素和组合闭环还需要补齐。扫描辅助P&amp;O保留为第四种扩展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【本页指示顺序】从三行的策略名称看到统一正式指标列，最后指底部场景覆盖缺口。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【口径与限制】固定频率基线带共同保护：名义固定幅度，触发保护时允许降幅，不能称全时段绝对固定幅度。原补充表保留不修改。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【教授追问与回答】问：三策略比较算完成了吗？答：原型与历史比较已做，按计划要求的统一正式比较尚未完成。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C:/Users/24739/Documents/Codex/2026-08-10/new-chat/CTO_virtual_drive_platform_v2_1/results/tables/stage4_5/plan_fixed_periodic_phase_integrated.csv</a:t>
            </a:r>
            <a:endParaRPr/>
          </a:p>
          <a:p xmlns:a="http://schemas.openxmlformats.org/drawingml/2006/main">
            <a:r>
              <a:t>C:/Users/24739/Documents/Codex/2026-08-10/new-chat/project_audit_20260910/output/静态与闭环覆盖核查.csv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第25页  备份：历史LTspice截图仅作运行留痕，原截图仍不完整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【本页实际图表】历史GUI局部图与Error Log局部图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目前保留有2026年8月15日的基准场景GUI和日志截图。左图展示的是V(n_port)的幅值及相位，不是Zin相位或端口电压除以电流的阻抗相位。原截图本身缺少横轴下沿，日志长路径也没有完整显示，所以本页只把它们作为历史运行留痕，不能用于完整定量读图。本次不补造缺失像素，也不将它们说成新的仿真截图。完整数值仍应查网表、RAW和Log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【本页指示顺序】先读历史日期，再说明左图变量名和截图不完整，右侧Log仅对应同一历史基准。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软件Log显示26.0.2，元数据文件版本为26.0.2.1。GUI源AC设置、幅相参考应查对应cir/plt，不能把其电压相位误认为阻抗相位。另一个名为waveform_V_n_port的历史PNG被其他窗口遮挡，不作为波形证据。完整GUI与轴线需用户重新打开原始RAW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【教授追问与回答】问：能补成完整真实截图吗？答：不能从已裁掉像素恢复真实软件界面；应在LTspice中重新打开对应RAW与日志后截取。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C:/Users/24739/Documents/Codex/2026-08-10/new-chat/outputs/v2_self_consistent_rebuild/active_stage3_5/ltspice_gui_evidence/LTspice_GUI_evidence_metadata.json</a:t>
            </a:r>
          </a:p>
          <a:p xmlns:a="http://schemas.openxmlformats.org/drawingml/2006/main">
            <a:r>
              <a:t>C:/Users/24739/Documents/Codex/2026-08-10/new-chat/outputs/v2_self_consistent_rebuild/active_stage3_5/ltspice_gui_evidence/LTspice_GUI_waveform_mag_phase.png</a:t>
            </a:r>
          </a:p>
          <a:p xmlns:a="http://schemas.openxmlformats.org/drawingml/2006/main">
            <a:r>
              <a:t>C:/Users/24739/Documents/Codex/2026-08-10/new-chat/outputs/v2_self_consistent_rebuild/active_stage3_5/ltspice_gui_evidence/LTspice_SPICE_Error_Log.png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第26页  备份：正式比较应冻结统一评价口径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【建议时长】45秒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【本页实际图表】拟统一的验收定义表，尚未形成新成绩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下一轮正式比较要先固定口径。安全最优参考只用于离线评价，不能把场景答案直接提供给控制器。连续验收保持功率捕获率至少98%、NORMAL且频率未冻结、连续10个控制样本，并同时报告合格序列起点和第10样本确认时刻。没有合格窗口就记未通过、稳态指标NA。全过程还需计入扫描、试探、停机和恢复电能，并单列记录样本与保持区间越限。功率和反射约束必须先定义对象、阈值和无解处置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【本页指示顺序】从安全参考、稳态、恢复三行讲到全程电能和约束两行，最后强调不放宽原门槛。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【口径与限制】这是统一验收方案，不是三种算法都已采用的结果。不能延长原段或提高电压限值换通过。独立PI非必需，无积分器时积分饱和为不适用。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【教授追问与回答】问：缺少稳态样本如何报告？答：数量和失败状态明示，正式稳态指标不填0，不让回退样本伪装连续验收。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C:/Users/24739/Documents/Codex/2026-08-10/new-chat/CTO_virtual_drive_platform_v2_1/docs/验收缺口与版本边界_20260910.md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第27页  备份：每张结果图都应追溯到场景、脚本和原始数据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【本页实际图表】参数到图表的证据链示意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这里给出结果追溯方法。先定位场景参数和源条件，再找到生成脚本与LTspice网表，随后核对RAW、Log或控制时序CSV，再到汇总表和展示图。文件哈希用于判断是不是同一份保存版本，不证明物理模型正确。静态批处理、离散控制、保持指令重放和GUI截图属于不同证据类型，不能互相冒充。本次只做旧文件审核、数据复核和图文修订，没有新增控制或LTspice仿真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【本页指示顺序】沿证据链左到右说明。此页讲研究留痕，不朗读内部修稿过程。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【口径与限制】已知旧清单在Rm元数据修订后有变更，保留原清单并另记当前哈希。本次讲稿每页给出确切路径，证据索引独立保存。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【教授追问与回答】问：哈希相同是不是证明做过实验？答：只能证明当前文件与登记版本相同；实际运行身份要结合网表、求解输出、日志和来源说明判断。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C:/Users/24739/Documents/Codex/2026-08-10/new-chat/CTO_virtual_drive_platform_v2_1/results/manifests/evidence_manifest.csv</a:t>
            </a:r>
          </a:p>
          <a:p xmlns:a="http://schemas.openxmlformats.org/drawingml/2006/main">
            <a:r>
              <a:t>C:/Users/24739/Documents/Codex/2026-08-10/new-chat/project_audit_20260910/output/历史哈希清单核查.csv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第28页  备份：结构声场模型与结果尚未完成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【建议时长】35秒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【本页实际图表】建模输入及未来求解证据清单，无云图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逐字讲稿】结构声场部分尚未完成。下一步需要确定几何、压电材料及极化方向、电极与机械边界、耦合面和吸收边界，再进行粗中细网格、模态和谐响应计算。结果侧需保存端口阻抗、位移幅相、声压云图及轴向曲线、网格收敛表和正常结束日志。当前没有这些求解结果，因此不能展示示意云图并称它是ANSYS或COMSOL结果，也不能宣称已完成声场验证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【本页指示顺序】只按本页左右两列讲“需要输入什么”和“需要保存什么”，不需要额外云图。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【口径与限制】软件版本与许可证信息需记录。模态是求解结果不是材料输入；PML是未来边界方案之一，具体需匹配模型域。热、空化和临床效应不属于当前建模范围。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【教授追问与回答】问：现在能否算声学效率？答：不能，声学字段为空，需完成并校核耦合模型，再做实验外部验证。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【模糊推测内容】无。本页仅陈述文件证据、定义或代数复核。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C:/Users/24739/Documents/Codex/2026-08-10/new-chat/CTO_virtual_drive_platform_v2_1/interfaces/electro_acoustic_v1/interface_field_dictionary.csv</a:t>
            </a:r>
          </a:p>
          <a:p xmlns:a="http://schemas.openxmlformats.org/drawingml/2006/main">
            <a:r>
              <a:t>C:/Users/24739/Documents/Codex/2026-08-10/new-chat/CTO_virtual_drive_platform_v2_1/docs/NEXT_STAGE_REAL_VALIDATION_PLAN.md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AuditImage4_1" Type="http://schemas.openxmlformats.org/officeDocument/2006/relationships/image" Target="../media/full_audit_20260911_p4_1.png"/></Relationships>
</file>

<file path=ppt/slides/_rels/slide5.xml.rels><?xml version="1.0" encoding="UTF-8" standalone="yes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Relationship Id="rIdAuditImage6_1" Type="http://schemas.openxmlformats.org/officeDocument/2006/relationships/image" Target="../media/full_audit_20260911_p6_1.png"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AuditImage8_1" Type="http://schemas.openxmlformats.org/officeDocument/2006/relationships/image" Target="../media/full_audit_20260911_p8_1.png"/></Relationships>
</file>

<file path=ppt/slides/_rels/slide9.xml.rels><?xml version="1.0" encoding="UTF-8" standalone="yes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AuditImage9_1" Type="http://schemas.openxmlformats.org/officeDocument/2006/relationships/image" Target="../media/full_audit_20260911_p9_1.png"/></Relationships>
</file>

<file path=ppt/slides/_rels/slide10.xml.rels><?xml version="1.0" encoding="UTF-8" standalone="yes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AuditImage10_1" Type="http://schemas.openxmlformats.org/officeDocument/2006/relationships/image" Target="../media/full_audit_20260911_p10_1.png"/></Relationships>
</file>

<file path=ppt/slides/_rels/slide11.xml.rels><?xml version="1.0" encoding="UTF-8" standalone="yes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AuditImage11_1" Type="http://schemas.openxmlformats.org/officeDocument/2006/relationships/image" Target="../media/full_audit_20260911_p11_1.png"/></Relationships>
</file>

<file path=ppt/slides/_rels/slide12.xml.rels><?xml version="1.0" encoding="UTF-8" standalone="yes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AuditImage14_1" Type="http://schemas.openxmlformats.org/officeDocument/2006/relationships/image" Target="../media/full_audit_20260911_p14_1.png"/></Relationships>
</file>

<file path=ppt/slides/_rels/slide24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6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BF4D45B-1B64-492C-AF67-83CE42A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7F8E"/>
          </a:solidFill>
          <a:ln xmlns:a="http://schemas.openxmlformats.org/drawingml/2006/main" w="0">
            <a:solidFill>
              <a:srgbClr val="2A7F8E"/>
            </a:solidFill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781653B-19E3-4030-BA02-C84774E6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CTO超声换能器虚拟阻抗建模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17324D"/>
                </a:solidFill>
              </a:defRPr>
            </a:pPr>
            <a:r>
              <a:rPr sz="4050" b="1">
                <a:solidFill>
                  <a:srgbClr val="17324D"/>
                </a:solidFill>
              </a:rPr>
              <a:t>与自适应驱动控制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F15658-398B-44A2-9D8F-D3E6F374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A7F8E"/>
                </a:solidFill>
              </a:defRPr>
            </a:pPr>
            <a:r>
              <a:rPr sz="1800" b="0">
                <a:solidFill>
                  <a:srgbClr val="2A7F8E"/>
                </a:solidFill>
              </a:rPr>
              <a:t>第一月：BVD建模、阻抗匹配、扰动分析与控制原型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CEE6549-83B9-4576-AA62-8F107FC4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F00"/>
          </a:solidFill>
          <a:ln xmlns:a="http://schemas.openxmlformats.org/drawingml/2006/main" w="0">
            <a:solidFill>
              <a:srgbClr val="E69F00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5DF45FF-08A5-4652-B13B-D2C530C8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2291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第一月工作汇报    2026.09.11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EB445AA-5147-4E93-84BD-8E31466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293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已有电学模型与控制原型，统一三策略验收尚未全部完成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99C115-A393-47E1-B623-00194752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4050952"/>
      </p:ext>
    </p:extLst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">
            <a:extLst xmlns:a="http://schemas.openxmlformats.org/drawingml/2006/main">
              <a:ext uri="{FF2B5EF4-FFF2-40B4-BE49-F238E27FC236}">
                <a16:creationId xmlns:a16="http://schemas.microsoft.com/office/drawing/2014/main" id="{89BC7DE2-40AB-4404-B2BB-97FD09F1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研究问题：参数漂移后，怎样选择受约束的电学工作点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B557E4C-5758-441B-B4C4-FAE8A718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FEA482A-1B61-4F6B-A320-626AAC3E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1ABE88D-3FD3-45F7-AFA6-38464612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假设BVD电学模型，非实测数据    本次仅审核旧证据、复核数据与修订图文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A8E984-A2DE-4574-B3DF-136BE54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9041E046-3B24-4C23-85B1-20F997C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150B93E4-511A-4AAC-AC99-4709219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C5A51294-9DFF-43B7-A65C-0F3E2D56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FFB0D529-0D9B-4BFC-8256-00D4675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F9C769A-6FCD-42C7-A987-72A1C3FB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67627A3-1163-4C4C-8034-626FB949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假设BVD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模型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6CD29AC-0A93-4B5E-A146-8F52920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73528C9-6DEC-4E1D-8218-22CB351D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L型匹配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DF98EE8-DCC1-429D-949F-4ED4650D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7EB87D6-CC67-459C-A504-661582F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参数扰动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181C060-F29E-4148-8126-D4145726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38375"/>
            <a:ext cx="1524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43D0403-0521-45D6-A9DE-CDD14FE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14575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阻抗与功率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8233F14-4F78-48B8-A0E9-08C4432C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38375"/>
            <a:ext cx="1809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4AEA34-72C7-4071-B91F-EAB13FE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14575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选频与保护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BE0271-55D8-4472-AC30-09E38164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小信号线性等效电路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4D77B8B-383F-45B5-A7C1-5FFFA8E8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2905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目标：P_Rm电学耗散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参数为假设与扫描变量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9D10DE5-CB76-4A03-95B6-96DA65A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24D"/>
                </a:solidFill>
              </a:defRPr>
            </a:pPr>
            <a:r>
              <a:rPr sz="1350" b="1">
                <a:solidFill>
                  <a:srgbClr val="17324D"/>
                </a:solidFill>
              </a:rPr>
              <a:t>不计算声压、温升、空化或临床效果</a:t>
            </a:r>
          </a:p>
        </p:txBody>
      </p:sp>
    </p:spTree>
    <p:extLst>
      <p:ext uri="{BB962C8B-B14F-4D97-AF65-F5344CB8AC3E}">
        <p14:creationId xmlns:p14="http://schemas.microsoft.com/office/powerpoint/2010/main" val="711479529"/>
      </p:ext>
    </p:extLst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3">
            <a:extLst xmlns:a="http://schemas.openxmlformats.org/drawingml/2006/main">
              <a:ext uri="{FF2B5EF4-FFF2-40B4-BE49-F238E27FC236}">
                <a16:creationId xmlns:a16="http://schemas.microsoft.com/office/drawing/2014/main" id="{E5345C18-2A4C-498A-8389-BB14AB5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先满足电压、电流的数量级一致性，再建立假设BVD基线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493F13-9E07-4530-BCAF-E03FBDD1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E069C-4783-4504-AF4B-EF6288E50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24A2B06-3B6D-40CF-9C72-55A7A2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假设BVD电学模型，非实测数据    本次仅审核旧证据、复核数据与修订图文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F4630D-A332-4784-92C6-7D3785E5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518CC4C-740A-4C57-9C0C-D8D8103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953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14DCB64-CE0A-4D44-8080-07E36EE7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E69F00"/>
                </a:solidFill>
              </a:defRPr>
            </a:pPr>
            <a:r>
              <a:rPr sz="1950" b="1">
                <a:solidFill>
                  <a:srgbClr val="E69F00"/>
                </a:solidFill>
              </a:rPr>
              <a:t>旧参数的数量级冲突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8724206-395A-4C2D-BFAE-9468A15A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F2933"/>
                </a:solidFill>
              </a:defRPr>
            </a:pPr>
            <a:r>
              <a:rPr sz="1875" b="0">
                <a:solidFill>
                  <a:srgbClr val="1F2933"/>
                </a:solidFill>
              </a:rPr>
              <a:t>V_RMS = 100/(2√2) = 35.36 V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78A130E-56D9-4482-AC02-600317A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F2933"/>
                </a:solidFill>
              </a:defRPr>
            </a:pPr>
            <a:r>
              <a:rPr sz="1725" b="0">
                <a:solidFill>
                  <a:srgbClr val="1F2933"/>
                </a:solidFill>
              </a:rPr>
              <a:t>若串联谐振时 Rm = 100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16E104-4ADA-46E6-BA73-ACC8AD3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I_Rm,RMS ≈ 353.6 mA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2E8B6E-BDF4-4B70-895E-6070BA3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P_Rm ≈ 12.5 W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EF18077-B4A8-4E60-99AF-818D5B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单是运动支路就超出5 mA量级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AEDB732-C6A8-466B-81CE-36B0CC45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38250"/>
            <a:ext cx="56007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7B7068B-A980-4995-88C9-A4702508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v2.1假设基线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5FBE0A1-4116-470D-BAE6-BF93F670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C₀ = 6.858 pF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AD5C95A-D1DB-4FBF-BE72-D11BB8AC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19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Rₘ = 7.353 kΩ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127FDA4-0333-4599-9E30-7571838D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Qₘ = 800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EB8660A-5739-424A-A111-0E27B57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71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Lₘ = 1.040 H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C2F7FF-65B1-44F1-AB73-E05C6E37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Cₘ = 0.0301 pF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2AE5CAF-1187-47C1-91A9-20395FE7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752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fₛ = 0.9 MHz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C55602-55DD-4AA0-8536-B647422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324D"/>
                </a:solidFill>
              </a:defRPr>
            </a:pPr>
            <a:r>
              <a:rPr sz="1575" b="1">
                <a:solidFill>
                  <a:srgbClr val="17324D"/>
                </a:solidFill>
              </a:rPr>
              <a:t>数量级自洽的虚拟模型，非实测辨识参数</a:t>
            </a:r>
          </a:p>
        </p:txBody>
      </p:sp>
    </p:spTree>
    <p:extLst>
      <p:ext uri="{BB962C8B-B14F-4D97-AF65-F5344CB8AC3E}">
        <p14:creationId xmlns:p14="http://schemas.microsoft.com/office/powerpoint/2010/main" val="179616792"/>
      </p:ext>
    </p:extLst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A2799A8C-8DE2-0897-A771-1F0AA81F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裸BVD交叉验证：同一配置下，两条求解路径数值吻合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DC5E020-33F1-3F88-1B91-3791D3CD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8C1DD9-E6CF-77A6-1C66-A3B7B281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7CF5B6-E78A-48E9-7660-8D92BCB0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裸BVD，保留Rm损耗    复核已保存RAW，非新LTspice仿真    误差以Python复阻抗为分母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6173B2-C80C-65C8-F625-7DDDB6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4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8E4DB2B-7985-A526-9BB2-8FF22E55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954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17324D"/>
                </a:solidFill>
              </a:defRPr>
            </a:pPr>
            <a:r>
              <a:rPr sz="2550" b="1">
                <a:solidFill>
                  <a:srgbClr val="17324D"/>
                </a:solidFill>
              </a:rPr>
              <a:t>0.5–1.5 MHz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46C06A-F541-D415-8D41-157FFE4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B76"/>
                </a:solidFill>
              </a:defRPr>
            </a:pPr>
            <a:r>
              <a:rPr sz="1275" b="0">
                <a:solidFill>
                  <a:srgbClr val="5F6B76"/>
                </a:solidFill>
              </a:rPr>
              <a:t>100001点｜Δf=10 Hz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C60F462-7091-C8EA-87D2-041D4A58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79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328898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328898"/>
                </a:solidFill>
                <a:latin typeface="Calibri"/>
                <a:ea typeface="Calibri"/>
                <a:cs typeface="Calibri"/>
              </a:rPr>
              <a:t>1.36×10⁻⁵ %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1013790-2B4D-7EC7-ACB0-7094817B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47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最大复阻抗相对误差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D44F68F-6ED0-DE4D-F6D2-A89D65D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2897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0.900000 MHz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BF671A-B86B-F207-C411-91E70466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766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两条路径的电导峰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8062FC2-4BB1-F724-33FE-F249BED0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19600"/>
            <a:ext cx="28384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已存RAW与解析复核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同参数、同网格对照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实现吻合不等于参数真实</a:t>
            </a:r>
          </a:p>
        </p:txBody>
      </p:sp>
      <p:pic>
        <p:nvPicPr>
          <p:cNvPr id="43" name="AUDIT_P4_p04_bare_bvd" descr="AUDIT_P4_p04_bare_bv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AuditImage4_1"/>
          <a:stretch xmlns:a="http://schemas.openxmlformats.org/drawingml/2006/main"/>
        </p:blipFill>
        <p:spPr>
          <a:xfrm xmlns:a="http://schemas.openxmlformats.org/drawingml/2006/main">
            <a:off x="883296" y="1190625"/>
            <a:ext cx="7434558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125713"/>
      </p:ext>
    </p:extLst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同一源条件下，0.9 MHz有损匹配的P_Rm约为未匹配的32.8倍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同一冻结源的未保护离线AC曲线    P_Rm为等效Rm电学耗散，32.8倍不是声学效率增益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5</a:t>
            </a:r>
          </a:p>
        </p:txBody>
      </p:sp>
      <p:pic>
        <p:nvPicPr>
          <p:cNvPr id="21" name="图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76375"/>
            <a:ext cx="7029450" cy="4709732"/>
          </a:xfrm>
          <a:prstGeom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66875"/>
            <a:ext cx="3333750" cy="119062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3143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Lmatch ≈ 106.726 μH</a:t>
            </a:r>
            <a:endParaRPr sz="1575" b="1">
              <a:solidFill>
                <a:srgbClr val="17324D"/>
              </a:solidFill>
            </a:endParaRP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Cmatch ≈ 283.599 pF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设计中心：0.9 MHz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0.9000 MHz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未匹配 5.186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有损匹配 170.0 mW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CA8400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A8400"/>
                </a:solidFill>
                <a:latin typeface="Calibri"/>
                <a:ea typeface="Calibri"/>
                <a:cs typeface="Calibri"/>
              </a:rPr>
              <a:t>比值约32.8倍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00700"/>
            <a:ext cx="333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结果限于假设BVD电学模型</a:t>
            </a:r>
          </a:p>
          <a:p xmlns:a="http://schemas.openxmlformats.org/drawingml/2006/main">
            <a:pPr algn="ctr">
              <a:buNone/>
              <a:defRPr sz="1500" b="0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32.8倍不代表电声效率增益</a:t>
            </a:r>
          </a:p>
        </p:txBody>
      </p:sp>
      <p:sp>
        <p:nvSpPr>
          <p:cNvPr id="14" name="source-condition-corrected">
            <a:extLst xmlns:a="http://schemas.openxmlformats.org/drawingml/2006/main">
              <a:ext uri="{FF2B5EF4-FFF2-40B4-BE49-F238E27FC236}">
                <a16:creationId xmlns:a16="http://schemas.microsoft.com/office/drawing/2014/main" id="{56D8F644-A1A0-4D70-82B5-B6E7D66C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冻结戴维南源：6.217 V RMS，Rs = 50 Ω，全部曲线使用相同源参数</a:t>
            </a:r>
          </a:p>
        </p:txBody>
      </p:sp>
      <p:sp>
        <p:nvSpPr>
          <p:cNvPr id="15" name="port-operating-point">
            <a:extLst xmlns:a="http://schemas.openxmlformats.org/drawingml/2006/main">
              <a:ext uri="{FF2B5EF4-FFF2-40B4-BE49-F238E27FC236}">
                <a16:creationId xmlns:a16="http://schemas.microsoft.com/office/drawing/2014/main" id="{E1B3DFEF-CD48-45BD-97A5-1D4229E2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434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有损匹配工作点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换能器端约100 Vpp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电流约5 mA RMS</a:t>
            </a:r>
          </a:p>
        </p:txBody>
      </p:sp>
    </p:spTree>
    <p:extLst>
      <p:ext uri="{BB962C8B-B14F-4D97-AF65-F5344CB8AC3E}">
        <p14:creationId xmlns:p14="http://schemas.microsoft.com/office/powerpoint/2010/main" val="312750196"/>
      </p:ext>
    </p:extLst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5">
            <a:extLst xmlns:a="http://schemas.openxmlformats.org/drawingml/2006/main">
              <a:ext uri="{FF2B5EF4-FFF2-40B4-BE49-F238E27FC236}">
                <a16:creationId xmlns:a16="http://schemas.microsoft.com/office/drawing/2014/main" id="{7A2A1773-A3D3-419A-BEC1-DC66CEB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匹配测点是Zin：有损网络包含电感与电容ESR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AA79D2-AD98-4AD4-896B-9E013105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9690A1-7B77-41C6-985E-B23A566D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F3C448B-DC85-49FF-9F08-9373519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测点为源电阻之后的匹配网络输入端    含电感与电容ESR    相位不是BVD端口相位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CD8D12A-7C0F-4534-ADA4-959F051C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6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5BCED7C6-F038-4E7B-A751-CAA47C0D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200150"/>
            <a:ext cx="3714750" cy="39814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D088517-84AE-48B7-BCC5-21D9B154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33500"/>
            <a:ext cx="32575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0.9 MHz固定频点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1 V RMS等效源，Rs=50 Ω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07C29D1-415A-486F-B73E-FD196413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有损：56.70 Ω ∠−1.08°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0A91D9B-B3A2-4D11-BAD1-F62E7775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578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在0.9 MHz定义：QL=100 → RL,ESR=6.035 Ω；QC=1000 → RC,ESR=0.624 Ω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网表采用固定ESR；有损方案的L/C相对理想匹配值亦有小量微调。</a:t>
            </a:r>
          </a:p>
        </p:txBody>
      </p:sp>
      <p:graphicFrame>
        <p:nvGraphicFramePr>
          <p:cNvPr id="28" name="表格 26"/>
          <p:cNvGraphicFramePr/>
          <p:nvPr/>
        </p:nvGraphicFramePr>
        <p:xfrm>
          <a:off xmlns:a="http://schemas.openxmlformats.org/drawingml/2006/main" x="7905750" y="1971675"/>
          <a:ext xmlns:a="http://schemas.openxmlformats.org/drawingml/2006/main" cx="348615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"/>
                <a:gridCol w="876300"/>
                <a:gridCol w="876300"/>
                <a:gridCol w="990600"/>
              </a:tblGrid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匹配前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理想匹配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</a:rPr>
                        <a:t>有损匹配</a:t>
                      </a:r>
                    </a:p>
                  </a:txBody>
                  <a:tcPr marL="91440" marR="91440" marT="45720" marB="45720" anchor="ctr">
                    <a:solidFill>
                      <a:srgbClr val="18324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|Zin|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7071.1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Re Zin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6800.0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56.686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Im Zin / Ω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−1939.1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arg Zin / °</a:t>
                      </a:r>
                    </a:p>
                  </a:txBody>
                  <a:tcPr marL="91440" marR="91440" marT="45720" marB="45720" anchor="ctr"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−15.916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≈0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050">
                          <a:solidFill>
                            <a:srgbClr val="18324D"/>
                          </a:solidFill>
                        </a:rPr>
                        <a:t>−1.078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9" name="AUDIT_P6_p06_input_impedance" descr="AUDIT_P6_p06_input_impedanc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AuditImage6_1"/>
          <a:stretch xmlns:a="http://schemas.openxmlformats.org/drawingml/2006/main"/>
        </p:blipFill>
        <p:spPr>
          <a:xfrm xmlns:a="http://schemas.openxmlformats.org/drawingml/2006/main">
            <a:off x="685800" y="1279855"/>
            <a:ext cx="6858000" cy="44602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631021"/>
      </p:ext>
    </p:extLst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B9B4ADE3-D206-47FE-BF83-844376A5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代表性单因素：fs改变峰位，Rm与匹配损耗改变峰形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0211E6-A56F-4DDF-A783-2FE1DC66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C5EF8ED-A356-4873-865C-18C7909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12B9BA6-1DCD-4451-B026-84BF27FA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相对v2.1基线的冻结源P_Rm特征    100 Hz网格    0.0 kHz不代表无限精度下绝无漂移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E5A15A5-E78A-4DF9-A8B2-26B0F0A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7</a:t>
            </a:r>
          </a:p>
        </p:txBody>
      </p:sp>
      <p:graphicFrame>
        <p:nvGraphicFramePr>
          <p:cNvPr id="19" name="表格 17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8096251" cy="4190998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76080"/>
                <a:gridCol w="1840057"/>
                <a:gridCol w="1840057"/>
                <a:gridCol w="1840057"/>
              </a:tblGrid>
              <a:tr h="59871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代表因素最高档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峰位变化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峰高变化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P_Rm半高宽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 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−0.16%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 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−6.36%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A7F8E"/>
                          </a:solidFill>
                        </a:rPr>
                        <a:t>+26.50%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 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E69F00"/>
                          </a:solidFill>
                        </a:rPr>
                        <a:t>−45.2 kHz</a:t>
                      </a:r>
                    </a:p>
                  </a:txBody>
                  <a:tcPr marL="91440" marR="91440" marT="45720" marB="45720">
                    <a:solidFill>
                      <a:srgbClr val="FFF4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−17.51%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−29.85%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 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−16.40%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−7.24%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 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+0.3 kHz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−14.80%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−23.56%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8714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 = 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0.0 kHz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B33A3A"/>
                          </a:solidFill>
                        </a:rPr>
                        <a:t>−33.50%</a:t>
                      </a:r>
                    </a:p>
                  </a:txBody>
                  <a:tcPr marL="91440" marR="91440" marT="45720" marB="45720">
                    <a:solidFill>
                      <a:srgbClr val="F9E7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−14.30%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8211D85-3F18-4AC5-B324-F80A8C4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4478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读表要点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5BCE5DE-0EE3-4568-A60F-B7E299E9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95500"/>
            <a:ext cx="23050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峰位：优先看fs行</a:t>
            </a:r>
          </a:p>
          <a:p xmlns:a="http://schemas.openxmlformats.org/drawingml/2006/main">
            <a:pPr algn="l"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峰高：看损耗变化</a:t>
            </a:r>
            <a:endParaRPr sz="142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峰宽：看FWHM列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410AC748-64DC-4496-AC75-BFF0FADC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57700"/>
            <a:ext cx="207645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0B1FCF5-AB06-43A5-80B6-A7A87849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表内最大峰移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−45.2 kHz</a:t>
            </a:r>
          </a:p>
        </p:txBody>
      </p:sp>
      <p:sp>
        <p:nvSpPr>
          <p:cNvPr id="13" name="scope-table">
            <a:extLst xmlns:a="http://schemas.openxmlformats.org/drawingml/2006/main">
              <a:ext uri="{FF2B5EF4-FFF2-40B4-BE49-F238E27FC236}">
                <a16:creationId xmlns:a16="http://schemas.microsoft.com/office/drawing/2014/main" id="{62C7C87F-F2FA-48EB-975D-F0D330DB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9775"/>
            <a:ext cx="10525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表内为部分代表因素；未含Cm-only。除指定扰动外，其余元件与源电压固定。</a:t>
            </a:r>
          </a:p>
        </p:txBody>
      </p:sp>
    </p:spTree>
    <p:extLst>
      <p:ext uri="{BB962C8B-B14F-4D97-AF65-F5344CB8AC3E}">
        <p14:creationId xmlns:p14="http://schemas.microsoft.com/office/powerpoint/2010/main" val="993191959"/>
      </p:ext>
    </p:extLst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机械支路电容Cm单因素扰动的功率与电压、电流响应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机械支路电容Cm，不是匹配电容    原始元件单因素，fs与Qm派生变化    同源a=1未保护扫描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8</a:t>
            </a:r>
          </a:p>
        </p:txBody>
      </p:sp>
      <p:sp>
        <p:nvSpPr>
          <p:cNvPr id="12" name="cm-summary-title">
            <a:extLst xmlns:a="http://schemas.openxmlformats.org/drawingml/2006/main">
              <a:ext uri="{FF2B5EF4-FFF2-40B4-BE49-F238E27FC236}">
                <a16:creationId xmlns:a16="http://schemas.microsoft.com/office/drawing/2014/main" id="{F335663D-7F6A-442F-8457-A589ACA9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2872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Cm+20%相对基准</a:t>
            </a:r>
          </a:p>
        </p:txBody>
      </p:sp>
      <p:sp>
        <p:nvSpPr>
          <p:cNvPr id="13" name="cm-shift-callout">
            <a:extLst xmlns:a="http://schemas.openxmlformats.org/drawingml/2006/main">
              <a:ext uri="{FF2B5EF4-FFF2-40B4-BE49-F238E27FC236}">
                <a16:creationId xmlns:a16="http://schemas.microsoft.com/office/drawing/2014/main" id="{979A91BF-1968-4634-9DC1-6E78F02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峰位变化  −78.6 kHz</a:t>
            </a:r>
          </a:p>
        </p:txBody>
      </p:sp>
      <p:sp>
        <p:nvSpPr>
          <p:cNvPr id="14" name="cm-height-callout">
            <a:extLst xmlns:a="http://schemas.openxmlformats.org/drawingml/2006/main">
              <a:ext uri="{FF2B5EF4-FFF2-40B4-BE49-F238E27FC236}">
                <a16:creationId xmlns:a16="http://schemas.microsoft.com/office/drawing/2014/main" id="{94839561-473D-4C4E-84B9-05232259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670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7365D"/>
                </a:solidFill>
              </a:defRPr>
            </a:pPr>
            <a:r>
              <a:rPr sz="1425" b="1">
                <a:solidFill>
                  <a:srgbClr val="17365D"/>
                </a:solidFill>
              </a:rPr>
              <a:t>峰高变化   −43.3%</a:t>
            </a:r>
          </a:p>
        </p:txBody>
      </p:sp>
      <p:sp>
        <p:nvSpPr>
          <p:cNvPr id="15" name="cm-limit-callout">
            <a:extLst xmlns:a="http://schemas.openxmlformats.org/drawingml/2006/main">
              <a:ext uri="{FF2B5EF4-FFF2-40B4-BE49-F238E27FC236}">
                <a16:creationId xmlns:a16="http://schemas.microsoft.com/office/drawing/2014/main" id="{C267D15F-EF0F-4CF7-A4B4-1860D48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81425"/>
            <a:ext cx="30099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未保护扫频   Vpp &gt; 160 V</a:t>
            </a:r>
          </a:p>
        </p:txBody>
      </p:sp>
      <p:sp>
        <p:nvSpPr>
          <p:cNvPr id="16" name="cm-boundary-note">
            <a:extLst xmlns:a="http://schemas.openxmlformats.org/drawingml/2006/main">
              <a:ext uri="{FF2B5EF4-FFF2-40B4-BE49-F238E27FC236}">
                <a16:creationId xmlns:a16="http://schemas.microsoft.com/office/drawing/2014/main" id="{3CA4C6E5-46A3-41D0-9BD1-0BB0117A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33925"/>
            <a:ext cx="33813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峰位 / 峰高（MHz / mW）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基准 0.9000 / 170.0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+5%  0.8781 / 164.3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+10% 0.8579 / 144.3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+20% 0.8214 / 96.4</a:t>
            </a:r>
          </a:p>
        </p:txBody>
      </p:sp>
      <p:pic>
        <p:nvPicPr>
          <p:cNvPr id="30" name="AUDIT_P8_p08_cm_power_limits" descr="AUDIT_P8_p08_cm_power_limit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AuditImage8_1"/>
          <a:stretch xmlns:a="http://schemas.openxmlformats.org/drawingml/2006/main"/>
        </p:blipFill>
        <p:spPr>
          <a:xfrm xmlns:a="http://schemas.openxmlformats.org/drawingml/2006/main">
            <a:off x="959937" y="1190625"/>
            <a:ext cx="6500226" cy="490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19296"/>
      </p:ext>
    </p:extLst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7">
            <a:extLst xmlns:a="http://schemas.openxmlformats.org/drawingml/2006/main">
              <a:ext uri="{FF2B5EF4-FFF2-40B4-BE49-F238E27FC236}">
                <a16:creationId xmlns:a16="http://schemas.microsoft.com/office/drawing/2014/main" id="{C90CC6E8-29C0-4D47-9E87-6AECF4C2B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Qm敏感性：本组参数下，Qm越高，P_Rm半高宽越小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5CCC100-A1F4-465A-8DF8-8E64A0ED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D0D6F6-AA40-46CB-B7B2-1135A832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4D3FD13-8571-44EA-B4F0-7CBAA8B3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Qm=500/800/1000，固定fs、Rm、C0并联合重算Lm/Cm    FWHM为P_Rm半高宽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129152-1990-4159-A879-05B5045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9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AF1C04-4BB6-4783-BECB-2A15AC1E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859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7324D"/>
                </a:solidFill>
              </a:defRPr>
            </a:pPr>
            <a:r>
              <a:rPr sz="1950" b="1">
                <a:solidFill>
                  <a:srgbClr val="17324D"/>
                </a:solidFill>
              </a:rPr>
              <a:t>FWHM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FCD8F8E-3D43-4E9B-A30F-757D5B1A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955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87695C8-B3E3-45E2-B861-AB512068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978B8"/>
                </a:solidFill>
              </a:defRPr>
            </a:pPr>
            <a:r>
              <a:rPr sz="1350" b="1">
                <a:solidFill>
                  <a:srgbClr val="3978B8"/>
                </a:solidFill>
              </a:rPr>
              <a:t>Qm=500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94286-B258-40B3-A4CD-3AA431F6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1907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3.451 kHz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D888EB-1692-4FAD-B8A5-2F2621C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2895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777F89"/>
            </a:solidFill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1155CD4-C954-49F9-91CE-9D4417EE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7F89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777F89"/>
                </a:solidFill>
                <a:latin typeface="Calibri"/>
                <a:ea typeface="Calibri"/>
                <a:cs typeface="Calibri"/>
              </a:rPr>
              <a:t>Qm=800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982C13D-08F1-47A0-9E45-014C3A6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2420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2.144 kHz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056E546D-9288-4F2E-A7D6-F38290BD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2667000" cy="59055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BEDEE"/>
          </a:solidFill>
          <a:ln xmlns:a="http://schemas.openxmlformats.org/drawingml/2006/main" w="9525">
            <a:solidFill>
              <a:srgbClr val="D44343"/>
            </a:solidFill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91B2483-8B2B-4C48-8FC3-70325E04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57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4434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D44343"/>
                </a:solidFill>
                <a:latin typeface="Calibri"/>
                <a:ea typeface="Calibri"/>
                <a:cs typeface="Calibri"/>
              </a:rPr>
              <a:t>Qm=1000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FD4CF43-1BE6-441D-A3BD-89BC8566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57650"/>
            <a:ext cx="1200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1.713 kHz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5624950-F642-4AD9-8C1C-147450C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105400"/>
            <a:ext cx="304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静态峰宽结果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未验证实际建立时间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或噪声下的控制表现</a:t>
            </a:r>
          </a:p>
        </p:txBody>
      </p:sp>
      <p:pic>
        <p:nvPicPr>
          <p:cNvPr id="38" name="AUDIT_P9_p09_qm_response" descr="AUDIT_P9_p09_qm_respons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AuditImage9_1"/>
          <a:stretch xmlns:a="http://schemas.openxmlformats.org/drawingml/2006/main"/>
        </p:blipFill>
        <p:spPr>
          <a:xfrm xmlns:a="http://schemas.openxmlformats.org/drawingml/2006/main">
            <a:off x="685800" y="1224476"/>
            <a:ext cx="7086600" cy="49614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776006"/>
      </p:ext>
    </p:extLst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348E2689-F66B-4A30-A788-5765378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离线三准则选点不同，最小绝对输入相位不等于最大功率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348BAF2-92F4-47D0-8D79-103293F3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EDACDC1-74E9-4C15-A9F3-797701E3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26018B-BD0E-4603-A98F-BC118668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相位指arg Zin，反射代理参考50 Ω    网格最小绝对相位不等于插值相位零点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EDA5DDD-CD7B-4D0E-9386-9508928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10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6A2D7D-3EB4-4C4C-A38E-2122D1A6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500"/>
            <a:ext cx="209550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3CCBE4C-7237-42AC-9369-CB43C014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05025"/>
            <a:ext cx="2047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fs−5%离线选点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最大功率 0.8550</a:t>
            </a:r>
          </a:p>
          <a:p xmlns:a="http://schemas.openxmlformats.org/drawingml/2006/main">
            <a:pPr algn="l">
              <a:defRPr sz="157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最小|相位| 0.9045</a:t>
            </a:r>
            <a:endParaRPr sz="1500" b="1">
              <a:solidFill>
                <a:srgbClr val="E69F00"/>
              </a:solidFill>
            </a:endParaRPr>
          </a:p>
          <a:p xmlns:a="http://schemas.openxmlformats.org/drawingml/2006/main">
            <a:pPr algn="l">
              <a:buNone/>
              <a:defRPr sz="1575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最小Γ 0.8545 MHz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966F2C8-4F15-4C10-A0AF-255C7036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0"/>
            <a:ext cx="20955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E47FE4-3C8A-44CC-B103-B8EF3E3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43375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频率差</a:t>
            </a:r>
          </a:p>
          <a:p xmlns:a="http://schemas.openxmlformats.org/drawingml/2006/main">
            <a:pPr algn="ctr">
              <a:buNone/>
              <a:defRPr sz="1725" b="1">
                <a:solidFill>
                  <a:srgbClr val="2A7F8E"/>
                </a:solidFill>
              </a:defRPr>
            </a:pPr>
            <a:r>
              <a:rPr sz="1725" b="1">
                <a:solidFill>
                  <a:srgbClr val="2A7F8E"/>
                </a:solidFill>
              </a:rPr>
              <a:t>约49.5 kHz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A331E41-5AB2-45A8-8FB0-7B3FD092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095875"/>
            <a:ext cx="2247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先确定测点与目标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再检查电压、电流约束</a:t>
            </a:r>
          </a:p>
        </p:txBody>
      </p:sp>
      <p:sp>
        <p:nvSpPr>
          <p:cNvPr id="18" name="criteria-shared-frequency-axis">
            <a:extLst xmlns:a="http://schemas.openxmlformats.org/drawingml/2006/main">
              <a:ext uri="{FF2B5EF4-FFF2-40B4-BE49-F238E27FC236}">
                <a16:creationId xmlns:a16="http://schemas.microsoft.com/office/drawing/2014/main" id="{E169939C-6D82-43A5-8EB5-68470AD6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1150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0.84–0.96 MHz，步长0.5 kHz；全部为同源a=1未保护离线选点。</a:t>
            </a:r>
          </a:p>
        </p:txBody>
      </p:sp>
      <p:pic>
        <p:nvPicPr>
          <p:cNvPr id="38" name="AUDIT_P10_p10_criteria" descr="AUDIT_P10_p10_criteri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AuditImage10_1"/>
          <a:stretch xmlns:a="http://schemas.openxmlformats.org/drawingml/2006/main"/>
        </p:blipFill>
        <p:spPr>
          <a:xfrm xmlns:a="http://schemas.openxmlformats.org/drawingml/2006/main">
            <a:off x="926745" y="1162050"/>
            <a:ext cx="7690561" cy="4819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80791"/>
      </p:ext>
    </p:extLst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B81337DC-B8F1-44A5-B70A-68C93343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34场景复核：±50 kHz仍漏峰，宽窗口与细步长各有代价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B1FD352-F457-46B7-AE62-CD9AF838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2D3C987-6D8B-4101-8A20-8036C625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6480229-B9DD-4ACA-B32B-DF509A6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当前34场景，窗口中心0.9 MHz    左图包括漏峰误差；右图为点数×假设每点驻留时间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147921-779E-4A2A-97DB-BAA6366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11</a:t>
            </a:r>
          </a:p>
        </p:txBody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3C0BEC2A-E9BB-496A-9433-36E543A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72050"/>
            <a:ext cx="342900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9525">
            <a:solidFill>
              <a:srgbClr val="2A7F8E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EC46098-3F0D-46B4-A7B6-10733CD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019675"/>
            <a:ext cx="32670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±100 kHz / 1 kHz示例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201点，301.5 ms代理时间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覆盖峰不等于精确捕获峰高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D1E7BB7-746B-460A-88F5-A1E408D5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95875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窗外参考峰：±20漏10例，±50漏2例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D0279AF-5CE2-4E12-A4EE-67CA3B4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53075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28898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328898"/>
                </a:solidFill>
                <a:latin typeface="Calibri"/>
                <a:ea typeface="Calibri"/>
                <a:cs typeface="Calibri"/>
              </a:rPr>
              <a:t>1.5 ms/点是假设时间，不是硬件实测</a:t>
            </a:r>
          </a:p>
        </p:txBody>
      </p:sp>
      <p:pic>
        <p:nvPicPr>
          <p:cNvPr id="24" name="AUDIT_P11_p11_windows" descr="AUDIT_P11_p11_window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AuditImage11_1"/>
          <a:stretch xmlns:a="http://schemas.openxmlformats.org/drawingml/2006/main"/>
        </p:blipFill>
        <p:spPr>
          <a:xfrm xmlns:a="http://schemas.openxmlformats.org/drawingml/2006/main">
            <a:off x="695325" y="1250427"/>
            <a:ext cx="10744200" cy="34427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130141"/>
      </p:ext>
    </p:extLst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0">
            <a:extLst xmlns:a="http://schemas.openxmlformats.org/drawingml/2006/main">
              <a:ext uri="{FF2B5EF4-FFF2-40B4-BE49-F238E27FC236}">
                <a16:creationId xmlns:a16="http://schemas.microsoft.com/office/drawing/2014/main" id="{56902163-3F47-4DEA-9F13-0D8F7E09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历史保护示例：记录样本受限，不代表采样间隙无越限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3402F6B-FCB6-4545-90E2-65FFF407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A613D2-7D3D-4A9F-9A55-B26B3D58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CAFA0A-D3E1-48C3-A873-2AA64FF9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旧批次a734eca013，固定/扫频/P&amp;O历史示例    与第24页同源；不是第23页后续候选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F52A063-E399-46FE-98AE-1F305416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12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EBF7288F-D0EA-4B7F-8531-F71F2B6C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0766C4-8675-4510-BD03-E767298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硬停机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HARD_TRIP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C737A2C0-32E9-49F5-AFDC-35D695FE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CFA938B-7E1A-4E84-A631-158A87B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恢复保持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HOLD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80A5F94E-B267-426D-8807-89DFCC9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AD67E21-AEB1-458C-A972-774826BF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幅度渐升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RAMP_UP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FBABFEB3-6037-481C-BB73-44C1FDD4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381125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4060F21-0522-4E2C-B842-ED055DC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1190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软限幅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FOLDBACK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1D9AEEF-E6E6-4B5E-A473-32E402DB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91150"/>
            <a:ext cx="1857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不是固定转移链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动作需查时序CSV</a:t>
            </a:r>
          </a:p>
        </p:txBody>
      </p:sp>
      <p:pic>
        <p:nvPicPr>
          <p:cNvPr id="42" name="图片 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24125" y="1190707"/>
            <a:ext cx="8982075" cy="4822344"/>
          </a:xfrm>
          <a:prstGeom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6C7DB04-8FAA-437A-8285-75FDE631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086475"/>
            <a:ext cx="887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33A3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B33A3A"/>
                </a:solidFill>
                <a:latin typeface="Calibri"/>
                <a:ea typeface="Calibri"/>
                <a:cs typeface="Calibri"/>
              </a:rPr>
              <a:t>软阈值：130 Vpp / 5.5 mA RMS    硬边界：160 Vpp / 6 mA RMS</a:t>
            </a:r>
          </a:p>
        </p:txBody>
      </p:sp>
      <p:sp>
        <p:nvSpPr>
          <p:cNvPr id="23" name="state-diagram-label">
            <a:extLst xmlns:a="http://schemas.openxmlformats.org/drawingml/2006/main">
              <a:ext uri="{FF2B5EF4-FFF2-40B4-BE49-F238E27FC236}">
                <a16:creationId xmlns:a16="http://schemas.microsoft.com/office/drawing/2014/main" id="{80B4654E-FE7E-414C-BC06-8FA3046F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200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状态名称示意</a:t>
            </a:r>
          </a:p>
        </p:txBody>
      </p:sp>
    </p:spTree>
    <p:extLst>
      <p:ext uri="{BB962C8B-B14F-4D97-AF65-F5344CB8AC3E}">
        <p14:creationId xmlns:p14="http://schemas.microsoft.com/office/powerpoint/2010/main" val="1334266067"/>
      </p:ext>
    </p:extLst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已有电压、电流保护，完整约束验收仍未闭合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旧批次1795条保护后记录    零记录越限≠采样间隙安全    扫描逐点保护仍待正式集成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2A7F8E"/>
                </a:solidFill>
              </a:defRPr>
            </a:pPr>
            <a:r>
              <a:rPr sz="2100" b="1">
                <a:solidFill>
                  <a:srgbClr val="2A7F8E"/>
                </a:solidFill>
              </a:rPr>
              <a:t>已接入约束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0.8–1.0 MHz硬边界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130/160 Vpp软/硬限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5.5/6.0 mA RMS软/硬限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幅度0–1与foldback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历史保存样本审计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1795条记录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峰值Vpp = 130 V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峰值电流 = 5.124 mA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保存样本硬越限 = 0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E69F00"/>
                </a:solidFill>
              </a:defRPr>
            </a:pPr>
            <a:r>
              <a:rPr sz="2100" b="1">
                <a:solidFill>
                  <a:srgbClr val="E69F00"/>
                </a:solidFill>
              </a:rPr>
              <a:t>仍有缺口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功率相对上限待定义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反射代理未设独立上限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逐点保护待正式集成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采样间隙风险未解决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保护后准稳态样本受限 ≠ 延迟、保持区间和实际瞬态绝不越限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11">
            <a:extLst xmlns:a="http://schemas.openxmlformats.org/drawingml/2006/main">
              <a:ext uri="{FF2B5EF4-FFF2-40B4-BE49-F238E27FC236}">
                <a16:creationId xmlns:a16="http://schemas.microsoft.com/office/drawing/2014/main" id="{0E8AB1C4-16E9-492E-ABAA-038241D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扩展候选通过本段稳态窗口，但电能损失与间隙越限未解决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D655A8E-9885-4758-B28A-55D1F1D7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B78EDAE-9D5D-4827-9320-AFD4FCC2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1B47763-1C6F-47A0-9397-E8DA53DA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后续候选cdde9dab61    图含模型保持指令重放，非LTspice瞬态    与第12/24页分属不同批次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61BC3E5-6892-42B4-8C6C-24D17C25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EA7B789-55EE-4FD6-9B86-4E1F3802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190625"/>
            <a:ext cx="2914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后续仿真：无PI候选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570D63B-84FE-4E82-BAD3-3D7CFDB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562100"/>
            <a:ext cx="2914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P&amp;O等待500 ms，试探幅度≤0.9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恢复门槛R2，重扫幅度仍≤0.4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本段：fs−5%，2.4–3.2 s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9CA5374-670C-4A77-890B-D5B5FF87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4574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本段连续稳态：通过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5E919E8-A840-4BBD-BFD4-A7BB605E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85750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首次合格：2.962 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验收确认：3.142 s（延迟742 ms）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连续合格12个，门槛10个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F73B7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2F73B7"/>
                </a:solidFill>
                <a:latin typeface="Calibri"/>
                <a:ea typeface="Calibri"/>
                <a:cs typeface="Calibri"/>
              </a:rPr>
              <a:t>尾段频率：0.8548 MHz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6117032-E3FB-4F9B-B09D-2CEFB2EB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052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能量损失与硬限：未解决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B128C34-8987-477C-AC12-DCA3201A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05300"/>
            <a:ext cx="29146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本段能量捕获率：45.4%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间隙重放峰值：188.2 Vpp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C84444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C84444"/>
                </a:solidFill>
                <a:latin typeface="Calibri"/>
                <a:ea typeface="Calibri"/>
                <a:cs typeface="Calibri"/>
              </a:rPr>
              <a:t>高于160 Vpp累计约1.0 ms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D261903-FA3C-41F9-8AF8-A2F467C5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31495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验收冻结：0.8 s/段，功率≥98%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NORMAL且频率未冻结，连续10样本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保留异常检测及原保护保持时间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硬边界：160 Vpp / 6 mA RMS</a:t>
            </a:r>
          </a:p>
        </p:txBody>
      </p:sp>
      <p:pic>
        <p:nvPicPr>
          <p:cNvPr id="28" name="图片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257311"/>
            <a:ext cx="7715250" cy="499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12721"/>
      </p:ext>
    </p:extLst>
  </p:cSld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扩展旧批次：尾段误差为零，仍存在全程电能损失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旧批次a734eca013，0.8–6.4 s记录积分    与第23页物理保持指令重放的积分方法不同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graphicFrame>
        <p:nvGraphicFramePr>
          <p:cNvPr id="27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6191249" cy="27622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52241"/>
                <a:gridCol w="1168160"/>
                <a:gridCol w="1284976"/>
                <a:gridCol w="1051344"/>
                <a:gridCol w="934528"/>
              </a:tblGrid>
              <a:tr h="690563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尾段误差*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累积电能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(J)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相对最优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电能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未通过段</a:t>
                      </a:r>
                    </a:p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(共7段)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固定频率</a:t>
                      </a:r>
                    </a:p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＋共同保护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30.14%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0.588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75.8%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0.474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61.1%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扫描辅助P&amp;O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0.525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67.7%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696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*尾段误差含筛选与回退，不等于正式稳态指标；0%不表示全程无损失。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本批次固定频率记录电能较高，但不能外推为其他模型或扰动时长下更优。</a:t>
            </a:r>
          </a:p>
        </p:txBody>
      </p:sp>
      <p:sp>
        <p:nvSpPr>
          <p:cNvPr id="13" name="comparison-window">
            <a:extLst xmlns:a="http://schemas.openxmlformats.org/drawingml/2006/main">
              <a:ext uri="{FF2B5EF4-FFF2-40B4-BE49-F238E27FC236}">
                <a16:creationId xmlns:a16="http://schemas.microsoft.com/office/drawing/2014/main" id="{9F960EF8-CACB-4898-AE30-EC140A68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同一旧批次，0.8–6.4 s，共7个0.8 s扰动段，三种策略均接入共同保护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86649" y="1647825"/>
            <a:ext cx="4219527" cy="3214878"/>
          </a:xfrm>
          <a:prstGeom prst="rect">
            <a:avLst/>
          </a:prstGeom>
        </p:spPr>
      </p:pic>
      <p:sp>
        <p:nvSpPr>
          <p:cNvPr id="17" name="energy-title">
            <a:extLst xmlns:a="http://schemas.openxmlformats.org/drawingml/2006/main">
              <a:ext uri="{FF2B5EF4-FFF2-40B4-BE49-F238E27FC236}">
                <a16:creationId xmlns:a16="http://schemas.microsoft.com/office/drawing/2014/main" id="{8E16FA23-4876-47BB-8B9C-0D1E0FED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543050"/>
            <a:ext cx="3619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全过程电能捕获率</a:t>
            </a:r>
          </a:p>
        </p:txBody>
      </p:sp>
      <p:sp>
        <p:nvSpPr>
          <p:cNvPr id="18" name="energy-definition">
            <a:extLst xmlns:a="http://schemas.openxmlformats.org/drawingml/2006/main">
              <a:ext uri="{FF2B5EF4-FFF2-40B4-BE49-F238E27FC236}">
                <a16:creationId xmlns:a16="http://schemas.microsoft.com/office/drawing/2014/main" id="{C2AA05DE-82F4-48EE-962E-00644B12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66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记录功率保持积分：E_Rm=ΣP_Rm,k Δt_k；共同参考电能0.77568 J</a:t>
            </a:r>
          </a:p>
        </p:txBody>
      </p:sp>
      <p:sp>
        <p:nvSpPr>
          <p:cNvPr id="19" name="energy-method">
            <a:extLst xmlns:a="http://schemas.openxmlformats.org/drawingml/2006/main">
              <a:ext uri="{FF2B5EF4-FFF2-40B4-BE49-F238E27FC236}">
                <a16:creationId xmlns:a16="http://schemas.microsoft.com/office/drawing/2014/main" id="{5B1AC439-060D-49DE-B7C5-B5E62FA1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8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包含扫描、试探和保护记录；不重放采样间隙负载变化，非声学效率。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电—声接口已定义字段，尚未运行结构声场求解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2026-09-01已有电学导出    RMS、exp(+jωt)    未运行COMSOL/ANSYS，声学字段为空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16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电学场景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模型内工作点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f, Vport∠θ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复端口激励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Vrms exp(+jωt)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待完成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声学查找表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待完成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靶区/壁面代理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EA_IF_V1.0：基准与低/中/高组合4条电学记录，字段审计通过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291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A7F8E"/>
                </a:solidFill>
              </a:defRPr>
            </a:pPr>
            <a:r>
              <a:rPr sz="1800" b="1">
                <a:solidFill>
                  <a:srgbClr val="2A7F8E"/>
                </a:solidFill>
              </a:rPr>
              <a:t>声学字段：NOT_AVAILABLE（未运行COMSOL）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340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E880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DE8800"/>
                </a:solidFill>
                <a:latin typeface="Calibri"/>
                <a:ea typeface="Calibri"/>
                <a:cs typeface="Calibri"/>
              </a:rPr>
              <a:t>这是项目接口定义，不是行业标准，也不是声场求解结果。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13">
            <a:extLst xmlns:a="http://schemas.openxmlformats.org/drawingml/2006/main">
              <a:ext uri="{FF2B5EF4-FFF2-40B4-BE49-F238E27FC236}">
                <a16:creationId xmlns:a16="http://schemas.microsoft.com/office/drawing/2014/main" id="{A2229CE2-E916-4ED3-8A2D-7EE20C4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扰动是模型压力测试，不是病变到BVD的定量映射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E8A7AF9-9D66-4E3C-A1D3-C9A460FE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D1916C-526C-416C-B2CC-AC5FCCC3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D924525-B446-42E2-B8A8-E8473AD6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本页不再使用无精确出处的医学因果断言    只讨论特定BVD及登记扰动范围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8FE52F-428B-4AB4-8EF4-D1C3A87C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E7A22D6A-C9C9-4C71-9324-06BB257B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A8D10EF6-3C5C-4A7E-BAD4-09E43D0C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0980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A102BB79-D0E5-46CB-A127-0D0D909B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3F4A54F-0F1F-49A0-84D3-CDCC3443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项目背景</a:t>
            </a:r>
          </a:p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CTO及治疗超声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不提供BVD定量参数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E651FD-02EA-4CFC-933B-C907865C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6E0602C-75A5-4503-8F9B-863C6D7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扫描变量</a:t>
            </a:r>
          </a:p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C0、Rm、fs等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工程压力测试范围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F779B104-457E-47DB-8F29-CFE3CD58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95450"/>
            <a:ext cx="2095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94554AB-8FFA-4F82-AC85-3FDE602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71650"/>
            <a:ext cx="1905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尚待标定</a:t>
            </a:r>
          </a:p>
          <a:p xmlns:a="http://schemas.openxmlformats.org/drawingml/2006/main">
            <a:pPr algn="l"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真实负载到BVD</a:t>
            </a:r>
            <a:endParaRPr sz="1500" b="1">
              <a:solidFill>
                <a:srgbClr val="17324D"/>
              </a:solidFill>
            </a:endParaRP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的定量映射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28BF50-148D-422D-A930-F9A07E81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47800"/>
            <a:ext cx="2724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E6433A9-0CC9-4E7E-A076-154784CF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954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</a:rPr>
              <a:t>当前能力边界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9A6007B-D0A9-4D87-9410-9862DA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09800"/>
            <a:ext cx="25336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已有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电学模型与控制原型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/>
            </a:r>
          </a:p>
          <a:p xmlns:a="http://schemas.openxmlformats.org/drawingml/2006/main">
            <a:pPr algn="l"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待完成</a:t>
            </a:r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结构模态与声场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本项目不涉及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热、空化、临床结论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6A04553-2941-404A-AB95-0D082397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862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不能把扫描等级解释为病变严重程度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1251F11-FB18-4DC1-863C-071C60B5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725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328898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328898"/>
                </a:solidFill>
                <a:latin typeface="Calibri"/>
                <a:ea typeface="Calibri"/>
                <a:cs typeface="Calibri"/>
              </a:rPr>
              <a:t>模糊推测：真实负载可能影响等效参数；方向与幅度尚待标定。</a:t>
            </a:r>
          </a:p>
        </p:txBody>
      </p:sp>
    </p:spTree>
    <p:extLst>
      <p:ext uri="{BB962C8B-B14F-4D97-AF65-F5344CB8AC3E}">
        <p14:creationId xmlns:p14="http://schemas.microsoft.com/office/powerpoint/2010/main" val="1684700834"/>
      </p:ext>
    </p:extLst>
  </p:cSld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14">
            <a:extLst xmlns:a="http://schemas.openxmlformats.org/drawingml/2006/main">
              <a:ext uri="{FF2B5EF4-FFF2-40B4-BE49-F238E27FC236}">
                <a16:creationId xmlns:a16="http://schemas.microsoft.com/office/drawing/2014/main" id="{4069156A-DF3B-4F67-8F27-0C9E4622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已有电学建模与控制原型证据，计划书验收仍有缺口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24695A-9553-4396-BD28-7B8A171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61AF24B-A182-4916-B4B3-EB47C8CC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0B95EF-1601-4C3B-952C-778579B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当前不能写“全部完成”    34个Python静态场景不等于34个LTspice场景，也不等于闭环验收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7A1F75-00BC-4F11-ACBB-5C23196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AC77D6B-5DC9-4431-A35F-23C7DED6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D06EBBE-8475-493A-BE43-A1767FB1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6CA89CF-C7F7-45E1-BB43-9213DFB3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已有证据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3329C89-EB4A-415D-929B-65621CC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316230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v2.1匹配与双线核对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34个场景静态扫描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其中12例LTspice核对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选频、保护与控制原型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电—声接口字段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20DDA7A-D0B0-431F-B447-5EE4617E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本月仍需补齐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D56244-F67F-4409-9F5A-8D316B24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956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固定／扫频／相位统一验收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完整单因素与组合闭环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逐点保护正式集成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功率与反射验收合同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采样间隙与全程电能评估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824F960-7E97-421C-8148-95851FC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24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后续建模与外部验证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3CA9830-3FA5-4BD3-BE39-8B2669FE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2590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实测阻抗与BVD辨识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电压／电流／功率标定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结构声场与网格收敛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水听器声场验证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不作治疗或安全外推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DDE6B4A-AB09-4EBB-8B44-51176D30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38750"/>
            <a:ext cx="10191750" cy="6096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191694B-7CD5-4A36-8AC3-61975610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81625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当前结论仅适用于特定假设BVD、v2.1匹配网络和设定扰动范围</a:t>
            </a:r>
          </a:p>
        </p:txBody>
      </p:sp>
    </p:spTree>
    <p:extLst>
      <p:ext uri="{BB962C8B-B14F-4D97-AF65-F5344CB8AC3E}">
        <p14:creationId xmlns:p14="http://schemas.microsoft.com/office/powerpoint/2010/main" val="1303339048"/>
      </p:ext>
    </p:extLst>
  </p:cSld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15">
            <a:extLst xmlns:a="http://schemas.openxmlformats.org/drawingml/2006/main">
              <a:ext uri="{FF2B5EF4-FFF2-40B4-BE49-F238E27FC236}">
                <a16:creationId xmlns:a16="http://schemas.microsoft.com/office/drawing/2014/main" id="{3E395199-6612-4433-A097-6186917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备份：用户工作要求与假设模型、控制参数分别登记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CB45548-0040-4432-B3E7-7F1D687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CC62D22-F91B-4D8B-9D09-7BB4A7A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8A7512-3DF5-4C03-9B1E-9F07D5B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电路数值为假设基线或扫描变量    用户工作要求另列    本表无真实器件辨识值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539FC7-3775-4F70-9942-A1B9CFB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19</a:t>
            </a:r>
          </a:p>
        </p:txBody>
      </p:sp>
      <p:graphicFrame>
        <p:nvGraphicFramePr>
          <p:cNvPr id="16" name="表格 13"/>
          <p:cNvGraphicFramePr/>
          <p:nvPr/>
        </p:nvGraphicFramePr>
        <p:xfrm>
          <a:off xmlns:a="http://schemas.openxmlformats.org/drawingml/2006/main" x="1238250" y="1333500"/>
          <a:ext xmlns:a="http://schemas.openxmlformats.org/drawingml/2006/main" cx="9715500" cy="461963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323272"/>
                <a:gridCol w="2745685"/>
                <a:gridCol w="1689652"/>
                <a:gridCol w="2956891"/>
              </a:tblGrid>
              <a:tr h="46196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参数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数值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单位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来源类别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目标频段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0.8–1.0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初始频率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0.9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MHz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端口电压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100 / 160上限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Vpp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用户约束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电流目标／硬限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约5 / 6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 RMS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用户量级；RMS与6为假设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6.858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pF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7.353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kΩ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Qₘ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假设基线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Lₘ / Cₘ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1.040 / 0.0301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H / pF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按假设fs、Qm、Rm反推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6196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戴维南源Rs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假设源阻抗，非完整功放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hreshold-classification">
            <a:extLst xmlns:a="http://schemas.openxmlformats.org/drawingml/2006/main">
              <a:ext uri="{FF2B5EF4-FFF2-40B4-BE49-F238E27FC236}">
                <a16:creationId xmlns:a16="http://schemas.microsoft.com/office/drawing/2014/main" id="{45890C11-80A8-48B0-AAA3-4B3F6044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245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130 Vpp / 5.5 mA为假设软阈值；160 Vpp是用户给定边界，不是实测器件额定值。</a:t>
            </a:r>
          </a:p>
        </p:txBody>
      </p:sp>
    </p:spTree>
    <p:extLst>
      <p:ext uri="{BB962C8B-B14F-4D97-AF65-F5344CB8AC3E}">
        <p14:creationId xmlns:p14="http://schemas.microsoft.com/office/powerpoint/2010/main" val="1520315110"/>
      </p:ext>
    </p:extLst>
  </p:cSld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6">
            <a:extLst xmlns:a="http://schemas.openxmlformats.org/drawingml/2006/main">
              <a:ext uri="{FF2B5EF4-FFF2-40B4-BE49-F238E27FC236}">
                <a16:creationId xmlns:a16="http://schemas.microsoft.com/office/drawing/2014/main" id="{01589063-0114-4A5D-8BE6-938CF96D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备份：单因素派生量与历史控制场景覆盖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B7AC23E-E522-4137-ACEA-BCC35F2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7824AF7-AE71-4886-8A51-AF71A5DC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54231BC-60EA-4231-B1B2-9E51A903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右侧旧主序列共8段、7个不同场景    低中组合与Lm/Cm-only完整闭环验收仍缺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E9DBE01-5BF4-44B7-8239-8E70E1E8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52A241A-B307-4E90-AABD-3FBD601C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代表性单因素最高档</a:t>
            </a:r>
          </a:p>
        </p:txBody>
      </p:sp>
      <p:graphicFrame>
        <p:nvGraphicFramePr>
          <p:cNvPr id="22" name="表格 19"/>
          <p:cNvGraphicFramePr/>
          <p:nvPr/>
        </p:nvGraphicFramePr>
        <p:xfrm>
          <a:off xmlns:a="http://schemas.openxmlformats.org/drawingml/2006/main" x="838200" y="1790700"/>
          <a:ext xmlns:a="http://schemas.openxmlformats.org/drawingml/2006/main" cx="4000500" cy="3428999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261152"/>
                <a:gridCol w="1739348"/>
              </a:tblGrid>
              <a:tr h="4898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最高档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C₀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Rₘ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+50%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fₛ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−5%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Rₛ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+20%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Lmatch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+10%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电感Q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1218308-A443-487E-B19F-3A1E8E67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335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历史代表性控制序列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06BC84A-9292-43A0-B5BA-3471FA66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8669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Baseline → C₀+30% → Rₘ+50% → fₛ−5%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A7F8E"/>
                </a:solidFill>
              </a:defRPr>
            </a:pPr>
            <a:r>
              <a:rPr sz="1650" b="1">
                <a:solidFill>
                  <a:srgbClr val="2A7F8E"/>
                </a:solidFill>
              </a:rPr>
              <a:t>→ Lmatch+10% → QL=20 → Combined High → Baseline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13F7262-9927-42BD-9A3D-6775E284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00400"/>
            <a:ext cx="5429250" cy="1790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C232C9-4BC7-4153-90F8-B45FEAC3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4810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0.9 MHz换能器端口基线（匹配网络后端，非Zin）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|Zport| ≈ 7.071 kΩ   相位 ≈ −15.916°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P_Rm ≈ 0.170 W   I_RMS ≈ 5.000 mA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7324D"/>
                </a:solidFill>
              </a:defRPr>
            </a:pPr>
            <a:r>
              <a:rPr sz="1650" b="1">
                <a:solidFill>
                  <a:srgbClr val="17324D"/>
                </a:solidFill>
              </a:rPr>
              <a:t>Vport ≈ 100 Vpp</a:t>
            </a:r>
          </a:p>
        </p:txBody>
      </p:sp>
      <p:sp>
        <p:nvSpPr>
          <p:cNvPr id="14" name="rm-qm-correction">
            <a:extLst xmlns:a="http://schemas.openxmlformats.org/drawingml/2006/main">
              <a:ext uri="{FF2B5EF4-FFF2-40B4-BE49-F238E27FC236}">
                <a16:creationId xmlns:a16="http://schemas.microsoft.com/office/drawing/2014/main" id="{B3EA6390-7245-4735-994C-043DBB2D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Rm-only：+15% / +30% / +50% → Qm=695.7 / 615.4 / 533.3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2026-09-10元数据回归：Lm/Cm未改，34×2001频点电学数组一致。</a:t>
            </a:r>
          </a:p>
        </p:txBody>
      </p:sp>
    </p:spTree>
    <p:extLst>
      <p:ext uri="{BB962C8B-B14F-4D97-AF65-F5344CB8AC3E}">
        <p14:creationId xmlns:p14="http://schemas.microsoft.com/office/powerpoint/2010/main" val="1391149597"/>
      </p:ext>
    </p:extLst>
  </p:cSld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备份：低、中、高组合的已保存LTspice静态交叉验证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历史LTspice批处理输出    复阻抗相对误差以Python值为分母    本次未新运行LTspice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21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组合场景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已保存LTspice/Python静态对照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2001点，最大复Zin相对误差 0.01461%，通过5%阈值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中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2001点，最大复Zin相对误差 0.00751%，通过5%阈值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2001点，最大复Zin相对误差 0.00295%，通过5%阈值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运行证据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.cir / .raw / .log / SHA-256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验收线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误差 &lt; 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结论边界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实现一致，不等于真实器件参数正确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10225"/>
            <a:ext cx="1026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同一配置下两条求解路径吻合；不能排除共同模型假设错误，也不代表闭环验收。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7">
            <a:extLst xmlns:a="http://schemas.openxmlformats.org/drawingml/2006/main">
              <a:ext uri="{FF2B5EF4-FFF2-40B4-BE49-F238E27FC236}">
                <a16:creationId xmlns:a16="http://schemas.microsoft.com/office/drawing/2014/main" id="{0625368D-1920-43A2-A860-AC054FD1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备份：最大功率、最小相位、最小反射各有不同定义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98F4872-E1F2-4B82-A699-E127E89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14B6252-DB6E-41F9-BC6A-3E5FECE4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D6DBEF-2BBA-41B8-BD48-C8B5A4C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冻结源的离散选点，不等于受约束可执行频率    相位与反射均在匹配网络输入端定义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7A7A08-B34F-43E2-9F09-5E5BBA9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22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mlns:a="http://schemas.openxmlformats.org/drawingml/2006/main" x="819150" y="1466850"/>
          <a:ext xmlns:a="http://schemas.openxmlformats.org/drawingml/2006/main" cx="10477500" cy="2571752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976887"/>
                <a:gridCol w="2372264"/>
                <a:gridCol w="2569953"/>
                <a:gridCol w="3558396"/>
              </a:tblGrid>
              <a:tr h="64293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准则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离线定义（未保护）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优点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主要风险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最大功率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max P_Rm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直接对齐控制目标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需功率估计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最小绝对相位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min |arg Zin|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观测简单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可能锁到低功率零相位点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最小反射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min |(Zin−50)/(Zin+50)|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适合匹配评价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</a:rPr>
                        <a:t>不一定等于运动支路功率最大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5CEDCE6C-DA25-4003-9119-9B7615FC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72000"/>
            <a:ext cx="923925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4D4E26D-DEEC-4E34-A4B6-33D0160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57750"/>
            <a:ext cx="8705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E69F00"/>
                </a:solidFill>
              </a:defRPr>
            </a:pPr>
            <a:r>
              <a:rPr sz="1725" b="1">
                <a:solidFill>
                  <a:srgbClr val="E69F00"/>
                </a:solidFill>
              </a:rPr>
              <a:t>典型反例：fs−5%时，最大功率点0.8550 MHz，最小绝对相位点0.9045 MHz，差49.5 kHz。</a:t>
            </a:r>
          </a:p>
        </p:txBody>
      </p:sp>
    </p:spTree>
    <p:extLst>
      <p:ext uri="{BB962C8B-B14F-4D97-AF65-F5344CB8AC3E}">
        <p14:creationId xmlns:p14="http://schemas.microsoft.com/office/powerpoint/2010/main" val="468724809"/>
      </p:ext>
    </p:extLst>
  </p:cSld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8">
            <a:extLst xmlns:a="http://schemas.openxmlformats.org/drawingml/2006/main">
              <a:ext uri="{FF2B5EF4-FFF2-40B4-BE49-F238E27FC236}">
                <a16:creationId xmlns:a16="http://schemas.microsoft.com/office/drawing/2014/main" id="{7EB6A367-62C1-44A2-84FC-C094EF8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相位闭环历史结果：输入相位目标不能保证扰动后的功率最优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FD9312-B0C2-4FC1-B6A4-3BAF4E18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BA5FABF-C685-4AD8-92F0-5F05BD24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3C3F7F8-72DC-4258-B397-C1245B02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当前选定增益CSV b170bc930d    历史独立相位试验，不用于三策略正式排名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B7A5D3F-B6A8-49F9-B914-62D857F7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C50A88-56B5-4E6F-A010-B1B73E0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95400"/>
            <a:ext cx="3276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测点：匹配网络输入端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φin = arg(Zin)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2AB96BA-09F2-4852-9E2E-129EB309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4790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固定基准相位目标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−1.0782°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7DFB6AE-2BC9-4B01-9846-71793E2D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81350"/>
            <a:ext cx="32766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5 / 10 / 25 / 50 / 100 Hz/°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斜率来自模型±100 Hz探针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FADA3A4B-3BBE-4862-AE5D-EFAD2E2C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048CD0F-607A-495A-8FA0-971F144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10050"/>
            <a:ext cx="28289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50与100 Hz/°各1段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尾段|相位误差|≤0.5°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但功率比&lt;95%</a:t>
            </a:r>
          </a:p>
        </p:txBody>
      </p:sp>
      <p:sp>
        <p:nvSpPr>
          <p:cNvPr id="14" name="phase-plot-scope">
            <a:extLst xmlns:a="http://schemas.openxmlformats.org/drawingml/2006/main">
              <a:ext uri="{FF2B5EF4-FFF2-40B4-BE49-F238E27FC236}">
                <a16:creationId xmlns:a16="http://schemas.microsoft.com/office/drawing/2014/main" id="{EFCC20EA-0C0D-4ACD-B8E6-25645537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096000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左图K=5，第三幅为绝对P_Rm。模型相位探针未计测量耗时。</a:t>
            </a:r>
          </a:p>
        </p:txBody>
      </p:sp>
      <p:pic>
        <p:nvPicPr>
          <p:cNvPr id="29" name="AUDIT_P14_p14_phase_current" descr="AUDIT_P14_p14_phase_curren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IdAuditImage14_1"/>
          <a:stretch xmlns:a="http://schemas.openxmlformats.org/drawingml/2006/main"/>
        </p:blipFill>
        <p:spPr>
          <a:xfrm xmlns:a="http://schemas.openxmlformats.org/drawingml/2006/main">
            <a:off x="903009" y="1200150"/>
            <a:ext cx="6652182" cy="4838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166"/>
      </p:ext>
    </p:extLst>
  </p:cSld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12">
            <a:extLst xmlns:a="http://schemas.openxmlformats.org/drawingml/2006/main">
              <a:ext uri="{FF2B5EF4-FFF2-40B4-BE49-F238E27FC236}">
                <a16:creationId xmlns:a16="http://schemas.microsoft.com/office/drawing/2014/main" id="{D4CD7FA4-3838-4CD7-A2DC-79ABB117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计划书三策略都有原型，统一正式验收尚未完成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703F03E-BDB8-4C1F-ABFF-5176B505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F3BB615-D4BC-4AD5-8001-AFBCCC66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7E5A523-25C8-4839-9FE8-D17D024E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正式三策略：固定频率 / 周期扫频 / 相位误差闭环    P&amp;O仅为扩展方法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80D7F47-410A-4913-A322-CB8B5743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graphicFrame>
        <p:nvGraphicFramePr>
          <p:cNvPr id="21" name="表格 17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648950" cy="2714625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857375"/>
                <a:gridCol w="2333625"/>
                <a:gridCol w="2095500"/>
                <a:gridCol w="2266950"/>
                <a:gridCol w="2095500"/>
              </a:tblGrid>
              <a:tr h="69056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计划书策略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已有控制实现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已有时序证据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统一正式指标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本次状态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固定频率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0.9 MHz</a:t>
                      </a:r>
                    </a:p>
                    <a:p>
                      <a:r>
                        <a:rPr sz="157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名义固定幅度＋保护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代表扰动段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待同口径重评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不作新排名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周期扫频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离散局部寻峰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共同保护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代表扰动段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待同口径重评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不作新排名</a:t>
                      </a:r>
                    </a:p>
                  </a:txBody>
                  <a:tcPr marL="91440" marR="91440" marT="45720" marB="45720">
                    <a:solidFill>
                      <a:srgbClr val="E8F3F3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相位误差闭环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输入相位跟踪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增益试验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历史补充表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窗口／判据待统一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不作新排名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49FF8F6-D562-44D3-A5D6-E4A109B0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6489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0739923-96A1-4723-9485-877FCD7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3872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必须统一：源与模型、扰动日程、状态资格、功率参考、连续验收及扫描时间成本。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相位闭环表现不佳也是结果；扫描辅助P&amp;O作为第四种扩展方法，不替代计划策略。</a:t>
            </a:r>
          </a:p>
        </p:txBody>
      </p:sp>
      <p:sp>
        <p:nvSpPr>
          <p:cNvPr id="13" name="formal-status-subtitle">
            <a:extLst xmlns:a="http://schemas.openxmlformats.org/drawingml/2006/main">
              <a:ext uri="{FF2B5EF4-FFF2-40B4-BE49-F238E27FC236}">
                <a16:creationId xmlns:a16="http://schemas.microsoft.com/office/drawing/2014/main" id="{3AC9E0A2-2920-4F31-A500-B02D23BA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以下为进展表，非成绩排名。已有相位补充表明确标注 NOT_FORMAL_RANKING。</a:t>
            </a:r>
          </a:p>
        </p:txBody>
      </p:sp>
      <p:sp>
        <p:nvSpPr>
          <p:cNvPr id="14" name="coverage-note">
            <a:extLst xmlns:a="http://schemas.openxmlformats.org/drawingml/2006/main">
              <a:ext uri="{FF2B5EF4-FFF2-40B4-BE49-F238E27FC236}">
                <a16:creationId xmlns:a16="http://schemas.microsoft.com/office/drawing/2014/main" id="{03828901-02FA-47F7-8CFC-D948FB9E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34100"/>
            <a:ext cx="1052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覆盖缺口：34个静态登记场景，旧主控制序列仅含其中7个不同场景。</a:t>
            </a:r>
          </a:p>
        </p:txBody>
      </p:sp>
    </p:spTree>
    <p:extLst>
      <p:ext uri="{BB962C8B-B14F-4D97-AF65-F5344CB8AC3E}">
        <p14:creationId xmlns:p14="http://schemas.microsoft.com/office/powerpoint/2010/main" val="1028007156"/>
      </p:ext>
    </p:extLst>
  </p:cSld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9">
            <a:extLst xmlns:a="http://schemas.openxmlformats.org/drawingml/2006/main">
              <a:ext uri="{FF2B5EF4-FFF2-40B4-BE49-F238E27FC236}">
                <a16:creationId xmlns:a16="http://schemas.microsoft.com/office/drawing/2014/main" id="{3ABD1034-2BB5-4243-BF3B-1FC28BD3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备份：历史LTspice截图仅作运行留痕，原截图仍不完整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C332AD-D8C4-47F2-ACFC-68CC367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BF6CC1-13ED-48B6-B29B-51913AEB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68DA40A-99B6-4018-8F98-EF38E895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保留真实历史截图原件，不伪造缺失像素    仅作运行痕迹，不能替代完整波形截图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31F3161-BB1F-4B26-9A33-AAEA1E3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25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402326"/>
            <a:ext cx="6858000" cy="36723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905750" y="1404100"/>
            <a:ext cx="3333750" cy="1535201"/>
          </a:xfrm>
          <a:prstGeom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C3282B1D-4065-4CD6-9C7E-AF30F256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52800"/>
            <a:ext cx="3333750" cy="18859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3978B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E0F7314-B688-4905-ADDB-76F36D28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历史留痕局限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左图为V(n_port)幅相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不是阻抗相位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原图缺横轴，需重截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数值应回查RAW/Log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A367F9-9423-4226-B3C4-E19FD47F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3402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2026-08-15基准局部截图；Log显示26.0.2，文件版本26.0.2.1</a:t>
            </a:r>
          </a:p>
        </p:txBody>
      </p:sp>
    </p:spTree>
    <p:extLst>
      <p:ext uri="{BB962C8B-B14F-4D97-AF65-F5344CB8AC3E}">
        <p14:creationId xmlns:p14="http://schemas.microsoft.com/office/powerpoint/2010/main" val="365087255"/>
      </p:ext>
    </p:extLst>
  </p:cSld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20">
            <a:extLst xmlns:a="http://schemas.openxmlformats.org/drawingml/2006/main">
              <a:ext uri="{FF2B5EF4-FFF2-40B4-BE49-F238E27FC236}">
                <a16:creationId xmlns:a16="http://schemas.microsoft.com/office/drawing/2014/main" id="{F3E101B8-27D5-43E8-89A7-839E0C38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备份：正式比较应冻结统一评价口径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7EA7178-6360-4F07-A22E-4D1C641E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EB9E646-44F6-4289-B9F6-4EAC215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D2F9AB8-A817-4086-92DB-DAA656F2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本页为待统一实施的评价定义    不构成已运行结果    稳态、全过程电能与硬限分别报告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6206542-221E-4AE8-98F6-C433D4E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26</a:t>
            </a:r>
          </a:p>
        </p:txBody>
      </p:sp>
      <p:graphicFrame>
        <p:nvGraphicFramePr>
          <p:cNvPr id="15" name="表格 14"/>
          <p:cNvGraphicFramePr/>
          <p:nvPr/>
        </p:nvGraphicFramePr>
        <p:xfrm>
          <a:off xmlns:a="http://schemas.openxmlformats.org/drawingml/2006/main" x="876300" y="1352550"/>
          <a:ext xmlns:a="http://schemas.openxmlformats.org/drawingml/2006/main" cx="10382250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537883"/>
                <a:gridCol w="7844367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拟统一的正式口径（不是新仿真结果）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安全最优P*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同场景、同幅度权限与约束；仅作离线评价参考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稳态窗口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98%以上、NORMAL且频率未冻结、连续10控制样本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恢复与缺失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报告序列起点及第10样本确认；未通过单列，稳态记NA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全程电能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相同时间区间积分，计入扫描、试探与保护降幅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安全与饱和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分开报告保存样本、保持区间；电压／电流／频率边界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功率／反射合同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7324D"/>
                          </a:solidFill>
                          <a:latin typeface="Calibri"/>
                          <a:ea typeface="Calibri"/>
                          <a:cs typeface="Calibri"/>
                        </a:rPr>
                        <a:t>明确上限对象、参考分母、阈值及无可行点处置</a:t>
                      </a:r>
                    </a:p>
                  </a:txBody>
                  <a:tcPr marL="91440" marR="91440" marT="45720" marB="45720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48966-4E67-49EE-AE3A-A89821A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38800"/>
            <a:ext cx="10191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不降低98%门槛、不延长原0.8 s扰动段、不取消异常检测、不提高160 Vpp边界。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B23A35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B23A35"/>
                </a:solidFill>
                <a:latin typeface="Calibri"/>
                <a:ea typeface="Calibri"/>
                <a:cs typeface="Calibri"/>
              </a:rPr>
              <a:t>独立PI不是必需项；无积分控制时，“积分饱和”标为不适用。</a:t>
            </a:r>
          </a:p>
        </p:txBody>
      </p:sp>
    </p:spTree>
    <p:extLst>
      <p:ext uri="{BB962C8B-B14F-4D97-AF65-F5344CB8AC3E}">
        <p14:creationId xmlns:p14="http://schemas.microsoft.com/office/powerpoint/2010/main" val="39214891"/>
      </p:ext>
    </p:extLst>
  </p:cSld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21">
            <a:extLst xmlns:a="http://schemas.openxmlformats.org/drawingml/2006/main">
              <a:ext uri="{FF2B5EF4-FFF2-40B4-BE49-F238E27FC236}">
                <a16:creationId xmlns:a16="http://schemas.microsoft.com/office/drawing/2014/main" id="{D5BAA5DF-6B7D-458B-A03B-3F7CC7F7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备份：每张结果图都应追溯到场景、脚本和原始数据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7534E0-3CF2-4538-BC31-1EA37854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21C4DA7-C6FF-41D4-9724-45F58AB5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975F5A-48EE-444D-A865-0DC4F01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本次操作：文件审核、原始数据复核、Python重绘和PPT修订    无新控制/LTspice/声场仿真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070817C-4FB6-484B-982A-6450A252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27</a:t>
            </a:r>
          </a:p>
        </p:txBody>
      </p:sp>
      <p:sp>
        <p:nvSpPr>
          <p:cNvPr id="6" name="箭头: 右 5">
            <a:extLst xmlns:a="http://schemas.openxmlformats.org/drawingml/2006/main">
              <a:ext uri="{FF2B5EF4-FFF2-40B4-BE49-F238E27FC236}">
                <a16:creationId xmlns:a16="http://schemas.microsoft.com/office/drawing/2014/main" id="{B1F0719E-8737-4B4E-B9AA-D23956E9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7" name="箭头: 右 6">
            <a:extLst xmlns:a="http://schemas.openxmlformats.org/drawingml/2006/main">
              <a:ext uri="{FF2B5EF4-FFF2-40B4-BE49-F238E27FC236}">
                <a16:creationId xmlns:a16="http://schemas.microsoft.com/office/drawing/2014/main" id="{ECFA9AB2-FD89-43A4-8FCC-8C9CDC7D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05CDAB88-9659-402A-8FED-FAFEC0F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E46DE908-195A-4AF8-9A4D-E546248D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5143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D3566D5D-F55B-4B86-ABE9-9D61A0E2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4288">
            <a:solidFill>
              <a:srgbClr val="3978B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5960094-A3D0-46FA-A4CC-42C23CA6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参数CSV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场景注册表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0F4A805-58ED-4A9B-AD6F-58EADA4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3F3"/>
          </a:solidFill>
          <a:ln xmlns:a="http://schemas.openxmlformats.org/drawingml/2006/main" w="14288">
            <a:solidFill>
              <a:srgbClr val="2A7F8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5CC82FE-3720-4086-946B-06DFB759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Python脚本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LTspice .cir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C73AA6EC-B704-4EF1-808E-FB83E38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CE892C3-61D3-4558-99E2-4585F83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.raw / .log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控制时序CSV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FFB3112-A521-4D5E-9546-77458B84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4DD"/>
          </a:solidFill>
          <a:ln xmlns:a="http://schemas.openxmlformats.org/drawingml/2006/main" w="14288">
            <a:solidFill>
              <a:srgbClr val="E69F00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95274DF-9990-42FA-98B0-9DFAE19C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汇总CSV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指标表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AE66FD9-5671-4BB7-896E-7ECD28EA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95500"/>
            <a:ext cx="1714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14288">
            <a:solidFill>
              <a:srgbClr val="B33A3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02EB26C-388F-44F4-BA56-F2E9BC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24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PNG/PDF/SVG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7324D"/>
                </a:solidFill>
              </a:defRPr>
            </a:pPr>
            <a:r>
              <a:rPr sz="1500" b="1">
                <a:solidFill>
                  <a:srgbClr val="17324D"/>
                </a:solidFill>
              </a:rPr>
              <a:t>PPT图表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69182F-BEE7-416E-991F-731D20E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静态批处理、离散控制、保持指令重放、GUI截图分开登记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EB7CFD3-F182-481A-B8D2-2E5DBE6D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72000"/>
            <a:ext cx="8477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哈希用于识别文件版本，不证明物理模型正确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53C2B87-2383-4511-8EBB-24DD7365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578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每页讲稿附数据与脚本路径；原始仿真文件和旧PPT均保留。</a:t>
            </a:r>
          </a:p>
        </p:txBody>
      </p:sp>
    </p:spTree>
    <p:extLst>
      <p:ext uri="{BB962C8B-B14F-4D97-AF65-F5344CB8AC3E}">
        <p14:creationId xmlns:p14="http://schemas.microsoft.com/office/powerpoint/2010/main" val="366690052"/>
      </p:ext>
    </p:extLst>
  </p:cSld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22">
            <a:extLst xmlns:a="http://schemas.openxmlformats.org/drawingml/2006/main">
              <a:ext uri="{FF2B5EF4-FFF2-40B4-BE49-F238E27FC236}">
                <a16:creationId xmlns:a16="http://schemas.microsoft.com/office/drawing/2014/main" id="{71F15234-46C8-4939-BA87-D22E384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备份：结构声场模型与结果尚未完成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2D78C6B-EC51-47A4-BC94-77C25490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515DB4-17FF-4A58-BBDE-A80C3A9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43D25CB-91B0-4603-8632-AFC28A1C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5F6B76"/>
                </a:solidFill>
                <a:latin typeface="Calibri"/>
                <a:ea typeface="Calibri"/>
                <a:cs typeface="Calibri"/>
              </a:defRPr>
            </a:pPr>
            <a:r>
              <a:rPr sz="863" b="0">
                <a:solidFill>
                  <a:srgbClr val="5F6B76"/>
                </a:solidFill>
                <a:latin typeface="Calibri"/>
                <a:ea typeface="Calibri"/>
                <a:cs typeface="Calibri"/>
              </a:rPr>
              <a:t>电—声接口字段已定义，不等于模型、网格或声场结果已完成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A0C395E-76BF-488A-896C-E626BA5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F6B76"/>
                </a:solidFill>
              </a:defRPr>
            </a:pPr>
            <a:r>
              <a:rPr sz="900" b="0">
                <a:solidFill>
                  <a:srgbClr val="5F6B76"/>
                </a:solidFill>
              </a:rPr>
              <a:t>28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85ACD25-DD90-4BB4-BA6B-32AD8FAA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建模与求解准备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BF8246D-ABEA-41F2-B73D-AAC4E15A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47875"/>
            <a:ext cx="4667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软件版本与许可证记录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几何、材料矩阵与极化</a:t>
            </a:r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电极、机械及耦合边界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吸收边界与粗/中/细网格</a:t>
            </a:r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模态与谐响应求解设置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1632C7B-009D-4655-A2A2-359A752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525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EDE2498-70EA-4C59-837E-060F6D25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必须保留的结果证据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7731574-3D8D-4E7C-B16D-A4D8C1B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47875"/>
            <a:ext cx="4667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模态列表与关键形状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端口阻抗/导纳、位移幅相</a:t>
            </a:r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声压云图及轴向曲线</a:t>
            </a:r>
          </a:p>
          <a:p xmlns:a="http://schemas.openxmlformats.org/drawingml/2006/main">
            <a:pPr algn="l"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网格收敛表</a:t>
            </a:r>
            <a:endParaRPr sz="1575" b="0">
              <a:solidFill>
                <a:srgbClr val="1F2933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7324D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7324D"/>
                </a:solidFill>
                <a:latin typeface="Calibri"/>
                <a:ea typeface="Calibri"/>
                <a:cs typeface="Calibri"/>
              </a:rPr>
              <a:t>Solver Log正常结束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C4B1ECF-C8E2-4005-A166-88DB8106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619750"/>
            <a:ext cx="90487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7E7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DDA0198-7AD5-432B-98A7-988D5142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150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404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B84040"/>
                </a:solidFill>
                <a:latin typeface="Calibri"/>
                <a:ea typeface="Calibri"/>
                <a:cs typeface="Calibri"/>
              </a:rPr>
              <a:t>当前未完成结构声场求解，没有可用的真实云图或求解截图。</a:t>
            </a:r>
          </a:p>
        </p:txBody>
      </p:sp>
    </p:spTree>
    <p:extLst>
      <p:ext uri="{BB962C8B-B14F-4D97-AF65-F5344CB8AC3E}">
        <p14:creationId xmlns:p14="http://schemas.microsoft.com/office/powerpoint/2010/main" val="1097298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7958</Words>
  <Application>Microsoft Office PowerPoint</Application>
  <DocSecurity>0</DocSecurity>
  <PresentationFormat>宽屏</PresentationFormat>
  <Paragraphs>1139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0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永嘉 吴</cp:lastModifiedBy>
  <cp:revision>1</cp:revision>
  <dcterms:created xsi:type="dcterms:W3CDTF">2026-09-04T14:36:59Z</dcterms:created>
  <dcterms:modified xsi:type="dcterms:W3CDTF">2026-09-09T17:20:53Z</dcterms:modified>
</cp:coreProperties>
</file>